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5" r:id="rId3"/>
    <p:sldId id="292" r:id="rId4"/>
    <p:sldId id="293" r:id="rId5"/>
    <p:sldId id="291" r:id="rId6"/>
    <p:sldId id="286" r:id="rId7"/>
    <p:sldId id="287" r:id="rId8"/>
    <p:sldId id="288" r:id="rId9"/>
    <p:sldId id="285" r:id="rId10"/>
    <p:sldId id="289" r:id="rId11"/>
    <p:sldId id="290" r:id="rId12"/>
    <p:sldId id="294" r:id="rId13"/>
    <p:sldId id="295" r:id="rId14"/>
    <p:sldId id="284" r:id="rId15"/>
  </p:sldIdLst>
  <p:sldSz cx="6858000" cy="9144000" type="letter"/>
  <p:notesSz cx="6858000" cy="9144000"/>
  <p:embeddedFontLst>
    <p:embeddedFont>
      <p:font typeface="Malgun Gothic" panose="020B0503020000020004" pitchFamily="34" charset="-127"/>
      <p:regular r:id="rId16"/>
      <p:bold r:id="rId17"/>
    </p:embeddedFont>
    <p:embeddedFont>
      <p:font typeface="Montserrat ExtraBold" panose="020B0604020202020204" charset="0"/>
      <p:bold r:id="rId18"/>
      <p:boldItalic r:id="rId19"/>
    </p:embeddedFont>
    <p:embeddedFont>
      <p:font typeface="Montserrat" panose="020B0604020202020204" charset="0"/>
      <p:regular r:id="rId20"/>
      <p:bold r:id="rId21"/>
      <p:italic r:id="rId22"/>
      <p:boldItalic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.YOON" initials="YBR" lastIdx="1" clrIdx="0">
    <p:extLst>
      <p:ext uri="{19B8F6BF-5375-455C-9EA6-DF929625EA0E}">
        <p15:presenceInfo xmlns:p15="http://schemas.microsoft.com/office/powerpoint/2012/main" userId="BR.YO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C7EB"/>
    <a:srgbClr val="52D3DA"/>
    <a:srgbClr val="4230C4"/>
    <a:srgbClr val="5AA7F2"/>
    <a:srgbClr val="DA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70" autoAdjust="0"/>
  </p:normalViewPr>
  <p:slideViewPr>
    <p:cSldViewPr snapToGrid="0">
      <p:cViewPr varScale="1">
        <p:scale>
          <a:sx n="88" d="100"/>
          <a:sy n="88" d="100"/>
        </p:scale>
        <p:origin x="28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A1E86ADE-5EE5-4279-84B7-15D14AA3A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87277" y="1515130"/>
            <a:ext cx="5370723" cy="762887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1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94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xmlns="" id="{E7D41003-63E6-48DA-B96F-5ED23472A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4972540" cy="5552501"/>
          </a:xfrm>
          <a:custGeom>
            <a:avLst/>
            <a:gdLst>
              <a:gd name="connsiteX0" fmla="*/ 0 w 5641247"/>
              <a:gd name="connsiteY0" fmla="*/ 0 h 6299201"/>
              <a:gd name="connsiteX1" fmla="*/ 4458066 w 5641247"/>
              <a:gd name="connsiteY1" fmla="*/ 0 h 6299201"/>
              <a:gd name="connsiteX2" fmla="*/ 4579009 w 5641247"/>
              <a:gd name="connsiteY2" fmla="*/ 109888 h 6299201"/>
              <a:gd name="connsiteX3" fmla="*/ 5641247 w 5641247"/>
              <a:gd name="connsiteY3" fmla="*/ 2673585 h 6299201"/>
              <a:gd name="connsiteX4" fmla="*/ 2014538 w 5641247"/>
              <a:gd name="connsiteY4" fmla="*/ 6299201 h 6299201"/>
              <a:gd name="connsiteX5" fmla="*/ 285833 w 5641247"/>
              <a:gd name="connsiteY5" fmla="*/ 5861609 h 6299201"/>
              <a:gd name="connsiteX6" fmla="*/ 0 w 5641247"/>
              <a:gd name="connsiteY6" fmla="*/ 5688013 h 6299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41247" h="6299201">
                <a:moveTo>
                  <a:pt x="0" y="0"/>
                </a:moveTo>
                <a:lnTo>
                  <a:pt x="4458066" y="0"/>
                </a:lnTo>
                <a:lnTo>
                  <a:pt x="4579009" y="109888"/>
                </a:lnTo>
                <a:cubicBezTo>
                  <a:pt x="5235314" y="765995"/>
                  <a:pt x="5641247" y="1672399"/>
                  <a:pt x="5641247" y="2673585"/>
                </a:cubicBezTo>
                <a:cubicBezTo>
                  <a:pt x="5641247" y="4675957"/>
                  <a:pt x="4017514" y="6299201"/>
                  <a:pt x="2014538" y="6299201"/>
                </a:cubicBezTo>
                <a:cubicBezTo>
                  <a:pt x="1388608" y="6299201"/>
                  <a:pt x="799714" y="6140681"/>
                  <a:pt x="285833" y="5861609"/>
                </a:cubicBezTo>
                <a:lnTo>
                  <a:pt x="0" y="568801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04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E047B204-4C53-4023-84BF-C651307331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858000" cy="9144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xmlns="" id="{40C5F36C-41C8-431D-800F-17D99F4A67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0"/>
            <a:ext cx="5794870" cy="5034708"/>
          </a:xfrm>
          <a:custGeom>
            <a:avLst/>
            <a:gdLst>
              <a:gd name="connsiteX0" fmla="*/ 0 w 5794870"/>
              <a:gd name="connsiteY0" fmla="*/ 0 h 5034708"/>
              <a:gd name="connsiteX1" fmla="*/ 5794870 w 5794870"/>
              <a:gd name="connsiteY1" fmla="*/ 0 h 5034708"/>
              <a:gd name="connsiteX2" fmla="*/ 5794870 w 5794870"/>
              <a:gd name="connsiteY2" fmla="*/ 4243230 h 5034708"/>
              <a:gd name="connsiteX3" fmla="*/ 4829040 w 5794870"/>
              <a:gd name="connsiteY3" fmla="*/ 5034708 h 5034708"/>
              <a:gd name="connsiteX4" fmla="*/ 0 w 5794870"/>
              <a:gd name="connsiteY4" fmla="*/ 5034708 h 5034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4870" h="5034708">
                <a:moveTo>
                  <a:pt x="0" y="0"/>
                </a:moveTo>
                <a:lnTo>
                  <a:pt x="5794870" y="0"/>
                </a:lnTo>
                <a:lnTo>
                  <a:pt x="5794870" y="4243230"/>
                </a:lnTo>
                <a:lnTo>
                  <a:pt x="4829040" y="5034708"/>
                </a:lnTo>
                <a:lnTo>
                  <a:pt x="0" y="5034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27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62119C44-8BCA-4661-AD0C-56051F961B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02674" y="0"/>
            <a:ext cx="2278253" cy="282447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그림 개체 틀 2">
            <a:extLst>
              <a:ext uri="{FF2B5EF4-FFF2-40B4-BE49-F238E27FC236}">
                <a16:creationId xmlns:a16="http://schemas.microsoft.com/office/drawing/2014/main" xmlns="" id="{72083A53-B545-45DE-9D2F-6975D75CD4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102674" y="3037226"/>
            <a:ext cx="2278253" cy="1296099"/>
          </a:xfrm>
          <a:prstGeom prst="snip2Diag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xmlns="" id="{556E36C8-3187-4E88-A493-625313046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9747" y="1556808"/>
            <a:ext cx="2278253" cy="368722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xmlns="" id="{7D49EE2C-C0E2-426A-8002-CD21EA8F9A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9747" y="5456779"/>
            <a:ext cx="2278253" cy="368722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그림 개체 틀 2">
            <a:extLst>
              <a:ext uri="{FF2B5EF4-FFF2-40B4-BE49-F238E27FC236}">
                <a16:creationId xmlns:a16="http://schemas.microsoft.com/office/drawing/2014/main" xmlns="" id="{C3EA0EA2-6AB6-487D-86B0-B9FAA7692A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02673" y="4546076"/>
            <a:ext cx="2278253" cy="1985353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47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xmlns="" id="{744E1D1C-9ADA-4FD0-BF8B-E84455044D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727058"/>
            <a:ext cx="3918803" cy="4495817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xmlns="" id="{41DAFCA0-919D-4748-B1B7-C41D119A6E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22843" y="4297603"/>
            <a:ext cx="4335157" cy="4846397"/>
          </a:xfrm>
          <a:custGeom>
            <a:avLst/>
            <a:gdLst>
              <a:gd name="connsiteX0" fmla="*/ 2770752 w 4335157"/>
              <a:gd name="connsiteY0" fmla="*/ 0 h 4846397"/>
              <a:gd name="connsiteX1" fmla="*/ 4319906 w 4335157"/>
              <a:gd name="connsiteY1" fmla="*/ 473050 h 4846397"/>
              <a:gd name="connsiteX2" fmla="*/ 4335157 w 4335157"/>
              <a:gd name="connsiteY2" fmla="*/ 484451 h 4846397"/>
              <a:gd name="connsiteX3" fmla="*/ 4335157 w 4335157"/>
              <a:gd name="connsiteY3" fmla="*/ 4846397 h 4846397"/>
              <a:gd name="connsiteX4" fmla="*/ 941341 w 4335157"/>
              <a:gd name="connsiteY4" fmla="*/ 4846397 h 4846397"/>
              <a:gd name="connsiteX5" fmla="*/ 811535 w 4335157"/>
              <a:gd name="connsiteY5" fmla="*/ 4728459 h 4846397"/>
              <a:gd name="connsiteX6" fmla="*/ 0 w 4335157"/>
              <a:gd name="connsiteY6" fmla="*/ 2769867 h 4846397"/>
              <a:gd name="connsiteX7" fmla="*/ 2770752 w 4335157"/>
              <a:gd name="connsiteY7" fmla="*/ 0 h 484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35157" h="4846397">
                <a:moveTo>
                  <a:pt x="2770752" y="0"/>
                </a:moveTo>
                <a:cubicBezTo>
                  <a:pt x="3344594" y="0"/>
                  <a:pt x="3877691" y="174391"/>
                  <a:pt x="4319906" y="473050"/>
                </a:cubicBezTo>
                <a:lnTo>
                  <a:pt x="4335157" y="484451"/>
                </a:lnTo>
                <a:lnTo>
                  <a:pt x="4335157" y="4846397"/>
                </a:lnTo>
                <a:lnTo>
                  <a:pt x="941341" y="4846397"/>
                </a:lnTo>
                <a:lnTo>
                  <a:pt x="811535" y="4728459"/>
                </a:lnTo>
                <a:cubicBezTo>
                  <a:pt x="310127" y="4227211"/>
                  <a:pt x="0" y="3534745"/>
                  <a:pt x="0" y="2769867"/>
                </a:cubicBezTo>
                <a:cubicBezTo>
                  <a:pt x="0" y="1240112"/>
                  <a:pt x="1240508" y="0"/>
                  <a:pt x="27707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3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xmlns="" id="{744E1D1C-9ADA-4FD0-BF8B-E84455044D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6858001" cy="9144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43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xmlns="" id="{6F81D096-01E0-4B73-9D34-8A2833FFAA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0516" y="1237785"/>
            <a:ext cx="1795348" cy="1795348"/>
          </a:xfrm>
          <a:custGeom>
            <a:avLst/>
            <a:gdLst>
              <a:gd name="connsiteX0" fmla="*/ 897674 w 1795348"/>
              <a:gd name="connsiteY0" fmla="*/ 0 h 1795348"/>
              <a:gd name="connsiteX1" fmla="*/ 1795348 w 1795348"/>
              <a:gd name="connsiteY1" fmla="*/ 897674 h 1795348"/>
              <a:gd name="connsiteX2" fmla="*/ 897674 w 1795348"/>
              <a:gd name="connsiteY2" fmla="*/ 1795348 h 1795348"/>
              <a:gd name="connsiteX3" fmla="*/ 0 w 1795348"/>
              <a:gd name="connsiteY3" fmla="*/ 897674 h 1795348"/>
              <a:gd name="connsiteX4" fmla="*/ 897674 w 1795348"/>
              <a:gd name="connsiteY4" fmla="*/ 0 h 179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5348" h="1795348">
                <a:moveTo>
                  <a:pt x="897674" y="0"/>
                </a:moveTo>
                <a:cubicBezTo>
                  <a:pt x="1393446" y="0"/>
                  <a:pt x="1795348" y="401902"/>
                  <a:pt x="1795348" y="897674"/>
                </a:cubicBezTo>
                <a:cubicBezTo>
                  <a:pt x="1795348" y="1393446"/>
                  <a:pt x="1393446" y="1795348"/>
                  <a:pt x="897674" y="1795348"/>
                </a:cubicBezTo>
                <a:cubicBezTo>
                  <a:pt x="401902" y="1795348"/>
                  <a:pt x="0" y="1393446"/>
                  <a:pt x="0" y="897674"/>
                </a:cubicBezTo>
                <a:cubicBezTo>
                  <a:pt x="0" y="401902"/>
                  <a:pt x="401902" y="0"/>
                  <a:pt x="8976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xmlns="" id="{7D015E7B-FD4E-4748-B535-8F10D3AF7D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70516" y="3674326"/>
            <a:ext cx="1795348" cy="1795348"/>
          </a:xfrm>
          <a:custGeom>
            <a:avLst/>
            <a:gdLst>
              <a:gd name="connsiteX0" fmla="*/ 897674 w 1795348"/>
              <a:gd name="connsiteY0" fmla="*/ 0 h 1795348"/>
              <a:gd name="connsiteX1" fmla="*/ 1795348 w 1795348"/>
              <a:gd name="connsiteY1" fmla="*/ 897674 h 1795348"/>
              <a:gd name="connsiteX2" fmla="*/ 897674 w 1795348"/>
              <a:gd name="connsiteY2" fmla="*/ 1795348 h 1795348"/>
              <a:gd name="connsiteX3" fmla="*/ 0 w 1795348"/>
              <a:gd name="connsiteY3" fmla="*/ 897674 h 1795348"/>
              <a:gd name="connsiteX4" fmla="*/ 897674 w 1795348"/>
              <a:gd name="connsiteY4" fmla="*/ 0 h 179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5348" h="1795348">
                <a:moveTo>
                  <a:pt x="897674" y="0"/>
                </a:moveTo>
                <a:cubicBezTo>
                  <a:pt x="1393446" y="0"/>
                  <a:pt x="1795348" y="401902"/>
                  <a:pt x="1795348" y="897674"/>
                </a:cubicBezTo>
                <a:cubicBezTo>
                  <a:pt x="1795348" y="1393446"/>
                  <a:pt x="1393446" y="1795348"/>
                  <a:pt x="897674" y="1795348"/>
                </a:cubicBezTo>
                <a:cubicBezTo>
                  <a:pt x="401902" y="1795348"/>
                  <a:pt x="0" y="1393446"/>
                  <a:pt x="0" y="897674"/>
                </a:cubicBezTo>
                <a:cubicBezTo>
                  <a:pt x="0" y="401902"/>
                  <a:pt x="401902" y="0"/>
                  <a:pt x="8976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xmlns="" id="{E140E286-6FD6-4D13-9D5A-6A52AB350B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92136" y="6110867"/>
            <a:ext cx="1795348" cy="1795348"/>
          </a:xfrm>
          <a:custGeom>
            <a:avLst/>
            <a:gdLst>
              <a:gd name="connsiteX0" fmla="*/ 897674 w 1795348"/>
              <a:gd name="connsiteY0" fmla="*/ 0 h 1795348"/>
              <a:gd name="connsiteX1" fmla="*/ 1795348 w 1795348"/>
              <a:gd name="connsiteY1" fmla="*/ 897674 h 1795348"/>
              <a:gd name="connsiteX2" fmla="*/ 897674 w 1795348"/>
              <a:gd name="connsiteY2" fmla="*/ 1795348 h 1795348"/>
              <a:gd name="connsiteX3" fmla="*/ 0 w 1795348"/>
              <a:gd name="connsiteY3" fmla="*/ 897674 h 1795348"/>
              <a:gd name="connsiteX4" fmla="*/ 897674 w 1795348"/>
              <a:gd name="connsiteY4" fmla="*/ 0 h 1795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5348" h="1795348">
                <a:moveTo>
                  <a:pt x="897674" y="0"/>
                </a:moveTo>
                <a:cubicBezTo>
                  <a:pt x="1393446" y="0"/>
                  <a:pt x="1795348" y="401902"/>
                  <a:pt x="1795348" y="897674"/>
                </a:cubicBezTo>
                <a:cubicBezTo>
                  <a:pt x="1795348" y="1393446"/>
                  <a:pt x="1393446" y="1795348"/>
                  <a:pt x="897674" y="1795348"/>
                </a:cubicBezTo>
                <a:cubicBezTo>
                  <a:pt x="401902" y="1795348"/>
                  <a:pt x="0" y="1393446"/>
                  <a:pt x="0" y="897674"/>
                </a:cubicBezTo>
                <a:cubicBezTo>
                  <a:pt x="0" y="401902"/>
                  <a:pt x="401902" y="0"/>
                  <a:pt x="8976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758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12">
            <a:extLst>
              <a:ext uri="{FF2B5EF4-FFF2-40B4-BE49-F238E27FC236}">
                <a16:creationId xmlns:a16="http://schemas.microsoft.com/office/drawing/2014/main" xmlns="" id="{4BB5FF02-0BFF-4003-B10A-69C750162B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3409" y="2117974"/>
            <a:ext cx="3340108" cy="4040454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031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12">
            <a:extLst>
              <a:ext uri="{FF2B5EF4-FFF2-40B4-BE49-F238E27FC236}">
                <a16:creationId xmlns:a16="http://schemas.microsoft.com/office/drawing/2014/main" xmlns="" id="{B045EA6D-E7E3-40E9-A636-5B6F663B02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6302" y="3210174"/>
            <a:ext cx="2171700" cy="2377826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xmlns="" id="{4BB5FF02-0BFF-4003-B10A-69C750162B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210174"/>
            <a:ext cx="2171700" cy="2377826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12">
            <a:extLst>
              <a:ext uri="{FF2B5EF4-FFF2-40B4-BE49-F238E27FC236}">
                <a16:creationId xmlns:a16="http://schemas.microsoft.com/office/drawing/2014/main" xmlns="" id="{E43DB2F4-7E2A-448B-9848-1DDDF50491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63052" y="2641600"/>
            <a:ext cx="2931896" cy="3210174"/>
          </a:xfrm>
          <a:effectLst>
            <a:outerShdw blurRad="317500" dist="190500" dir="2700000" algn="tl" rotWithShape="0">
              <a:prstClr val="black">
                <a:alpha val="30000"/>
              </a:prstClr>
            </a:outerShdw>
          </a:effectLst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8205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12">
            <a:extLst>
              <a:ext uri="{FF2B5EF4-FFF2-40B4-BE49-F238E27FC236}">
                <a16:creationId xmlns:a16="http://schemas.microsoft.com/office/drawing/2014/main" xmlns="" id="{4BB5FF02-0BFF-4003-B10A-69C750162B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0" y="0"/>
            <a:ext cx="3429000" cy="557561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08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77948F1A-6C67-49D4-AF6C-CBAD4B9AA2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2213" y="3332866"/>
            <a:ext cx="2159000" cy="4657279"/>
          </a:xfrm>
          <a:prstGeom prst="roundRect">
            <a:avLst>
              <a:gd name="adj" fmla="val 11373"/>
            </a:avLst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676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xmlns="" id="{6E0DDE29-0C8B-4775-A148-AAF09C1AEC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644000" cy="3411105"/>
          </a:xfrm>
          <a:custGeom>
            <a:avLst/>
            <a:gdLst>
              <a:gd name="connsiteX0" fmla="*/ 0 w 2644000"/>
              <a:gd name="connsiteY0" fmla="*/ 0 h 3411105"/>
              <a:gd name="connsiteX1" fmla="*/ 2125528 w 2644000"/>
              <a:gd name="connsiteY1" fmla="*/ 0 h 3411105"/>
              <a:gd name="connsiteX2" fmla="*/ 2175597 w 2644000"/>
              <a:gd name="connsiteY2" fmla="*/ 55089 h 3411105"/>
              <a:gd name="connsiteX3" fmla="*/ 2644000 w 2644000"/>
              <a:gd name="connsiteY3" fmla="*/ 1359867 h 3411105"/>
              <a:gd name="connsiteX4" fmla="*/ 592762 w 2644000"/>
              <a:gd name="connsiteY4" fmla="*/ 3411105 h 3411105"/>
              <a:gd name="connsiteX5" fmla="*/ 179366 w 2644000"/>
              <a:gd name="connsiteY5" fmla="*/ 3369431 h 3411105"/>
              <a:gd name="connsiteX6" fmla="*/ 0 w 2644000"/>
              <a:gd name="connsiteY6" fmla="*/ 3323311 h 3411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000" h="3411105">
                <a:moveTo>
                  <a:pt x="0" y="0"/>
                </a:moveTo>
                <a:lnTo>
                  <a:pt x="2125528" y="0"/>
                </a:lnTo>
                <a:lnTo>
                  <a:pt x="2175597" y="55089"/>
                </a:lnTo>
                <a:cubicBezTo>
                  <a:pt x="2468218" y="409664"/>
                  <a:pt x="2644000" y="864238"/>
                  <a:pt x="2644000" y="1359867"/>
                </a:cubicBezTo>
                <a:cubicBezTo>
                  <a:pt x="2644000" y="2492734"/>
                  <a:pt x="1725629" y="3411105"/>
                  <a:pt x="592762" y="3411105"/>
                </a:cubicBezTo>
                <a:cubicBezTo>
                  <a:pt x="451154" y="3411105"/>
                  <a:pt x="312897" y="3396756"/>
                  <a:pt x="179366" y="3369431"/>
                </a:cubicBezTo>
                <a:lnTo>
                  <a:pt x="0" y="33233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697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xmlns="" id="{2960D29D-A755-4BBD-AE3C-7A0397FD2B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3429000" cy="4572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그림 개체 틀 7">
            <a:extLst>
              <a:ext uri="{FF2B5EF4-FFF2-40B4-BE49-F238E27FC236}">
                <a16:creationId xmlns:a16="http://schemas.microsoft.com/office/drawing/2014/main" xmlns="" id="{8BDC3FBC-374F-427F-871A-02993FEF0A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0"/>
            <a:ext cx="3429000" cy="4572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152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xmlns="" id="{2960D29D-A755-4BBD-AE3C-7A0397FD2B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6032500" cy="4572000"/>
          </a:xfrm>
          <a:prstGeom prst="snip1Rect">
            <a:avLst>
              <a:gd name="adj" fmla="val 40833"/>
            </a:avLst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9D25A25-C14F-471C-A4B9-E2BB9846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DAC4C-1E8F-4D33-ADCC-6EED447EB929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9A5CA79-E6D7-4A0B-8D27-E6ABC17E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AEBBD-88F7-44FE-966D-FED7B22E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CC4EF-B906-4B38-8C63-80907FB9F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60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0991F2CA-689F-40DC-9D15-C253073A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CAB2A4-F2D5-42D4-AD86-ED660CFDD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D8516E3-4303-42BA-B9D6-3C2E41D77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DAC4C-1E8F-4D33-ADCC-6EED447EB929}" type="datetimeFigureOut">
              <a:rPr lang="ko-KR" altLang="en-US" smtClean="0"/>
              <a:pPr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ABE47DA-9617-4BF1-80F4-7E0176FAE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27BBEA2-71B7-41FB-8C1B-937EF6E1B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CC4EF-B906-4B38-8C63-80907FB9FB5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8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0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5" r:id="rId15"/>
    <p:sldLayoutId id="2147483664" r:id="rId16"/>
    <p:sldLayoutId id="2147483666" r:id="rId17"/>
  </p:sldLayoutIdLst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lang="ko-KR" altLang="en-US" sz="21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nexskill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그룹 349">
            <a:extLst>
              <a:ext uri="{FF2B5EF4-FFF2-40B4-BE49-F238E27FC236}">
                <a16:creationId xmlns:a16="http://schemas.microsoft.com/office/drawing/2014/main" xmlns="" id="{2C73AF92-D7CE-4BA9-AFD9-5166B78508D8}"/>
              </a:ext>
            </a:extLst>
          </p:cNvPr>
          <p:cNvGrpSpPr/>
          <p:nvPr/>
        </p:nvGrpSpPr>
        <p:grpSpPr>
          <a:xfrm>
            <a:off x="3091021" y="-2497"/>
            <a:ext cx="3766979" cy="969157"/>
            <a:chOff x="3602866" y="-2497"/>
            <a:chExt cx="3255134" cy="837471"/>
          </a:xfrm>
        </p:grpSpPr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xmlns="" id="{A77D3425-7502-4B65-B243-55AD30435239}"/>
                </a:ext>
              </a:extLst>
            </p:cNvPr>
            <p:cNvGrpSpPr/>
            <p:nvPr/>
          </p:nvGrpSpPr>
          <p:grpSpPr>
            <a:xfrm>
              <a:off x="6555657" y="-1"/>
              <a:ext cx="302343" cy="156823"/>
              <a:chOff x="6518275" y="0"/>
              <a:chExt cx="339725" cy="176213"/>
            </a:xfrm>
            <a:solidFill>
              <a:schemeClr val="accent1">
                <a:alpha val="30000"/>
              </a:schemeClr>
            </a:solidFill>
          </p:grpSpPr>
          <p:sp>
            <p:nvSpPr>
              <p:cNvPr id="60" name="Freeform 704">
                <a:extLst>
                  <a:ext uri="{FF2B5EF4-FFF2-40B4-BE49-F238E27FC236}">
                    <a16:creationId xmlns:a16="http://schemas.microsoft.com/office/drawing/2014/main" xmlns="" id="{CB86708C-BF5F-4E6F-A24B-84771DC50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650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Line 705">
                <a:extLst>
                  <a:ext uri="{FF2B5EF4-FFF2-40B4-BE49-F238E27FC236}">
                    <a16:creationId xmlns:a16="http://schemas.microsoft.com/office/drawing/2014/main" xmlns="" id="{CB9221B4-7EB9-4DD0-8009-AEE74C7B93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2" name="Line 706">
                <a:extLst>
                  <a:ext uri="{FF2B5EF4-FFF2-40B4-BE49-F238E27FC236}">
                    <a16:creationId xmlns:a16="http://schemas.microsoft.com/office/drawing/2014/main" xmlns="" id="{C9ED092D-BD19-41E3-9405-01C484A0A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3" name="Line 707">
                <a:extLst>
                  <a:ext uri="{FF2B5EF4-FFF2-40B4-BE49-F238E27FC236}">
                    <a16:creationId xmlns:a16="http://schemas.microsoft.com/office/drawing/2014/main" xmlns="" id="{2BEC5CAE-6002-4650-B132-CDD71035F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4" name="Line 708">
                <a:extLst>
                  <a:ext uri="{FF2B5EF4-FFF2-40B4-BE49-F238E27FC236}">
                    <a16:creationId xmlns:a16="http://schemas.microsoft.com/office/drawing/2014/main" xmlns="" id="{7B6422B0-CF40-4B9C-B40D-F1060DC81E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5" name="Freeform 709">
                <a:extLst>
                  <a:ext uri="{FF2B5EF4-FFF2-40B4-BE49-F238E27FC236}">
                    <a16:creationId xmlns:a16="http://schemas.microsoft.com/office/drawing/2014/main" xmlns="" id="{B264F4C2-F88A-4286-A506-F08923F0B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8625" y="61913"/>
                <a:ext cx="79375" cy="114300"/>
              </a:xfrm>
              <a:custGeom>
                <a:avLst/>
                <a:gdLst>
                  <a:gd name="T0" fmla="*/ 15 w 21"/>
                  <a:gd name="T1" fmla="*/ 0 h 30"/>
                  <a:gd name="T2" fmla="*/ 0 w 21"/>
                  <a:gd name="T3" fmla="*/ 15 h 30"/>
                  <a:gd name="T4" fmla="*/ 15 w 21"/>
                  <a:gd name="T5" fmla="*/ 30 h 30"/>
                  <a:gd name="T6" fmla="*/ 21 w 21"/>
                  <a:gd name="T7" fmla="*/ 29 h 30"/>
                  <a:gd name="T8" fmla="*/ 21 w 21"/>
                  <a:gd name="T9" fmla="*/ 29 h 30"/>
                  <a:gd name="T10" fmla="*/ 21 w 21"/>
                  <a:gd name="T11" fmla="*/ 29 h 30"/>
                  <a:gd name="T12" fmla="*/ 21 w 21"/>
                  <a:gd name="T13" fmla="*/ 29 h 30"/>
                  <a:gd name="T14" fmla="*/ 21 w 21"/>
                  <a:gd name="T15" fmla="*/ 29 h 30"/>
                  <a:gd name="T16" fmla="*/ 21 w 21"/>
                  <a:gd name="T17" fmla="*/ 20 h 30"/>
                  <a:gd name="T18" fmla="*/ 15 w 21"/>
                  <a:gd name="T19" fmla="*/ 23 h 30"/>
                  <a:gd name="T20" fmla="*/ 7 w 21"/>
                  <a:gd name="T21" fmla="*/ 15 h 30"/>
                  <a:gd name="T22" fmla="*/ 15 w 21"/>
                  <a:gd name="T23" fmla="*/ 7 h 30"/>
                  <a:gd name="T24" fmla="*/ 21 w 21"/>
                  <a:gd name="T25" fmla="*/ 9 h 30"/>
                  <a:gd name="T26" fmla="*/ 21 w 21"/>
                  <a:gd name="T27" fmla="*/ 1 h 30"/>
                  <a:gd name="T28" fmla="*/ 21 w 21"/>
                  <a:gd name="T29" fmla="*/ 1 h 30"/>
                  <a:gd name="T30" fmla="*/ 21 w 21"/>
                  <a:gd name="T31" fmla="*/ 1 h 30"/>
                  <a:gd name="T32" fmla="*/ 15 w 21"/>
                  <a:gd name="T3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17" y="30"/>
                      <a:pt x="19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2"/>
                      <a:pt x="18" y="23"/>
                      <a:pt x="15" y="23"/>
                    </a:cubicBezTo>
                    <a:cubicBezTo>
                      <a:pt x="11" y="23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8" y="7"/>
                      <a:pt x="20" y="8"/>
                      <a:pt x="21" y="9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9" y="0"/>
                      <a:pt x="17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6" name="Freeform 710">
                <a:extLst>
                  <a:ext uri="{FF2B5EF4-FFF2-40B4-BE49-F238E27FC236}">
                    <a16:creationId xmlns:a16="http://schemas.microsoft.com/office/drawing/2014/main" xmlns="" id="{7523CA96-4B44-4C87-8C5E-E4C752C592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24637" y="61913"/>
                <a:ext cx="109538" cy="114300"/>
              </a:xfrm>
              <a:custGeom>
                <a:avLst/>
                <a:gdLst>
                  <a:gd name="T0" fmla="*/ 15 w 29"/>
                  <a:gd name="T1" fmla="*/ 23 h 30"/>
                  <a:gd name="T2" fmla="*/ 7 w 29"/>
                  <a:gd name="T3" fmla="*/ 15 h 30"/>
                  <a:gd name="T4" fmla="*/ 15 w 29"/>
                  <a:gd name="T5" fmla="*/ 7 h 30"/>
                  <a:gd name="T6" fmla="*/ 23 w 29"/>
                  <a:gd name="T7" fmla="*/ 15 h 30"/>
                  <a:gd name="T8" fmla="*/ 15 w 29"/>
                  <a:gd name="T9" fmla="*/ 23 h 30"/>
                  <a:gd name="T10" fmla="*/ 15 w 29"/>
                  <a:gd name="T11" fmla="*/ 0 h 30"/>
                  <a:gd name="T12" fmla="*/ 0 w 29"/>
                  <a:gd name="T13" fmla="*/ 15 h 30"/>
                  <a:gd name="T14" fmla="*/ 15 w 29"/>
                  <a:gd name="T15" fmla="*/ 30 h 30"/>
                  <a:gd name="T16" fmla="*/ 29 w 29"/>
                  <a:gd name="T17" fmla="*/ 15 h 30"/>
                  <a:gd name="T18" fmla="*/ 26 w 29"/>
                  <a:gd name="T19" fmla="*/ 5 h 30"/>
                  <a:gd name="T20" fmla="*/ 25 w 29"/>
                  <a:gd name="T21" fmla="*/ 6 h 30"/>
                  <a:gd name="T22" fmla="*/ 20 w 29"/>
                  <a:gd name="T23" fmla="*/ 1 h 30"/>
                  <a:gd name="T24" fmla="*/ 20 w 29"/>
                  <a:gd name="T25" fmla="*/ 1 h 30"/>
                  <a:gd name="T26" fmla="*/ 15 w 29"/>
                  <a:gd name="T2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30">
                    <a:moveTo>
                      <a:pt x="15" y="23"/>
                    </a:moveTo>
                    <a:cubicBezTo>
                      <a:pt x="10" y="23"/>
                      <a:pt x="7" y="19"/>
                      <a:pt x="7" y="15"/>
                    </a:cubicBezTo>
                    <a:cubicBezTo>
                      <a:pt x="7" y="10"/>
                      <a:pt x="10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moveTo>
                      <a:pt x="15" y="0"/>
                    </a:moveTo>
                    <a:cubicBezTo>
                      <a:pt x="6" y="0"/>
                      <a:pt x="0" y="7"/>
                      <a:pt x="0" y="15"/>
                    </a:cubicBezTo>
                    <a:cubicBezTo>
                      <a:pt x="0" y="23"/>
                      <a:pt x="6" y="30"/>
                      <a:pt x="15" y="30"/>
                    </a:cubicBezTo>
                    <a:cubicBezTo>
                      <a:pt x="23" y="30"/>
                      <a:pt x="29" y="23"/>
                      <a:pt x="29" y="15"/>
                    </a:cubicBezTo>
                    <a:cubicBezTo>
                      <a:pt x="29" y="11"/>
                      <a:pt x="28" y="8"/>
                      <a:pt x="26" y="5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0"/>
                      <a:pt x="16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7" name="Freeform 711">
                <a:extLst>
                  <a:ext uri="{FF2B5EF4-FFF2-40B4-BE49-F238E27FC236}">
                    <a16:creationId xmlns:a16="http://schemas.microsoft.com/office/drawing/2014/main" xmlns="" id="{88D97CAA-4812-427D-B07C-681DAEDDB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9250" y="0"/>
                <a:ext cx="98425" cy="84138"/>
              </a:xfrm>
              <a:custGeom>
                <a:avLst/>
                <a:gdLst>
                  <a:gd name="T0" fmla="*/ 62 w 62"/>
                  <a:gd name="T1" fmla="*/ 0 h 53"/>
                  <a:gd name="T2" fmla="*/ 41 w 62"/>
                  <a:gd name="T3" fmla="*/ 0 h 53"/>
                  <a:gd name="T4" fmla="*/ 0 w 62"/>
                  <a:gd name="T5" fmla="*/ 41 h 53"/>
                  <a:gd name="T6" fmla="*/ 0 w 62"/>
                  <a:gd name="T7" fmla="*/ 41 h 53"/>
                  <a:gd name="T8" fmla="*/ 12 w 62"/>
                  <a:gd name="T9" fmla="*/ 53 h 53"/>
                  <a:gd name="T10" fmla="*/ 15 w 62"/>
                  <a:gd name="T11" fmla="*/ 51 h 53"/>
                  <a:gd name="T12" fmla="*/ 62 w 62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53">
                    <a:moveTo>
                      <a:pt x="62" y="0"/>
                    </a:moveTo>
                    <a:lnTo>
                      <a:pt x="41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12" y="53"/>
                    </a:lnTo>
                    <a:lnTo>
                      <a:pt x="15" y="5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9" name="Freeform 713">
                <a:extLst>
                  <a:ext uri="{FF2B5EF4-FFF2-40B4-BE49-F238E27FC236}">
                    <a16:creationId xmlns:a16="http://schemas.microsoft.com/office/drawing/2014/main" xmlns="" id="{2C21A404-F117-44ED-A6BE-7AD2C5C2C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8275" y="0"/>
                <a:ext cx="49213" cy="15875"/>
              </a:xfrm>
              <a:custGeom>
                <a:avLst/>
                <a:gdLst>
                  <a:gd name="T0" fmla="*/ 13 w 13"/>
                  <a:gd name="T1" fmla="*/ 0 h 4"/>
                  <a:gd name="T2" fmla="*/ 9 w 13"/>
                  <a:gd name="T3" fmla="*/ 0 h 4"/>
                  <a:gd name="T4" fmla="*/ 7 w 13"/>
                  <a:gd name="T5" fmla="*/ 1 h 4"/>
                  <a:gd name="T6" fmla="*/ 5 w 13"/>
                  <a:gd name="T7" fmla="*/ 0 h 4"/>
                  <a:gd name="T8" fmla="*/ 0 w 13"/>
                  <a:gd name="T9" fmla="*/ 0 h 4"/>
                  <a:gd name="T10" fmla="*/ 7 w 13"/>
                  <a:gd name="T11" fmla="*/ 4 h 4"/>
                  <a:gd name="T12" fmla="*/ 13 w 1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">
                    <a:moveTo>
                      <a:pt x="13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2"/>
                      <a:pt x="4" y="4"/>
                      <a:pt x="7" y="4"/>
                    </a:cubicBezTo>
                    <a:cubicBezTo>
                      <a:pt x="10" y="4"/>
                      <a:pt x="12" y="2"/>
                      <a:pt x="13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70" name="Freeform 714">
              <a:extLst>
                <a:ext uri="{FF2B5EF4-FFF2-40B4-BE49-F238E27FC236}">
                  <a16:creationId xmlns:a16="http://schemas.microsoft.com/office/drawing/2014/main" xmlns="" id="{E818D77C-8FD3-4CFD-B331-C86504F1E9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0943" y="238766"/>
              <a:ext cx="312233" cy="315059"/>
            </a:xfrm>
            <a:custGeom>
              <a:avLst/>
              <a:gdLst>
                <a:gd name="T0" fmla="*/ 85 w 93"/>
                <a:gd name="T1" fmla="*/ 89 h 93"/>
                <a:gd name="T2" fmla="*/ 80 w 93"/>
                <a:gd name="T3" fmla="*/ 84 h 93"/>
                <a:gd name="T4" fmla="*/ 85 w 93"/>
                <a:gd name="T5" fmla="*/ 79 h 93"/>
                <a:gd name="T6" fmla="*/ 90 w 93"/>
                <a:gd name="T7" fmla="*/ 84 h 93"/>
                <a:gd name="T8" fmla="*/ 85 w 93"/>
                <a:gd name="T9" fmla="*/ 89 h 93"/>
                <a:gd name="T10" fmla="*/ 9 w 93"/>
                <a:gd name="T11" fmla="*/ 13 h 93"/>
                <a:gd name="T12" fmla="*/ 4 w 93"/>
                <a:gd name="T13" fmla="*/ 8 h 93"/>
                <a:gd name="T14" fmla="*/ 9 w 93"/>
                <a:gd name="T15" fmla="*/ 3 h 93"/>
                <a:gd name="T16" fmla="*/ 14 w 93"/>
                <a:gd name="T17" fmla="*/ 8 h 93"/>
                <a:gd name="T18" fmla="*/ 9 w 93"/>
                <a:gd name="T19" fmla="*/ 13 h 93"/>
                <a:gd name="T20" fmla="*/ 9 w 93"/>
                <a:gd name="T21" fmla="*/ 0 h 93"/>
                <a:gd name="T22" fmla="*/ 0 w 93"/>
                <a:gd name="T23" fmla="*/ 8 h 93"/>
                <a:gd name="T24" fmla="*/ 9 w 93"/>
                <a:gd name="T25" fmla="*/ 17 h 93"/>
                <a:gd name="T26" fmla="*/ 16 w 93"/>
                <a:gd name="T27" fmla="*/ 12 h 93"/>
                <a:gd name="T28" fmla="*/ 51 w 93"/>
                <a:gd name="T29" fmla="*/ 12 h 93"/>
                <a:gd name="T30" fmla="*/ 81 w 93"/>
                <a:gd name="T31" fmla="*/ 43 h 93"/>
                <a:gd name="T32" fmla="*/ 81 w 93"/>
                <a:gd name="T33" fmla="*/ 76 h 93"/>
                <a:gd name="T34" fmla="*/ 81 w 93"/>
                <a:gd name="T35" fmla="*/ 76 h 93"/>
                <a:gd name="T36" fmla="*/ 76 w 93"/>
                <a:gd name="T37" fmla="*/ 84 h 93"/>
                <a:gd name="T38" fmla="*/ 85 w 93"/>
                <a:gd name="T39" fmla="*/ 93 h 93"/>
                <a:gd name="T40" fmla="*/ 93 w 93"/>
                <a:gd name="T41" fmla="*/ 84 h 93"/>
                <a:gd name="T42" fmla="*/ 88 w 93"/>
                <a:gd name="T43" fmla="*/ 76 h 93"/>
                <a:gd name="T44" fmla="*/ 88 w 93"/>
                <a:gd name="T45" fmla="*/ 76 h 93"/>
                <a:gd name="T46" fmla="*/ 88 w 93"/>
                <a:gd name="T47" fmla="*/ 40 h 93"/>
                <a:gd name="T48" fmla="*/ 54 w 93"/>
                <a:gd name="T49" fmla="*/ 5 h 93"/>
                <a:gd name="T50" fmla="*/ 17 w 93"/>
                <a:gd name="T51" fmla="*/ 5 h 93"/>
                <a:gd name="T52" fmla="*/ 9 w 93"/>
                <a:gd name="T5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3" h="93">
                  <a:moveTo>
                    <a:pt x="85" y="89"/>
                  </a:moveTo>
                  <a:cubicBezTo>
                    <a:pt x="82" y="89"/>
                    <a:pt x="80" y="87"/>
                    <a:pt x="80" y="84"/>
                  </a:cubicBezTo>
                  <a:cubicBezTo>
                    <a:pt x="80" y="81"/>
                    <a:pt x="82" y="79"/>
                    <a:pt x="85" y="79"/>
                  </a:cubicBezTo>
                  <a:cubicBezTo>
                    <a:pt x="87" y="79"/>
                    <a:pt x="90" y="81"/>
                    <a:pt x="90" y="84"/>
                  </a:cubicBezTo>
                  <a:cubicBezTo>
                    <a:pt x="90" y="87"/>
                    <a:pt x="87" y="89"/>
                    <a:pt x="85" y="89"/>
                  </a:cubicBezTo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1" y="3"/>
                    <a:pt x="14" y="6"/>
                    <a:pt x="14" y="8"/>
                  </a:cubicBezTo>
                  <a:cubicBezTo>
                    <a:pt x="14" y="11"/>
                    <a:pt x="11" y="13"/>
                    <a:pt x="9" y="13"/>
                  </a:cubicBezTo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2" y="17"/>
                    <a:pt x="15" y="15"/>
                    <a:pt x="16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76"/>
                    <a:pt x="81" y="76"/>
                    <a:pt x="81" y="76"/>
                  </a:cubicBezTo>
                  <a:cubicBezTo>
                    <a:pt x="81" y="76"/>
                    <a:pt x="81" y="76"/>
                    <a:pt x="81" y="76"/>
                  </a:cubicBezTo>
                  <a:cubicBezTo>
                    <a:pt x="78" y="77"/>
                    <a:pt x="76" y="80"/>
                    <a:pt x="76" y="84"/>
                  </a:cubicBezTo>
                  <a:cubicBezTo>
                    <a:pt x="76" y="89"/>
                    <a:pt x="80" y="93"/>
                    <a:pt x="85" y="93"/>
                  </a:cubicBezTo>
                  <a:cubicBezTo>
                    <a:pt x="89" y="93"/>
                    <a:pt x="93" y="89"/>
                    <a:pt x="93" y="84"/>
                  </a:cubicBezTo>
                  <a:cubicBezTo>
                    <a:pt x="93" y="80"/>
                    <a:pt x="91" y="77"/>
                    <a:pt x="88" y="76"/>
                  </a:cubicBezTo>
                  <a:cubicBezTo>
                    <a:pt x="88" y="76"/>
                    <a:pt x="88" y="76"/>
                    <a:pt x="88" y="7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xmlns="" id="{5DF960CE-4DE2-43C1-BF01-383D71E03EA7}"/>
                </a:ext>
              </a:extLst>
            </p:cNvPr>
            <p:cNvGrpSpPr/>
            <p:nvPr/>
          </p:nvGrpSpPr>
          <p:grpSpPr>
            <a:xfrm>
              <a:off x="6109206" y="-1"/>
              <a:ext cx="192143" cy="190731"/>
              <a:chOff x="6016625" y="0"/>
              <a:chExt cx="215900" cy="214313"/>
            </a:xfrm>
          </p:grpSpPr>
          <p:sp>
            <p:nvSpPr>
              <p:cNvPr id="71" name="Freeform 715">
                <a:extLst>
                  <a:ext uri="{FF2B5EF4-FFF2-40B4-BE49-F238E27FC236}">
                    <a16:creationId xmlns:a16="http://schemas.microsoft.com/office/drawing/2014/main" xmlns="" id="{C7340C74-4B6D-4399-9C90-5408A4CFB2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16625" y="141288"/>
                <a:ext cx="71438" cy="73025"/>
              </a:xfrm>
              <a:custGeom>
                <a:avLst/>
                <a:gdLst>
                  <a:gd name="T0" fmla="*/ 10 w 19"/>
                  <a:gd name="T1" fmla="*/ 15 h 19"/>
                  <a:gd name="T2" fmla="*/ 5 w 19"/>
                  <a:gd name="T3" fmla="*/ 9 h 19"/>
                  <a:gd name="T4" fmla="*/ 10 w 19"/>
                  <a:gd name="T5" fmla="*/ 4 h 19"/>
                  <a:gd name="T6" fmla="*/ 15 w 19"/>
                  <a:gd name="T7" fmla="*/ 9 h 19"/>
                  <a:gd name="T8" fmla="*/ 10 w 19"/>
                  <a:gd name="T9" fmla="*/ 15 h 19"/>
                  <a:gd name="T10" fmla="*/ 10 w 19"/>
                  <a:gd name="T11" fmla="*/ 0 h 19"/>
                  <a:gd name="T12" fmla="*/ 0 w 19"/>
                  <a:gd name="T13" fmla="*/ 9 h 19"/>
                  <a:gd name="T14" fmla="*/ 10 w 19"/>
                  <a:gd name="T15" fmla="*/ 19 h 19"/>
                  <a:gd name="T16" fmla="*/ 19 w 19"/>
                  <a:gd name="T17" fmla="*/ 9 h 19"/>
                  <a:gd name="T18" fmla="*/ 17 w 19"/>
                  <a:gd name="T19" fmla="*/ 3 h 19"/>
                  <a:gd name="T20" fmla="*/ 16 w 19"/>
                  <a:gd name="T21" fmla="*/ 5 h 19"/>
                  <a:gd name="T22" fmla="*/ 11 w 19"/>
                  <a:gd name="T23" fmla="*/ 0 h 19"/>
                  <a:gd name="T24" fmla="*/ 11 w 19"/>
                  <a:gd name="T25" fmla="*/ 0 h 19"/>
                  <a:gd name="T26" fmla="*/ 10 w 19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9">
                    <a:moveTo>
                      <a:pt x="10" y="15"/>
                    </a:moveTo>
                    <a:cubicBezTo>
                      <a:pt x="7" y="15"/>
                      <a:pt x="5" y="12"/>
                      <a:pt x="5" y="9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3" y="4"/>
                      <a:pt x="15" y="6"/>
                      <a:pt x="15" y="9"/>
                    </a:cubicBezTo>
                    <a:cubicBezTo>
                      <a:pt x="15" y="12"/>
                      <a:pt x="13" y="15"/>
                      <a:pt x="10" y="15"/>
                    </a:cubicBezTo>
                    <a:moveTo>
                      <a:pt x="10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9"/>
                    </a:cubicBezTo>
                    <a:cubicBezTo>
                      <a:pt x="19" y="7"/>
                      <a:pt x="19" y="5"/>
                      <a:pt x="17" y="3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</a:path>
                </a:pathLst>
              </a:custGeom>
              <a:solidFill>
                <a:srgbClr val="52D3DA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3" name="Freeform 717">
                <a:extLst>
                  <a:ext uri="{FF2B5EF4-FFF2-40B4-BE49-F238E27FC236}">
                    <a16:creationId xmlns:a16="http://schemas.microsoft.com/office/drawing/2014/main" xmlns="" id="{E1334F03-261C-4F7F-85EC-0C8F76E46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7900" y="0"/>
                <a:ext cx="174625" cy="160338"/>
              </a:xfrm>
              <a:custGeom>
                <a:avLst/>
                <a:gdLst>
                  <a:gd name="T0" fmla="*/ 110 w 110"/>
                  <a:gd name="T1" fmla="*/ 0 h 101"/>
                  <a:gd name="T2" fmla="*/ 88 w 110"/>
                  <a:gd name="T3" fmla="*/ 0 h 101"/>
                  <a:gd name="T4" fmla="*/ 0 w 110"/>
                  <a:gd name="T5" fmla="*/ 89 h 101"/>
                  <a:gd name="T6" fmla="*/ 0 w 110"/>
                  <a:gd name="T7" fmla="*/ 89 h 101"/>
                  <a:gd name="T8" fmla="*/ 12 w 110"/>
                  <a:gd name="T9" fmla="*/ 101 h 101"/>
                  <a:gd name="T10" fmla="*/ 15 w 110"/>
                  <a:gd name="T11" fmla="*/ 96 h 101"/>
                  <a:gd name="T12" fmla="*/ 110 w 110"/>
                  <a:gd name="T1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101">
                    <a:moveTo>
                      <a:pt x="110" y="0"/>
                    </a:moveTo>
                    <a:lnTo>
                      <a:pt x="88" y="0"/>
                    </a:lnTo>
                    <a:lnTo>
                      <a:pt x="0" y="89"/>
                    </a:lnTo>
                    <a:lnTo>
                      <a:pt x="0" y="89"/>
                    </a:lnTo>
                    <a:lnTo>
                      <a:pt x="12" y="101"/>
                    </a:lnTo>
                    <a:lnTo>
                      <a:pt x="15" y="96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52D3DA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xmlns="" id="{12743A3C-7DD5-4890-91B2-E3A215602E3A}"/>
                </a:ext>
              </a:extLst>
            </p:cNvPr>
            <p:cNvGrpSpPr/>
            <p:nvPr/>
          </p:nvGrpSpPr>
          <p:grpSpPr>
            <a:xfrm>
              <a:off x="6031501" y="-1"/>
              <a:ext cx="202034" cy="190731"/>
              <a:chOff x="5929312" y="0"/>
              <a:chExt cx="227013" cy="214313"/>
            </a:xfrm>
            <a:solidFill>
              <a:schemeClr val="accent1">
                <a:alpha val="30000"/>
              </a:schemeClr>
            </a:solidFill>
          </p:grpSpPr>
          <p:sp>
            <p:nvSpPr>
              <p:cNvPr id="72" name="Freeform 716">
                <a:extLst>
                  <a:ext uri="{FF2B5EF4-FFF2-40B4-BE49-F238E27FC236}">
                    <a16:creationId xmlns:a16="http://schemas.microsoft.com/office/drawing/2014/main" xmlns="" id="{975F4AEC-853B-4ACC-B733-C4526B7654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9312" y="141288"/>
                <a:ext cx="73025" cy="73025"/>
              </a:xfrm>
              <a:custGeom>
                <a:avLst/>
                <a:gdLst>
                  <a:gd name="T0" fmla="*/ 10 w 19"/>
                  <a:gd name="T1" fmla="*/ 15 h 19"/>
                  <a:gd name="T2" fmla="*/ 5 w 19"/>
                  <a:gd name="T3" fmla="*/ 9 h 19"/>
                  <a:gd name="T4" fmla="*/ 10 w 19"/>
                  <a:gd name="T5" fmla="*/ 4 h 19"/>
                  <a:gd name="T6" fmla="*/ 15 w 19"/>
                  <a:gd name="T7" fmla="*/ 9 h 19"/>
                  <a:gd name="T8" fmla="*/ 10 w 19"/>
                  <a:gd name="T9" fmla="*/ 15 h 19"/>
                  <a:gd name="T10" fmla="*/ 10 w 19"/>
                  <a:gd name="T11" fmla="*/ 0 h 19"/>
                  <a:gd name="T12" fmla="*/ 0 w 19"/>
                  <a:gd name="T13" fmla="*/ 9 h 19"/>
                  <a:gd name="T14" fmla="*/ 10 w 19"/>
                  <a:gd name="T15" fmla="*/ 19 h 19"/>
                  <a:gd name="T16" fmla="*/ 19 w 19"/>
                  <a:gd name="T17" fmla="*/ 9 h 19"/>
                  <a:gd name="T18" fmla="*/ 18 w 19"/>
                  <a:gd name="T19" fmla="*/ 5 h 19"/>
                  <a:gd name="T20" fmla="*/ 18 w 19"/>
                  <a:gd name="T21" fmla="*/ 5 h 19"/>
                  <a:gd name="T22" fmla="*/ 13 w 19"/>
                  <a:gd name="T23" fmla="*/ 1 h 19"/>
                  <a:gd name="T24" fmla="*/ 14 w 19"/>
                  <a:gd name="T25" fmla="*/ 0 h 19"/>
                  <a:gd name="T26" fmla="*/ 10 w 19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9">
                    <a:moveTo>
                      <a:pt x="10" y="15"/>
                    </a:moveTo>
                    <a:cubicBezTo>
                      <a:pt x="7" y="15"/>
                      <a:pt x="5" y="12"/>
                      <a:pt x="5" y="9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3" y="4"/>
                      <a:pt x="15" y="6"/>
                      <a:pt x="15" y="9"/>
                    </a:cubicBezTo>
                    <a:cubicBezTo>
                      <a:pt x="15" y="12"/>
                      <a:pt x="13" y="15"/>
                      <a:pt x="10" y="15"/>
                    </a:cubicBezTo>
                    <a:moveTo>
                      <a:pt x="10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9"/>
                    </a:cubicBezTo>
                    <a:cubicBezTo>
                      <a:pt x="19" y="8"/>
                      <a:pt x="19" y="6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0"/>
                      <a:pt x="11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75" name="Freeform 719">
                <a:extLst>
                  <a:ext uri="{FF2B5EF4-FFF2-40B4-BE49-F238E27FC236}">
                    <a16:creationId xmlns:a16="http://schemas.microsoft.com/office/drawing/2014/main" xmlns="" id="{B0016CA9-2F9B-419E-8C93-B3ED86C6B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8525" y="0"/>
                <a:ext cx="177800" cy="160338"/>
              </a:xfrm>
              <a:custGeom>
                <a:avLst/>
                <a:gdLst>
                  <a:gd name="T0" fmla="*/ 112 w 112"/>
                  <a:gd name="T1" fmla="*/ 0 h 101"/>
                  <a:gd name="T2" fmla="*/ 91 w 112"/>
                  <a:gd name="T3" fmla="*/ 0 h 101"/>
                  <a:gd name="T4" fmla="*/ 3 w 112"/>
                  <a:gd name="T5" fmla="*/ 89 h 101"/>
                  <a:gd name="T6" fmla="*/ 0 w 112"/>
                  <a:gd name="T7" fmla="*/ 92 h 101"/>
                  <a:gd name="T8" fmla="*/ 12 w 112"/>
                  <a:gd name="T9" fmla="*/ 101 h 101"/>
                  <a:gd name="T10" fmla="*/ 12 w 112"/>
                  <a:gd name="T11" fmla="*/ 101 h 101"/>
                  <a:gd name="T12" fmla="*/ 112 w 112"/>
                  <a:gd name="T1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101">
                    <a:moveTo>
                      <a:pt x="112" y="0"/>
                    </a:moveTo>
                    <a:lnTo>
                      <a:pt x="91" y="0"/>
                    </a:lnTo>
                    <a:lnTo>
                      <a:pt x="3" y="89"/>
                    </a:lnTo>
                    <a:lnTo>
                      <a:pt x="0" y="92"/>
                    </a:lnTo>
                    <a:lnTo>
                      <a:pt x="12" y="101"/>
                    </a:lnTo>
                    <a:lnTo>
                      <a:pt x="12" y="101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79" name="Line 723">
              <a:extLst>
                <a:ext uri="{FF2B5EF4-FFF2-40B4-BE49-F238E27FC236}">
                  <a16:creationId xmlns:a16="http://schemas.microsoft.com/office/drawing/2014/main" xmlns="" id="{A36D49A3-CCA7-434F-8C06-A850FA5FE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Line 724">
              <a:extLst>
                <a:ext uri="{FF2B5EF4-FFF2-40B4-BE49-F238E27FC236}">
                  <a16:creationId xmlns:a16="http://schemas.microsoft.com/office/drawing/2014/main" xmlns="" id="{B3179409-C26E-4616-B116-DAAAA7157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Line 725">
              <a:extLst>
                <a:ext uri="{FF2B5EF4-FFF2-40B4-BE49-F238E27FC236}">
                  <a16:creationId xmlns:a16="http://schemas.microsoft.com/office/drawing/2014/main" xmlns="" id="{7DD75461-FE5B-4E88-B41A-B87DDF414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Line 726">
              <a:extLst>
                <a:ext uri="{FF2B5EF4-FFF2-40B4-BE49-F238E27FC236}">
                  <a16:creationId xmlns:a16="http://schemas.microsoft.com/office/drawing/2014/main" xmlns="" id="{DB986E58-41B0-48F7-890D-FD5F1F67B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Line 728">
              <a:extLst>
                <a:ext uri="{FF2B5EF4-FFF2-40B4-BE49-F238E27FC236}">
                  <a16:creationId xmlns:a16="http://schemas.microsoft.com/office/drawing/2014/main" xmlns="" id="{F6D7F396-7BD4-4743-A9D7-1079024EF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Line 729">
              <a:extLst>
                <a:ext uri="{FF2B5EF4-FFF2-40B4-BE49-F238E27FC236}">
                  <a16:creationId xmlns:a16="http://schemas.microsoft.com/office/drawing/2014/main" xmlns="" id="{CD8CDB56-C1EB-4D7C-B976-9C21645A4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Line 730">
              <a:extLst>
                <a:ext uri="{FF2B5EF4-FFF2-40B4-BE49-F238E27FC236}">
                  <a16:creationId xmlns:a16="http://schemas.microsoft.com/office/drawing/2014/main" xmlns="" id="{527E9E72-C6D1-414E-BB8A-EA9EA89E9F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Line 731">
              <a:extLst>
                <a:ext uri="{FF2B5EF4-FFF2-40B4-BE49-F238E27FC236}">
                  <a16:creationId xmlns:a16="http://schemas.microsoft.com/office/drawing/2014/main" xmlns="" id="{97A76571-58E5-4BDB-A14B-6F802EC56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Freeform 732">
              <a:extLst>
                <a:ext uri="{FF2B5EF4-FFF2-40B4-BE49-F238E27FC236}">
                  <a16:creationId xmlns:a16="http://schemas.microsoft.com/office/drawing/2014/main" xmlns="" id="{451E29D3-BEB4-4E8D-B8DF-CD98E9663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506" y="-1"/>
              <a:ext cx="1134494" cy="716299"/>
            </a:xfrm>
            <a:custGeom>
              <a:avLst/>
              <a:gdLst>
                <a:gd name="T0" fmla="*/ 12 w 803"/>
                <a:gd name="T1" fmla="*/ 0 h 507"/>
                <a:gd name="T2" fmla="*/ 0 w 803"/>
                <a:gd name="T3" fmla="*/ 0 h 507"/>
                <a:gd name="T4" fmla="*/ 401 w 803"/>
                <a:gd name="T5" fmla="*/ 406 h 507"/>
                <a:gd name="T6" fmla="*/ 501 w 803"/>
                <a:gd name="T7" fmla="*/ 507 h 507"/>
                <a:gd name="T8" fmla="*/ 803 w 803"/>
                <a:gd name="T9" fmla="*/ 507 h 507"/>
                <a:gd name="T10" fmla="*/ 803 w 803"/>
                <a:gd name="T11" fmla="*/ 500 h 507"/>
                <a:gd name="T12" fmla="*/ 506 w 803"/>
                <a:gd name="T13" fmla="*/ 500 h 507"/>
                <a:gd name="T14" fmla="*/ 406 w 803"/>
                <a:gd name="T15" fmla="*/ 399 h 507"/>
                <a:gd name="T16" fmla="*/ 12 w 803"/>
                <a:gd name="T17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3" h="507">
                  <a:moveTo>
                    <a:pt x="12" y="0"/>
                  </a:moveTo>
                  <a:lnTo>
                    <a:pt x="0" y="0"/>
                  </a:lnTo>
                  <a:lnTo>
                    <a:pt x="401" y="406"/>
                  </a:lnTo>
                  <a:lnTo>
                    <a:pt x="501" y="507"/>
                  </a:lnTo>
                  <a:lnTo>
                    <a:pt x="803" y="507"/>
                  </a:lnTo>
                  <a:lnTo>
                    <a:pt x="803" y="500"/>
                  </a:lnTo>
                  <a:lnTo>
                    <a:pt x="506" y="500"/>
                  </a:lnTo>
                  <a:lnTo>
                    <a:pt x="406" y="39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xmlns="" id="{042A6D07-A574-46CE-B1EA-70E8259F2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1893" y="-1"/>
              <a:ext cx="647070" cy="644245"/>
            </a:xfrm>
            <a:custGeom>
              <a:avLst/>
              <a:gdLst>
                <a:gd name="connsiteX0" fmla="*/ 696912 w 727074"/>
                <a:gd name="connsiteY0" fmla="*/ 678180 h 723900"/>
                <a:gd name="connsiteX1" fmla="*/ 681830 w 727074"/>
                <a:gd name="connsiteY1" fmla="*/ 693420 h 723900"/>
                <a:gd name="connsiteX2" fmla="*/ 696912 w 727074"/>
                <a:gd name="connsiteY2" fmla="*/ 712470 h 723900"/>
                <a:gd name="connsiteX3" fmla="*/ 715763 w 727074"/>
                <a:gd name="connsiteY3" fmla="*/ 693420 h 723900"/>
                <a:gd name="connsiteX4" fmla="*/ 696912 w 727074"/>
                <a:gd name="connsiteY4" fmla="*/ 678180 h 723900"/>
                <a:gd name="connsiteX5" fmla="*/ 0 w 727074"/>
                <a:gd name="connsiteY5" fmla="*/ 0 h 723900"/>
                <a:gd name="connsiteX6" fmla="*/ 18884 w 727074"/>
                <a:gd name="connsiteY6" fmla="*/ 0 h 723900"/>
                <a:gd name="connsiteX7" fmla="*/ 569714 w 727074"/>
                <a:gd name="connsiteY7" fmla="*/ 556950 h 723900"/>
                <a:gd name="connsiteX8" fmla="*/ 682027 w 727074"/>
                <a:gd name="connsiteY8" fmla="*/ 670510 h 723900"/>
                <a:gd name="connsiteX9" fmla="*/ 696912 w 727074"/>
                <a:gd name="connsiteY9" fmla="*/ 666750 h 723900"/>
                <a:gd name="connsiteX10" fmla="*/ 727074 w 727074"/>
                <a:gd name="connsiteY10" fmla="*/ 693420 h 723900"/>
                <a:gd name="connsiteX11" fmla="*/ 696912 w 727074"/>
                <a:gd name="connsiteY11" fmla="*/ 723900 h 723900"/>
                <a:gd name="connsiteX12" fmla="*/ 666749 w 727074"/>
                <a:gd name="connsiteY12" fmla="*/ 693420 h 723900"/>
                <a:gd name="connsiteX13" fmla="*/ 674290 w 727074"/>
                <a:gd name="connsiteY13" fmla="*/ 681990 h 723900"/>
                <a:gd name="connsiteX14" fmla="*/ 674393 w 727074"/>
                <a:gd name="connsiteY14" fmla="*/ 681886 h 723900"/>
                <a:gd name="connsiteX15" fmla="*/ 669212 w 727074"/>
                <a:gd name="connsiteY15" fmla="*/ 676648 h 723900"/>
                <a:gd name="connsiteX16" fmla="*/ 0 w 727074"/>
                <a:gd name="connsiteY16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7074" h="723900">
                  <a:moveTo>
                    <a:pt x="696912" y="678180"/>
                  </a:moveTo>
                  <a:cubicBezTo>
                    <a:pt x="689371" y="678180"/>
                    <a:pt x="681830" y="685800"/>
                    <a:pt x="681830" y="693420"/>
                  </a:cubicBezTo>
                  <a:cubicBezTo>
                    <a:pt x="681830" y="704850"/>
                    <a:pt x="689371" y="712470"/>
                    <a:pt x="696912" y="712470"/>
                  </a:cubicBezTo>
                  <a:cubicBezTo>
                    <a:pt x="708223" y="712470"/>
                    <a:pt x="715763" y="704850"/>
                    <a:pt x="715763" y="693420"/>
                  </a:cubicBezTo>
                  <a:cubicBezTo>
                    <a:pt x="715763" y="685800"/>
                    <a:pt x="708223" y="678180"/>
                    <a:pt x="696912" y="67818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18884" y="0"/>
                  </a:cubicBezTo>
                  <a:cubicBezTo>
                    <a:pt x="18884" y="0"/>
                    <a:pt x="18884" y="0"/>
                    <a:pt x="569714" y="556950"/>
                  </a:cubicBezTo>
                  <a:lnTo>
                    <a:pt x="682027" y="670510"/>
                  </a:lnTo>
                  <a:lnTo>
                    <a:pt x="696912" y="666750"/>
                  </a:lnTo>
                  <a:cubicBezTo>
                    <a:pt x="711993" y="666750"/>
                    <a:pt x="727074" y="678180"/>
                    <a:pt x="727074" y="693420"/>
                  </a:cubicBezTo>
                  <a:cubicBezTo>
                    <a:pt x="727074" y="712470"/>
                    <a:pt x="711993" y="723900"/>
                    <a:pt x="696912" y="723900"/>
                  </a:cubicBezTo>
                  <a:cubicBezTo>
                    <a:pt x="681830" y="723900"/>
                    <a:pt x="666749" y="712470"/>
                    <a:pt x="666749" y="693420"/>
                  </a:cubicBezTo>
                  <a:cubicBezTo>
                    <a:pt x="666749" y="689610"/>
                    <a:pt x="670520" y="685800"/>
                    <a:pt x="674290" y="681990"/>
                  </a:cubicBezTo>
                  <a:lnTo>
                    <a:pt x="674393" y="681886"/>
                  </a:lnTo>
                  <a:lnTo>
                    <a:pt x="669212" y="676648"/>
                  </a:lnTo>
                  <a:cubicBezTo>
                    <a:pt x="637345" y="644426"/>
                    <a:pt x="509876" y="515541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xmlns="" id="{45E3C044-F775-48A0-9E32-673AE865C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490" y="231701"/>
              <a:ext cx="761510" cy="399828"/>
            </a:xfrm>
            <a:custGeom>
              <a:avLst/>
              <a:gdLst>
                <a:gd name="connsiteX0" fmla="*/ 44451 w 855663"/>
                <a:gd name="connsiteY0" fmla="*/ 41473 h 449263"/>
                <a:gd name="connsiteX1" fmla="*/ 33338 w 855663"/>
                <a:gd name="connsiteY1" fmla="*/ 49014 h 449263"/>
                <a:gd name="connsiteX2" fmla="*/ 33454 w 855663"/>
                <a:gd name="connsiteY2" fmla="*/ 49132 h 449263"/>
                <a:gd name="connsiteX3" fmla="*/ 34767 w 855663"/>
                <a:gd name="connsiteY3" fmla="*/ 48220 h 449263"/>
                <a:gd name="connsiteX4" fmla="*/ 44464 w 855663"/>
                <a:gd name="connsiteY4" fmla="*/ 41487 h 449263"/>
                <a:gd name="connsiteX5" fmla="*/ 25929 w 855663"/>
                <a:gd name="connsiteY5" fmla="*/ 15081 h 449263"/>
                <a:gd name="connsiteX6" fmla="*/ 11112 w 855663"/>
                <a:gd name="connsiteY6" fmla="*/ 30162 h 449263"/>
                <a:gd name="connsiteX7" fmla="*/ 25929 w 855663"/>
                <a:gd name="connsiteY7" fmla="*/ 49014 h 449263"/>
                <a:gd name="connsiteX8" fmla="*/ 44451 w 855663"/>
                <a:gd name="connsiteY8" fmla="*/ 30162 h 449263"/>
                <a:gd name="connsiteX9" fmla="*/ 25929 w 855663"/>
                <a:gd name="connsiteY9" fmla="*/ 15081 h 449263"/>
                <a:gd name="connsiteX10" fmla="*/ 25929 w 855663"/>
                <a:gd name="connsiteY10" fmla="*/ 0 h 449263"/>
                <a:gd name="connsiteX11" fmla="*/ 55563 w 855663"/>
                <a:gd name="connsiteY11" fmla="*/ 30162 h 449263"/>
                <a:gd name="connsiteX12" fmla="*/ 51917 w 855663"/>
                <a:gd name="connsiteY12" fmla="*/ 48721 h 449263"/>
                <a:gd name="connsiteX13" fmla="*/ 52388 w 855663"/>
                <a:gd name="connsiteY13" fmla="*/ 49213 h 449263"/>
                <a:gd name="connsiteX14" fmla="*/ 45940 w 855663"/>
                <a:gd name="connsiteY14" fmla="*/ 53690 h 449263"/>
                <a:gd name="connsiteX15" fmla="*/ 52586 w 855663"/>
                <a:gd name="connsiteY15" fmla="*/ 49213 h 449263"/>
                <a:gd name="connsiteX16" fmla="*/ 433388 w 855663"/>
                <a:gd name="connsiteY16" fmla="*/ 437833 h 449263"/>
                <a:gd name="connsiteX17" fmla="*/ 855663 w 855663"/>
                <a:gd name="connsiteY17" fmla="*/ 437833 h 449263"/>
                <a:gd name="connsiteX18" fmla="*/ 855663 w 855663"/>
                <a:gd name="connsiteY18" fmla="*/ 449263 h 449263"/>
                <a:gd name="connsiteX19" fmla="*/ 429618 w 855663"/>
                <a:gd name="connsiteY19" fmla="*/ 449263 h 449263"/>
                <a:gd name="connsiteX20" fmla="*/ 109633 w 855663"/>
                <a:gd name="connsiteY20" fmla="*/ 125911 h 449263"/>
                <a:gd name="connsiteX21" fmla="*/ 41332 w 855663"/>
                <a:gd name="connsiteY21" fmla="*/ 56890 h 449263"/>
                <a:gd name="connsiteX22" fmla="*/ 40958 w 855663"/>
                <a:gd name="connsiteY22" fmla="*/ 57150 h 449263"/>
                <a:gd name="connsiteX23" fmla="*/ 40457 w 855663"/>
                <a:gd name="connsiteY23" fmla="*/ 56628 h 449263"/>
                <a:gd name="connsiteX24" fmla="*/ 25929 w 855663"/>
                <a:gd name="connsiteY24" fmla="*/ 60325 h 449263"/>
                <a:gd name="connsiteX25" fmla="*/ 0 w 855663"/>
                <a:gd name="connsiteY25" fmla="*/ 30162 h 449263"/>
                <a:gd name="connsiteX26" fmla="*/ 25929 w 855663"/>
                <a:gd name="connsiteY26" fmla="*/ 0 h 44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55663" h="449263">
                  <a:moveTo>
                    <a:pt x="44451" y="41473"/>
                  </a:moveTo>
                  <a:cubicBezTo>
                    <a:pt x="44451" y="41473"/>
                    <a:pt x="44451" y="41473"/>
                    <a:pt x="33338" y="49014"/>
                  </a:cubicBezTo>
                  <a:lnTo>
                    <a:pt x="33454" y="49132"/>
                  </a:lnTo>
                  <a:lnTo>
                    <a:pt x="34767" y="48220"/>
                  </a:lnTo>
                  <a:lnTo>
                    <a:pt x="44464" y="41487"/>
                  </a:lnTo>
                  <a:close/>
                  <a:moveTo>
                    <a:pt x="25929" y="15081"/>
                  </a:moveTo>
                  <a:cubicBezTo>
                    <a:pt x="18521" y="15081"/>
                    <a:pt x="11112" y="22622"/>
                    <a:pt x="11112" y="30162"/>
                  </a:cubicBezTo>
                  <a:cubicBezTo>
                    <a:pt x="11112" y="41473"/>
                    <a:pt x="18521" y="49014"/>
                    <a:pt x="25929" y="49014"/>
                  </a:cubicBezTo>
                  <a:cubicBezTo>
                    <a:pt x="37042" y="49014"/>
                    <a:pt x="44451" y="41473"/>
                    <a:pt x="44451" y="30162"/>
                  </a:cubicBezTo>
                  <a:cubicBezTo>
                    <a:pt x="44451" y="22622"/>
                    <a:pt x="37042" y="15081"/>
                    <a:pt x="25929" y="15081"/>
                  </a:cubicBezTo>
                  <a:close/>
                  <a:moveTo>
                    <a:pt x="25929" y="0"/>
                  </a:moveTo>
                  <a:cubicBezTo>
                    <a:pt x="44451" y="0"/>
                    <a:pt x="55563" y="15081"/>
                    <a:pt x="55563" y="30162"/>
                  </a:cubicBezTo>
                  <a:lnTo>
                    <a:pt x="51917" y="48721"/>
                  </a:lnTo>
                  <a:lnTo>
                    <a:pt x="52388" y="49213"/>
                  </a:lnTo>
                  <a:lnTo>
                    <a:pt x="45940" y="53690"/>
                  </a:lnTo>
                  <a:lnTo>
                    <a:pt x="52586" y="49213"/>
                  </a:lnTo>
                  <a:cubicBezTo>
                    <a:pt x="52586" y="49213"/>
                    <a:pt x="52586" y="49213"/>
                    <a:pt x="433388" y="437833"/>
                  </a:cubicBezTo>
                  <a:cubicBezTo>
                    <a:pt x="433388" y="437833"/>
                    <a:pt x="433388" y="437833"/>
                    <a:pt x="855663" y="437833"/>
                  </a:cubicBezTo>
                  <a:cubicBezTo>
                    <a:pt x="855663" y="437833"/>
                    <a:pt x="855663" y="437833"/>
                    <a:pt x="855663" y="449263"/>
                  </a:cubicBezTo>
                  <a:cubicBezTo>
                    <a:pt x="855663" y="449263"/>
                    <a:pt x="855663" y="449263"/>
                    <a:pt x="429618" y="449263"/>
                  </a:cubicBezTo>
                  <a:cubicBezTo>
                    <a:pt x="429618" y="449263"/>
                    <a:pt x="429618" y="449263"/>
                    <a:pt x="109633" y="125911"/>
                  </a:cubicBezTo>
                  <a:lnTo>
                    <a:pt x="41332" y="56890"/>
                  </a:lnTo>
                  <a:lnTo>
                    <a:pt x="40958" y="57150"/>
                  </a:lnTo>
                  <a:lnTo>
                    <a:pt x="40457" y="56628"/>
                  </a:lnTo>
                  <a:lnTo>
                    <a:pt x="25929" y="60325"/>
                  </a:lnTo>
                  <a:cubicBezTo>
                    <a:pt x="11112" y="60325"/>
                    <a:pt x="0" y="45244"/>
                    <a:pt x="0" y="30162"/>
                  </a:cubicBezTo>
                  <a:cubicBezTo>
                    <a:pt x="0" y="15081"/>
                    <a:pt x="11112" y="0"/>
                    <a:pt x="259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xmlns="" id="{5D635223-266D-487E-86C9-3BAA47128354}"/>
                </a:ext>
              </a:extLst>
            </p:cNvPr>
            <p:cNvGrpSpPr/>
            <p:nvPr/>
          </p:nvGrpSpPr>
          <p:grpSpPr>
            <a:xfrm>
              <a:off x="4930915" y="-1"/>
              <a:ext cx="207685" cy="340489"/>
              <a:chOff x="4692650" y="0"/>
              <a:chExt cx="233363" cy="382588"/>
            </a:xfrm>
            <a:solidFill>
              <a:schemeClr val="accent1">
                <a:alpha val="30000"/>
              </a:schemeClr>
            </a:solidFill>
          </p:grpSpPr>
          <p:sp>
            <p:nvSpPr>
              <p:cNvPr id="90" name="Freeform 734">
                <a:extLst>
                  <a:ext uri="{FF2B5EF4-FFF2-40B4-BE49-F238E27FC236}">
                    <a16:creationId xmlns:a16="http://schemas.microsoft.com/office/drawing/2014/main" xmlns="" id="{2E69E123-09E0-4E43-812B-D89944338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4250" y="0"/>
                <a:ext cx="14288" cy="336550"/>
              </a:xfrm>
              <a:custGeom>
                <a:avLst/>
                <a:gdLst>
                  <a:gd name="T0" fmla="*/ 4 w 4"/>
                  <a:gd name="T1" fmla="*/ 0 h 88"/>
                  <a:gd name="T2" fmla="*/ 0 w 4"/>
                  <a:gd name="T3" fmla="*/ 0 h 88"/>
                  <a:gd name="T4" fmla="*/ 0 w 4"/>
                  <a:gd name="T5" fmla="*/ 88 h 88"/>
                  <a:gd name="T6" fmla="*/ 2 w 4"/>
                  <a:gd name="T7" fmla="*/ 88 h 88"/>
                  <a:gd name="T8" fmla="*/ 4 w 4"/>
                  <a:gd name="T9" fmla="*/ 88 h 88"/>
                  <a:gd name="T10" fmla="*/ 4 w 4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88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1" y="88"/>
                      <a:pt x="1" y="88"/>
                      <a:pt x="2" y="88"/>
                    </a:cubicBezTo>
                    <a:cubicBezTo>
                      <a:pt x="2" y="88"/>
                      <a:pt x="3" y="88"/>
                      <a:pt x="4" y="8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2" name="Freeform 736">
                <a:extLst>
                  <a:ext uri="{FF2B5EF4-FFF2-40B4-BE49-F238E27FC236}">
                    <a16:creationId xmlns:a16="http://schemas.microsoft.com/office/drawing/2014/main" xmlns="" id="{7C9D953F-4E2B-4403-A268-B3CB6D35C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025" y="0"/>
                <a:ext cx="11113" cy="336550"/>
              </a:xfrm>
              <a:custGeom>
                <a:avLst/>
                <a:gdLst>
                  <a:gd name="T0" fmla="*/ 3 w 3"/>
                  <a:gd name="T1" fmla="*/ 0 h 88"/>
                  <a:gd name="T2" fmla="*/ 0 w 3"/>
                  <a:gd name="T3" fmla="*/ 0 h 88"/>
                  <a:gd name="T4" fmla="*/ 0 w 3"/>
                  <a:gd name="T5" fmla="*/ 88 h 88"/>
                  <a:gd name="T6" fmla="*/ 1 w 3"/>
                  <a:gd name="T7" fmla="*/ 88 h 88"/>
                  <a:gd name="T8" fmla="*/ 3 w 3"/>
                  <a:gd name="T9" fmla="*/ 88 h 88"/>
                  <a:gd name="T10" fmla="*/ 3 w 3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88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1" y="88"/>
                      <a:pt x="1" y="88"/>
                    </a:cubicBezTo>
                    <a:cubicBezTo>
                      <a:pt x="2" y="88"/>
                      <a:pt x="2" y="88"/>
                      <a:pt x="3" y="88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3" name="Freeform 737">
                <a:extLst>
                  <a:ext uri="{FF2B5EF4-FFF2-40B4-BE49-F238E27FC236}">
                    <a16:creationId xmlns:a16="http://schemas.microsoft.com/office/drawing/2014/main" xmlns="" id="{BCABA22E-85E7-4CFC-951C-6C476512A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6937" y="146050"/>
                <a:ext cx="15875" cy="190500"/>
              </a:xfrm>
              <a:custGeom>
                <a:avLst/>
                <a:gdLst>
                  <a:gd name="T0" fmla="*/ 0 w 4"/>
                  <a:gd name="T1" fmla="*/ 0 h 50"/>
                  <a:gd name="T2" fmla="*/ 0 w 4"/>
                  <a:gd name="T3" fmla="*/ 50 h 50"/>
                  <a:gd name="T4" fmla="*/ 3 w 4"/>
                  <a:gd name="T5" fmla="*/ 50 h 50"/>
                  <a:gd name="T6" fmla="*/ 4 w 4"/>
                  <a:gd name="T7" fmla="*/ 50 h 50"/>
                  <a:gd name="T8" fmla="*/ 4 w 4"/>
                  <a:gd name="T9" fmla="*/ 0 h 50"/>
                  <a:gd name="T10" fmla="*/ 3 w 4"/>
                  <a:gd name="T11" fmla="*/ 0 h 50"/>
                  <a:gd name="T12" fmla="*/ 0 w 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0">
                    <a:moveTo>
                      <a:pt x="0" y="0"/>
                    </a:moveTo>
                    <a:cubicBezTo>
                      <a:pt x="0" y="50"/>
                      <a:pt x="0" y="50"/>
                      <a:pt x="0" y="50"/>
                    </a:cubicBezTo>
                    <a:cubicBezTo>
                      <a:pt x="1" y="50"/>
                      <a:pt x="2" y="50"/>
                      <a:pt x="3" y="50"/>
                    </a:cubicBezTo>
                    <a:cubicBezTo>
                      <a:pt x="3" y="50"/>
                      <a:pt x="3" y="50"/>
                      <a:pt x="4" y="5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4" name="Freeform 738">
                <a:extLst>
                  <a:ext uri="{FF2B5EF4-FFF2-40B4-BE49-F238E27FC236}">
                    <a16:creationId xmlns:a16="http://schemas.microsoft.com/office/drawing/2014/main" xmlns="" id="{F0F713D7-1A36-40F2-932A-5424D73BE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825" y="100013"/>
                <a:ext cx="44450" cy="33338"/>
              </a:xfrm>
              <a:custGeom>
                <a:avLst/>
                <a:gdLst>
                  <a:gd name="T0" fmla="*/ 6 w 12"/>
                  <a:gd name="T1" fmla="*/ 0 h 9"/>
                  <a:gd name="T2" fmla="*/ 0 w 12"/>
                  <a:gd name="T3" fmla="*/ 5 h 9"/>
                  <a:gd name="T4" fmla="*/ 6 w 12"/>
                  <a:gd name="T5" fmla="*/ 0 h 9"/>
                  <a:gd name="T6" fmla="*/ 12 w 12"/>
                  <a:gd name="T7" fmla="*/ 6 h 9"/>
                  <a:gd name="T8" fmla="*/ 11 w 12"/>
                  <a:gd name="T9" fmla="*/ 9 h 9"/>
                  <a:gd name="T10" fmla="*/ 12 w 12"/>
                  <a:gd name="T11" fmla="*/ 6 h 9"/>
                  <a:gd name="T12" fmla="*/ 6 w 12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cubicBezTo>
                      <a:pt x="3" y="0"/>
                      <a:pt x="0" y="2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7"/>
                      <a:pt x="11" y="8"/>
                      <a:pt x="11" y="9"/>
                    </a:cubicBezTo>
                    <a:cubicBezTo>
                      <a:pt x="11" y="8"/>
                      <a:pt x="12" y="7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99" name="Freeform 743">
                <a:extLst>
                  <a:ext uri="{FF2B5EF4-FFF2-40B4-BE49-F238E27FC236}">
                    <a16:creationId xmlns:a16="http://schemas.microsoft.com/office/drawing/2014/main" xmlns="" id="{3D1E3395-89BE-4634-A563-65AA6E4D4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100013"/>
                <a:ext cx="47625" cy="46038"/>
              </a:xfrm>
              <a:custGeom>
                <a:avLst/>
                <a:gdLst>
                  <a:gd name="T0" fmla="*/ 7 w 13"/>
                  <a:gd name="T1" fmla="*/ 0 h 12"/>
                  <a:gd name="T2" fmla="*/ 1 w 13"/>
                  <a:gd name="T3" fmla="*/ 5 h 12"/>
                  <a:gd name="T4" fmla="*/ 0 w 13"/>
                  <a:gd name="T5" fmla="*/ 6 h 12"/>
                  <a:gd name="T6" fmla="*/ 4 w 13"/>
                  <a:gd name="T7" fmla="*/ 12 h 12"/>
                  <a:gd name="T8" fmla="*/ 7 w 13"/>
                  <a:gd name="T9" fmla="*/ 12 h 12"/>
                  <a:gd name="T10" fmla="*/ 8 w 13"/>
                  <a:gd name="T11" fmla="*/ 12 h 12"/>
                  <a:gd name="T12" fmla="*/ 12 w 13"/>
                  <a:gd name="T13" fmla="*/ 9 h 12"/>
                  <a:gd name="T14" fmla="*/ 13 w 13"/>
                  <a:gd name="T15" fmla="*/ 6 h 12"/>
                  <a:gd name="T16" fmla="*/ 7 w 13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4" y="0"/>
                      <a:pt x="1" y="2"/>
                      <a:pt x="1" y="5"/>
                    </a:cubicBezTo>
                    <a:cubicBezTo>
                      <a:pt x="1" y="5"/>
                      <a:pt x="0" y="6"/>
                      <a:pt x="0" y="6"/>
                    </a:cubicBezTo>
                    <a:cubicBezTo>
                      <a:pt x="0" y="9"/>
                      <a:pt x="2" y="11"/>
                      <a:pt x="4" y="12"/>
                    </a:cubicBezTo>
                    <a:cubicBezTo>
                      <a:pt x="5" y="12"/>
                      <a:pt x="6" y="12"/>
                      <a:pt x="7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9" y="12"/>
                      <a:pt x="11" y="11"/>
                      <a:pt x="12" y="9"/>
                    </a:cubicBezTo>
                    <a:cubicBezTo>
                      <a:pt x="12" y="8"/>
                      <a:pt x="13" y="7"/>
                      <a:pt x="13" y="6"/>
                    </a:cubicBezTo>
                    <a:cubicBezTo>
                      <a:pt x="13" y="3"/>
                      <a:pt x="10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0" name="Freeform 744">
                <a:extLst>
                  <a:ext uri="{FF2B5EF4-FFF2-40B4-BE49-F238E27FC236}">
                    <a16:creationId xmlns:a16="http://schemas.microsoft.com/office/drawing/2014/main" xmlns="" id="{E62F28EC-4CDF-486F-982F-8AC5475D4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336550"/>
                <a:ext cx="47625" cy="46038"/>
              </a:xfrm>
              <a:custGeom>
                <a:avLst/>
                <a:gdLst>
                  <a:gd name="T0" fmla="*/ 7 w 13"/>
                  <a:gd name="T1" fmla="*/ 0 h 12"/>
                  <a:gd name="T2" fmla="*/ 4 w 13"/>
                  <a:gd name="T3" fmla="*/ 0 h 12"/>
                  <a:gd name="T4" fmla="*/ 0 w 13"/>
                  <a:gd name="T5" fmla="*/ 6 h 12"/>
                  <a:gd name="T6" fmla="*/ 7 w 13"/>
                  <a:gd name="T7" fmla="*/ 12 h 12"/>
                  <a:gd name="T8" fmla="*/ 13 w 13"/>
                  <a:gd name="T9" fmla="*/ 6 h 12"/>
                  <a:gd name="T10" fmla="*/ 8 w 13"/>
                  <a:gd name="T11" fmla="*/ 0 h 12"/>
                  <a:gd name="T12" fmla="*/ 7 w 1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2" y="1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0" y="12"/>
                      <a:pt x="13" y="9"/>
                      <a:pt x="13" y="6"/>
                    </a:cubicBezTo>
                    <a:cubicBezTo>
                      <a:pt x="13" y="3"/>
                      <a:pt x="11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1" name="Freeform 745">
                <a:extLst>
                  <a:ext uri="{FF2B5EF4-FFF2-40B4-BE49-F238E27FC236}">
                    <a16:creationId xmlns:a16="http://schemas.microsoft.com/office/drawing/2014/main" xmlns="" id="{1E6B1AE9-B008-49D2-85D7-A6AE28832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5" y="336550"/>
                <a:ext cx="46038" cy="46038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0 w 12"/>
                  <a:gd name="T5" fmla="*/ 6 h 12"/>
                  <a:gd name="T6" fmla="*/ 6 w 12"/>
                  <a:gd name="T7" fmla="*/ 12 h 12"/>
                  <a:gd name="T8" fmla="*/ 12 w 12"/>
                  <a:gd name="T9" fmla="*/ 6 h 12"/>
                  <a:gd name="T10" fmla="*/ 8 w 12"/>
                  <a:gd name="T11" fmla="*/ 0 h 12"/>
                  <a:gd name="T12" fmla="*/ 6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5" y="0"/>
                      <a:pt x="5" y="0"/>
                      <a:pt x="4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8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2" name="Freeform 746">
                <a:extLst>
                  <a:ext uri="{FF2B5EF4-FFF2-40B4-BE49-F238E27FC236}">
                    <a16:creationId xmlns:a16="http://schemas.microsoft.com/office/drawing/2014/main" xmlns="" id="{A084E8FA-717F-4723-BE88-74FA36C62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9975" y="336550"/>
                <a:ext cx="46038" cy="46038"/>
              </a:xfrm>
              <a:custGeom>
                <a:avLst/>
                <a:gdLst>
                  <a:gd name="T0" fmla="*/ 6 w 12"/>
                  <a:gd name="T1" fmla="*/ 0 h 12"/>
                  <a:gd name="T2" fmla="*/ 5 w 12"/>
                  <a:gd name="T3" fmla="*/ 0 h 12"/>
                  <a:gd name="T4" fmla="*/ 0 w 12"/>
                  <a:gd name="T5" fmla="*/ 6 h 12"/>
                  <a:gd name="T6" fmla="*/ 6 w 12"/>
                  <a:gd name="T7" fmla="*/ 12 h 12"/>
                  <a:gd name="T8" fmla="*/ 12 w 12"/>
                  <a:gd name="T9" fmla="*/ 6 h 12"/>
                  <a:gd name="T10" fmla="*/ 8 w 12"/>
                  <a:gd name="T11" fmla="*/ 0 h 12"/>
                  <a:gd name="T12" fmla="*/ 6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8" y="0"/>
                    </a:cubicBezTo>
                    <a:cubicBezTo>
                      <a:pt x="7" y="0"/>
                      <a:pt x="7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xmlns="" id="{9D7A863C-F2DC-4066-B79B-C8ACC2A855E5}"/>
                </a:ext>
              </a:extLst>
            </p:cNvPr>
            <p:cNvGrpSpPr/>
            <p:nvPr/>
          </p:nvGrpSpPr>
          <p:grpSpPr>
            <a:xfrm>
              <a:off x="5480056" y="55100"/>
              <a:ext cx="524600" cy="779874"/>
              <a:chOff x="5309687" y="61913"/>
              <a:chExt cx="589462" cy="876299"/>
            </a:xfrm>
          </p:grpSpPr>
          <p:sp>
            <p:nvSpPr>
              <p:cNvPr id="103" name="Freeform 747">
                <a:extLst>
                  <a:ext uri="{FF2B5EF4-FFF2-40B4-BE49-F238E27FC236}">
                    <a16:creationId xmlns:a16="http://schemas.microsoft.com/office/drawing/2014/main" xmlns="" id="{85C59AC0-5C79-4C55-8821-23F131CA21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09687" y="61913"/>
                <a:ext cx="90488" cy="95250"/>
              </a:xfrm>
              <a:custGeom>
                <a:avLst/>
                <a:gdLst>
                  <a:gd name="T0" fmla="*/ 6 w 24"/>
                  <a:gd name="T1" fmla="*/ 13 h 25"/>
                  <a:gd name="T2" fmla="*/ 6 w 24"/>
                  <a:gd name="T3" fmla="*/ 13 h 25"/>
                  <a:gd name="T4" fmla="*/ 12 w 24"/>
                  <a:gd name="T5" fmla="*/ 6 h 25"/>
                  <a:gd name="T6" fmla="*/ 19 w 24"/>
                  <a:gd name="T7" fmla="*/ 13 h 25"/>
                  <a:gd name="T8" fmla="*/ 19 w 24"/>
                  <a:gd name="T9" fmla="*/ 13 h 25"/>
                  <a:gd name="T10" fmla="*/ 19 w 24"/>
                  <a:gd name="T11" fmla="*/ 13 h 25"/>
                  <a:gd name="T12" fmla="*/ 12 w 24"/>
                  <a:gd name="T13" fmla="*/ 19 h 25"/>
                  <a:gd name="T14" fmla="*/ 6 w 24"/>
                  <a:gd name="T15" fmla="*/ 13 h 25"/>
                  <a:gd name="T16" fmla="*/ 6 w 24"/>
                  <a:gd name="T17" fmla="*/ 13 h 25"/>
                  <a:gd name="T18" fmla="*/ 12 w 24"/>
                  <a:gd name="T19" fmla="*/ 0 h 25"/>
                  <a:gd name="T20" fmla="*/ 0 w 24"/>
                  <a:gd name="T21" fmla="*/ 13 h 25"/>
                  <a:gd name="T22" fmla="*/ 12 w 24"/>
                  <a:gd name="T23" fmla="*/ 25 h 25"/>
                  <a:gd name="T24" fmla="*/ 22 w 24"/>
                  <a:gd name="T25" fmla="*/ 20 h 25"/>
                  <a:gd name="T26" fmla="*/ 19 w 24"/>
                  <a:gd name="T27" fmla="*/ 17 h 25"/>
                  <a:gd name="T28" fmla="*/ 24 w 24"/>
                  <a:gd name="T29" fmla="*/ 12 h 25"/>
                  <a:gd name="T30" fmla="*/ 24 w 24"/>
                  <a:gd name="T31" fmla="*/ 12 h 25"/>
                  <a:gd name="T32" fmla="*/ 12 w 24"/>
                  <a:gd name="T3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25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9" y="6"/>
                      <a:pt x="12" y="6"/>
                    </a:cubicBezTo>
                    <a:cubicBezTo>
                      <a:pt x="16" y="6"/>
                      <a:pt x="19" y="9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6"/>
                      <a:pt x="16" y="19"/>
                      <a:pt x="12" y="19"/>
                    </a:cubicBezTo>
                    <a:cubicBezTo>
                      <a:pt x="9" y="19"/>
                      <a:pt x="6" y="16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2" y="0"/>
                    </a:moveTo>
                    <a:cubicBezTo>
                      <a:pt x="5" y="0"/>
                      <a:pt x="0" y="6"/>
                      <a:pt x="0" y="13"/>
                    </a:cubicBezTo>
                    <a:cubicBezTo>
                      <a:pt x="0" y="19"/>
                      <a:pt x="5" y="25"/>
                      <a:pt x="12" y="25"/>
                    </a:cubicBezTo>
                    <a:cubicBezTo>
                      <a:pt x="16" y="25"/>
                      <a:pt x="19" y="23"/>
                      <a:pt x="22" y="20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06" name="Freeform 750">
                <a:extLst>
                  <a:ext uri="{FF2B5EF4-FFF2-40B4-BE49-F238E27FC236}">
                    <a16:creationId xmlns:a16="http://schemas.microsoft.com/office/drawing/2014/main" xmlns="" id="{12D8FB1F-53FA-4A3A-A7B6-0580044FC2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03899" y="846137"/>
                <a:ext cx="95250" cy="92075"/>
              </a:xfrm>
              <a:custGeom>
                <a:avLst/>
                <a:gdLst>
                  <a:gd name="T0" fmla="*/ 6 w 25"/>
                  <a:gd name="T1" fmla="*/ 12 h 24"/>
                  <a:gd name="T2" fmla="*/ 6 w 25"/>
                  <a:gd name="T3" fmla="*/ 12 h 24"/>
                  <a:gd name="T4" fmla="*/ 13 w 25"/>
                  <a:gd name="T5" fmla="*/ 5 h 24"/>
                  <a:gd name="T6" fmla="*/ 19 w 25"/>
                  <a:gd name="T7" fmla="*/ 12 h 24"/>
                  <a:gd name="T8" fmla="*/ 19 w 25"/>
                  <a:gd name="T9" fmla="*/ 12 h 24"/>
                  <a:gd name="T10" fmla="*/ 19 w 25"/>
                  <a:gd name="T11" fmla="*/ 12 h 24"/>
                  <a:gd name="T12" fmla="*/ 13 w 25"/>
                  <a:gd name="T13" fmla="*/ 18 h 24"/>
                  <a:gd name="T14" fmla="*/ 6 w 25"/>
                  <a:gd name="T15" fmla="*/ 12 h 24"/>
                  <a:gd name="T16" fmla="*/ 6 w 25"/>
                  <a:gd name="T17" fmla="*/ 12 h 24"/>
                  <a:gd name="T18" fmla="*/ 16 w 25"/>
                  <a:gd name="T19" fmla="*/ 0 h 24"/>
                  <a:gd name="T20" fmla="*/ 16 w 25"/>
                  <a:gd name="T21" fmla="*/ 1 h 24"/>
                  <a:gd name="T22" fmla="*/ 8 w 25"/>
                  <a:gd name="T23" fmla="*/ 1 h 24"/>
                  <a:gd name="T24" fmla="*/ 8 w 25"/>
                  <a:gd name="T25" fmla="*/ 0 h 24"/>
                  <a:gd name="T26" fmla="*/ 0 w 25"/>
                  <a:gd name="T27" fmla="*/ 12 h 24"/>
                  <a:gd name="T28" fmla="*/ 13 w 25"/>
                  <a:gd name="T29" fmla="*/ 24 h 24"/>
                  <a:gd name="T30" fmla="*/ 25 w 25"/>
                  <a:gd name="T31" fmla="*/ 12 h 24"/>
                  <a:gd name="T32" fmla="*/ 16 w 25"/>
                  <a:gd name="T3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4"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8"/>
                      <a:pt x="9" y="5"/>
                      <a:pt x="13" y="5"/>
                    </a:cubicBezTo>
                    <a:cubicBezTo>
                      <a:pt x="16" y="5"/>
                      <a:pt x="19" y="8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5"/>
                      <a:pt x="16" y="18"/>
                      <a:pt x="13" y="18"/>
                    </a:cubicBezTo>
                    <a:cubicBezTo>
                      <a:pt x="9" y="18"/>
                      <a:pt x="6" y="15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16" y="0"/>
                    </a:moveTo>
                    <a:cubicBezTo>
                      <a:pt x="16" y="1"/>
                      <a:pt x="16" y="1"/>
                      <a:pt x="16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2"/>
                      <a:pt x="0" y="7"/>
                      <a:pt x="0" y="12"/>
                    </a:cubicBezTo>
                    <a:cubicBezTo>
                      <a:pt x="0" y="18"/>
                      <a:pt x="6" y="24"/>
                      <a:pt x="13" y="24"/>
                    </a:cubicBezTo>
                    <a:cubicBezTo>
                      <a:pt x="19" y="24"/>
                      <a:pt x="25" y="18"/>
                      <a:pt x="25" y="12"/>
                    </a:cubicBezTo>
                    <a:cubicBezTo>
                      <a:pt x="25" y="6"/>
                      <a:pt x="21" y="2"/>
                      <a:pt x="1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7" name="Freeform 751">
                <a:extLst>
                  <a:ext uri="{FF2B5EF4-FFF2-40B4-BE49-F238E27FC236}">
                    <a16:creationId xmlns:a16="http://schemas.microsoft.com/office/drawing/2014/main" xmlns="" id="{28131BE8-10E1-4499-9E11-3E08B95E6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107950"/>
                <a:ext cx="490537" cy="746125"/>
              </a:xfrm>
              <a:custGeom>
                <a:avLst/>
                <a:gdLst>
                  <a:gd name="T0" fmla="*/ 12 w 309"/>
                  <a:gd name="T1" fmla="*/ 0 h 470"/>
                  <a:gd name="T2" fmla="*/ 0 w 309"/>
                  <a:gd name="T3" fmla="*/ 12 h 470"/>
                  <a:gd name="T4" fmla="*/ 290 w 309"/>
                  <a:gd name="T5" fmla="*/ 307 h 470"/>
                  <a:gd name="T6" fmla="*/ 290 w 309"/>
                  <a:gd name="T7" fmla="*/ 470 h 470"/>
                  <a:gd name="T8" fmla="*/ 309 w 309"/>
                  <a:gd name="T9" fmla="*/ 470 h 470"/>
                  <a:gd name="T10" fmla="*/ 309 w 309"/>
                  <a:gd name="T11" fmla="*/ 300 h 470"/>
                  <a:gd name="T12" fmla="*/ 12 w 309"/>
                  <a:gd name="T13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9" h="470">
                    <a:moveTo>
                      <a:pt x="12" y="0"/>
                    </a:moveTo>
                    <a:lnTo>
                      <a:pt x="0" y="12"/>
                    </a:lnTo>
                    <a:lnTo>
                      <a:pt x="290" y="307"/>
                    </a:lnTo>
                    <a:lnTo>
                      <a:pt x="290" y="470"/>
                    </a:lnTo>
                    <a:lnTo>
                      <a:pt x="309" y="470"/>
                    </a:lnTo>
                    <a:lnTo>
                      <a:pt x="309" y="300"/>
                    </a:lnTo>
                    <a:lnTo>
                      <a:pt x="1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xmlns="" id="{6ADC8293-7E0E-4129-B777-0C6D0BEF4D4E}"/>
                </a:ext>
              </a:extLst>
            </p:cNvPr>
            <p:cNvGrpSpPr/>
            <p:nvPr/>
          </p:nvGrpSpPr>
          <p:grpSpPr>
            <a:xfrm>
              <a:off x="5486154" y="-1"/>
              <a:ext cx="625878" cy="587732"/>
              <a:chOff x="5316538" y="0"/>
              <a:chExt cx="703262" cy="660400"/>
            </a:xfrm>
          </p:grpSpPr>
          <p:sp>
            <p:nvSpPr>
              <p:cNvPr id="104" name="Freeform 748">
                <a:extLst>
                  <a:ext uri="{FF2B5EF4-FFF2-40B4-BE49-F238E27FC236}">
                    <a16:creationId xmlns:a16="http://schemas.microsoft.com/office/drawing/2014/main" xmlns="" id="{993A35DA-4B51-4242-BB46-4B6DFE63A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6538" y="0"/>
                <a:ext cx="90488" cy="50800"/>
              </a:xfrm>
              <a:custGeom>
                <a:avLst/>
                <a:gdLst>
                  <a:gd name="T0" fmla="*/ 24 w 24"/>
                  <a:gd name="T1" fmla="*/ 0 h 13"/>
                  <a:gd name="T2" fmla="*/ 19 w 24"/>
                  <a:gd name="T3" fmla="*/ 0 h 13"/>
                  <a:gd name="T4" fmla="*/ 19 w 24"/>
                  <a:gd name="T5" fmla="*/ 0 h 13"/>
                  <a:gd name="T6" fmla="*/ 19 w 24"/>
                  <a:gd name="T7" fmla="*/ 0 h 13"/>
                  <a:gd name="T8" fmla="*/ 12 w 24"/>
                  <a:gd name="T9" fmla="*/ 7 h 13"/>
                  <a:gd name="T10" fmla="*/ 6 w 24"/>
                  <a:gd name="T11" fmla="*/ 0 h 13"/>
                  <a:gd name="T12" fmla="*/ 6 w 24"/>
                  <a:gd name="T13" fmla="*/ 0 h 13"/>
                  <a:gd name="T14" fmla="*/ 6 w 24"/>
                  <a:gd name="T15" fmla="*/ 0 h 13"/>
                  <a:gd name="T16" fmla="*/ 6 w 24"/>
                  <a:gd name="T17" fmla="*/ 0 h 13"/>
                  <a:gd name="T18" fmla="*/ 0 w 24"/>
                  <a:gd name="T19" fmla="*/ 0 h 13"/>
                  <a:gd name="T20" fmla="*/ 0 w 24"/>
                  <a:gd name="T21" fmla="*/ 0 h 13"/>
                  <a:gd name="T22" fmla="*/ 12 w 24"/>
                  <a:gd name="T23" fmla="*/ 13 h 13"/>
                  <a:gd name="T24" fmla="*/ 20 w 24"/>
                  <a:gd name="T25" fmla="*/ 10 h 13"/>
                  <a:gd name="T26" fmla="*/ 18 w 24"/>
                  <a:gd name="T27" fmla="*/ 8 h 13"/>
                  <a:gd name="T28" fmla="*/ 23 w 24"/>
                  <a:gd name="T29" fmla="*/ 2 h 13"/>
                  <a:gd name="T30" fmla="*/ 24 w 24"/>
                  <a:gd name="T31" fmla="*/ 3 h 13"/>
                  <a:gd name="T32" fmla="*/ 24 w 24"/>
                  <a:gd name="T33" fmla="*/ 0 h 13"/>
                  <a:gd name="T34" fmla="*/ 24 w 24"/>
                  <a:gd name="T3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13">
                    <a:moveTo>
                      <a:pt x="24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4"/>
                      <a:pt x="16" y="7"/>
                      <a:pt x="12" y="7"/>
                    </a:cubicBezTo>
                    <a:cubicBezTo>
                      <a:pt x="9" y="7"/>
                      <a:pt x="6" y="4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5" y="13"/>
                      <a:pt x="12" y="13"/>
                    </a:cubicBezTo>
                    <a:cubicBezTo>
                      <a:pt x="15" y="13"/>
                      <a:pt x="18" y="12"/>
                      <a:pt x="20" y="10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2"/>
                      <a:pt x="24" y="1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5" name="Freeform 749">
                <a:extLst>
                  <a:ext uri="{FF2B5EF4-FFF2-40B4-BE49-F238E27FC236}">
                    <a16:creationId xmlns:a16="http://schemas.microsoft.com/office/drawing/2014/main" xmlns="" id="{0A5EFD67-1207-4452-ACE5-C39CD8D132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9312" y="568325"/>
                <a:ext cx="90488" cy="92075"/>
              </a:xfrm>
              <a:custGeom>
                <a:avLst/>
                <a:gdLst>
                  <a:gd name="T0" fmla="*/ 5 w 24"/>
                  <a:gd name="T1" fmla="*/ 12 h 24"/>
                  <a:gd name="T2" fmla="*/ 5 w 24"/>
                  <a:gd name="T3" fmla="*/ 12 h 24"/>
                  <a:gd name="T4" fmla="*/ 12 w 24"/>
                  <a:gd name="T5" fmla="*/ 5 h 24"/>
                  <a:gd name="T6" fmla="*/ 18 w 24"/>
                  <a:gd name="T7" fmla="*/ 12 h 24"/>
                  <a:gd name="T8" fmla="*/ 18 w 24"/>
                  <a:gd name="T9" fmla="*/ 12 h 24"/>
                  <a:gd name="T10" fmla="*/ 18 w 24"/>
                  <a:gd name="T11" fmla="*/ 12 h 24"/>
                  <a:gd name="T12" fmla="*/ 12 w 24"/>
                  <a:gd name="T13" fmla="*/ 19 h 24"/>
                  <a:gd name="T14" fmla="*/ 5 w 24"/>
                  <a:gd name="T15" fmla="*/ 12 h 24"/>
                  <a:gd name="T16" fmla="*/ 5 w 24"/>
                  <a:gd name="T17" fmla="*/ 12 h 24"/>
                  <a:gd name="T18" fmla="*/ 12 w 24"/>
                  <a:gd name="T19" fmla="*/ 0 h 24"/>
                  <a:gd name="T20" fmla="*/ 6 w 24"/>
                  <a:gd name="T21" fmla="*/ 1 h 24"/>
                  <a:gd name="T22" fmla="*/ 7 w 24"/>
                  <a:gd name="T23" fmla="*/ 3 h 24"/>
                  <a:gd name="T24" fmla="*/ 2 w 24"/>
                  <a:gd name="T25" fmla="*/ 9 h 24"/>
                  <a:gd name="T26" fmla="*/ 1 w 24"/>
                  <a:gd name="T27" fmla="*/ 8 h 24"/>
                  <a:gd name="T28" fmla="*/ 0 w 24"/>
                  <a:gd name="T29" fmla="*/ 12 h 24"/>
                  <a:gd name="T30" fmla="*/ 12 w 24"/>
                  <a:gd name="T31" fmla="*/ 24 h 24"/>
                  <a:gd name="T32" fmla="*/ 24 w 24"/>
                  <a:gd name="T33" fmla="*/ 12 h 24"/>
                  <a:gd name="T34" fmla="*/ 12 w 24"/>
                  <a:gd name="T3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24">
                    <a:moveTo>
                      <a:pt x="5" y="12"/>
                    </a:moveTo>
                    <a:cubicBezTo>
                      <a:pt x="5" y="12"/>
                      <a:pt x="5" y="12"/>
                      <a:pt x="5" y="12"/>
                    </a:cubicBezTo>
                    <a:cubicBezTo>
                      <a:pt x="5" y="8"/>
                      <a:pt x="8" y="5"/>
                      <a:pt x="12" y="5"/>
                    </a:cubicBezTo>
                    <a:cubicBezTo>
                      <a:pt x="16" y="5"/>
                      <a:pt x="18" y="8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6"/>
                      <a:pt x="16" y="19"/>
                      <a:pt x="12" y="19"/>
                    </a:cubicBezTo>
                    <a:cubicBezTo>
                      <a:pt x="8" y="19"/>
                      <a:pt x="5" y="16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moveTo>
                      <a:pt x="12" y="0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0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09" name="Freeform 753">
                <a:extLst>
                  <a:ext uri="{FF2B5EF4-FFF2-40B4-BE49-F238E27FC236}">
                    <a16:creationId xmlns:a16="http://schemas.microsoft.com/office/drawing/2014/main" xmlns="" id="{8ADA61C7-BE84-4F32-A5B4-225B42FF6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5275" y="7938"/>
                <a:ext cx="584200" cy="595313"/>
              </a:xfrm>
              <a:custGeom>
                <a:avLst/>
                <a:gdLst>
                  <a:gd name="T0" fmla="*/ 12 w 368"/>
                  <a:gd name="T1" fmla="*/ 0 h 375"/>
                  <a:gd name="T2" fmla="*/ 0 w 368"/>
                  <a:gd name="T3" fmla="*/ 15 h 375"/>
                  <a:gd name="T4" fmla="*/ 357 w 368"/>
                  <a:gd name="T5" fmla="*/ 375 h 375"/>
                  <a:gd name="T6" fmla="*/ 368 w 368"/>
                  <a:gd name="T7" fmla="*/ 360 h 375"/>
                  <a:gd name="T8" fmla="*/ 366 w 368"/>
                  <a:gd name="T9" fmla="*/ 356 h 375"/>
                  <a:gd name="T10" fmla="*/ 12 w 368"/>
                  <a:gd name="T11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" h="375">
                    <a:moveTo>
                      <a:pt x="12" y="0"/>
                    </a:moveTo>
                    <a:lnTo>
                      <a:pt x="0" y="15"/>
                    </a:lnTo>
                    <a:lnTo>
                      <a:pt x="357" y="375"/>
                    </a:lnTo>
                    <a:lnTo>
                      <a:pt x="368" y="360"/>
                    </a:lnTo>
                    <a:lnTo>
                      <a:pt x="366" y="356"/>
                    </a:lnTo>
                    <a:lnTo>
                      <a:pt x="1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xmlns="" id="{06B78BF1-DE21-4BEE-B57D-FE2A96426CDC}"/>
                </a:ext>
              </a:extLst>
            </p:cNvPr>
            <p:cNvGrpSpPr/>
            <p:nvPr/>
          </p:nvGrpSpPr>
          <p:grpSpPr>
            <a:xfrm>
              <a:off x="3602866" y="-1"/>
              <a:ext cx="1212197" cy="543935"/>
              <a:chOff x="3200400" y="0"/>
              <a:chExt cx="1362074" cy="611188"/>
            </a:xfrm>
          </p:grpSpPr>
          <p:sp>
            <p:nvSpPr>
              <p:cNvPr id="58" name="Freeform 702">
                <a:extLst>
                  <a:ext uri="{FF2B5EF4-FFF2-40B4-BE49-F238E27FC236}">
                    <a16:creationId xmlns:a16="http://schemas.microsoft.com/office/drawing/2014/main" xmlns="" id="{83AC87D1-7897-46FF-9FD5-D9E08586D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400" y="0"/>
                <a:ext cx="106363" cy="57150"/>
              </a:xfrm>
              <a:custGeom>
                <a:avLst/>
                <a:gdLst>
                  <a:gd name="T0" fmla="*/ 28 w 28"/>
                  <a:gd name="T1" fmla="*/ 0 h 15"/>
                  <a:gd name="T2" fmla="*/ 19 w 28"/>
                  <a:gd name="T3" fmla="*/ 0 h 15"/>
                  <a:gd name="T4" fmla="*/ 18 w 28"/>
                  <a:gd name="T5" fmla="*/ 5 h 15"/>
                  <a:gd name="T6" fmla="*/ 14 w 28"/>
                  <a:gd name="T7" fmla="*/ 7 h 15"/>
                  <a:gd name="T8" fmla="*/ 10 w 28"/>
                  <a:gd name="T9" fmla="*/ 5 h 15"/>
                  <a:gd name="T10" fmla="*/ 9 w 28"/>
                  <a:gd name="T11" fmla="*/ 0 h 15"/>
                  <a:gd name="T12" fmla="*/ 0 w 28"/>
                  <a:gd name="T13" fmla="*/ 0 h 15"/>
                  <a:gd name="T14" fmla="*/ 4 w 28"/>
                  <a:gd name="T15" fmla="*/ 11 h 15"/>
                  <a:gd name="T16" fmla="*/ 14 w 28"/>
                  <a:gd name="T17" fmla="*/ 15 h 15"/>
                  <a:gd name="T18" fmla="*/ 24 w 28"/>
                  <a:gd name="T19" fmla="*/ 11 h 15"/>
                  <a:gd name="T20" fmla="*/ 28 w 28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15"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9" y="4"/>
                      <a:pt x="18" y="5"/>
                    </a:cubicBezTo>
                    <a:cubicBezTo>
                      <a:pt x="17" y="6"/>
                      <a:pt x="15" y="7"/>
                      <a:pt x="14" y="7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9" y="4"/>
                      <a:pt x="8" y="2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8"/>
                      <a:pt x="4" y="11"/>
                    </a:cubicBezTo>
                    <a:cubicBezTo>
                      <a:pt x="7" y="14"/>
                      <a:pt x="10" y="15"/>
                      <a:pt x="14" y="15"/>
                    </a:cubicBezTo>
                    <a:cubicBezTo>
                      <a:pt x="17" y="15"/>
                      <a:pt x="21" y="14"/>
                      <a:pt x="24" y="11"/>
                    </a:cubicBezTo>
                    <a:cubicBezTo>
                      <a:pt x="27" y="8"/>
                      <a:pt x="28" y="4"/>
                      <a:pt x="28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703">
                <a:extLst>
                  <a:ext uri="{FF2B5EF4-FFF2-40B4-BE49-F238E27FC236}">
                    <a16:creationId xmlns:a16="http://schemas.microsoft.com/office/drawing/2014/main" xmlns="" id="{09A593D7-5136-41DE-821E-005E00776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487" y="0"/>
                <a:ext cx="106363" cy="57150"/>
              </a:xfrm>
              <a:custGeom>
                <a:avLst/>
                <a:gdLst>
                  <a:gd name="T0" fmla="*/ 28 w 28"/>
                  <a:gd name="T1" fmla="*/ 0 h 15"/>
                  <a:gd name="T2" fmla="*/ 19 w 28"/>
                  <a:gd name="T3" fmla="*/ 0 h 15"/>
                  <a:gd name="T4" fmla="*/ 18 w 28"/>
                  <a:gd name="T5" fmla="*/ 5 h 15"/>
                  <a:gd name="T6" fmla="*/ 14 w 28"/>
                  <a:gd name="T7" fmla="*/ 7 h 15"/>
                  <a:gd name="T8" fmla="*/ 10 w 28"/>
                  <a:gd name="T9" fmla="*/ 5 h 15"/>
                  <a:gd name="T10" fmla="*/ 9 w 28"/>
                  <a:gd name="T11" fmla="*/ 0 h 15"/>
                  <a:gd name="T12" fmla="*/ 0 w 28"/>
                  <a:gd name="T13" fmla="*/ 0 h 15"/>
                  <a:gd name="T14" fmla="*/ 4 w 28"/>
                  <a:gd name="T15" fmla="*/ 11 h 15"/>
                  <a:gd name="T16" fmla="*/ 14 w 28"/>
                  <a:gd name="T17" fmla="*/ 15 h 15"/>
                  <a:gd name="T18" fmla="*/ 24 w 28"/>
                  <a:gd name="T19" fmla="*/ 11 h 15"/>
                  <a:gd name="T20" fmla="*/ 28 w 28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15"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9" y="4"/>
                      <a:pt x="18" y="5"/>
                    </a:cubicBezTo>
                    <a:cubicBezTo>
                      <a:pt x="17" y="6"/>
                      <a:pt x="15" y="7"/>
                      <a:pt x="14" y="7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9" y="4"/>
                      <a:pt x="8" y="2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8"/>
                      <a:pt x="4" y="11"/>
                    </a:cubicBezTo>
                    <a:cubicBezTo>
                      <a:pt x="7" y="14"/>
                      <a:pt x="10" y="15"/>
                      <a:pt x="14" y="15"/>
                    </a:cubicBezTo>
                    <a:cubicBezTo>
                      <a:pt x="17" y="15"/>
                      <a:pt x="21" y="14"/>
                      <a:pt x="24" y="11"/>
                    </a:cubicBezTo>
                    <a:cubicBezTo>
                      <a:pt x="27" y="8"/>
                      <a:pt x="28" y="4"/>
                      <a:pt x="28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1" name="Freeform 755">
                <a:extLst>
                  <a:ext uri="{FF2B5EF4-FFF2-40B4-BE49-F238E27FC236}">
                    <a16:creationId xmlns:a16="http://schemas.microsoft.com/office/drawing/2014/main" xmlns="" id="{DA310234-C68F-487E-A331-29B59CA39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437" y="0"/>
                <a:ext cx="98425" cy="65088"/>
              </a:xfrm>
              <a:custGeom>
                <a:avLst/>
                <a:gdLst>
                  <a:gd name="T0" fmla="*/ 25 w 26"/>
                  <a:gd name="T1" fmla="*/ 0 h 17"/>
                  <a:gd name="T2" fmla="*/ 18 w 26"/>
                  <a:gd name="T3" fmla="*/ 0 h 17"/>
                  <a:gd name="T4" fmla="*/ 20 w 26"/>
                  <a:gd name="T5" fmla="*/ 4 h 17"/>
                  <a:gd name="T6" fmla="*/ 20 w 26"/>
                  <a:gd name="T7" fmla="*/ 4 h 17"/>
                  <a:gd name="T8" fmla="*/ 20 w 26"/>
                  <a:gd name="T9" fmla="*/ 4 h 17"/>
                  <a:gd name="T10" fmla="*/ 13 w 26"/>
                  <a:gd name="T11" fmla="*/ 11 h 17"/>
                  <a:gd name="T12" fmla="*/ 6 w 26"/>
                  <a:gd name="T13" fmla="*/ 4 h 17"/>
                  <a:gd name="T14" fmla="*/ 6 w 26"/>
                  <a:gd name="T15" fmla="*/ 4 h 17"/>
                  <a:gd name="T16" fmla="*/ 6 w 26"/>
                  <a:gd name="T17" fmla="*/ 4 h 17"/>
                  <a:gd name="T18" fmla="*/ 8 w 26"/>
                  <a:gd name="T19" fmla="*/ 0 h 17"/>
                  <a:gd name="T20" fmla="*/ 1 w 26"/>
                  <a:gd name="T21" fmla="*/ 0 h 17"/>
                  <a:gd name="T22" fmla="*/ 0 w 26"/>
                  <a:gd name="T23" fmla="*/ 4 h 17"/>
                  <a:gd name="T24" fmla="*/ 2 w 26"/>
                  <a:gd name="T25" fmla="*/ 10 h 17"/>
                  <a:gd name="T26" fmla="*/ 4 w 26"/>
                  <a:gd name="T27" fmla="*/ 8 h 17"/>
                  <a:gd name="T28" fmla="*/ 10 w 26"/>
                  <a:gd name="T29" fmla="*/ 14 h 17"/>
                  <a:gd name="T30" fmla="*/ 8 w 26"/>
                  <a:gd name="T31" fmla="*/ 16 h 17"/>
                  <a:gd name="T32" fmla="*/ 13 w 26"/>
                  <a:gd name="T33" fmla="*/ 17 h 17"/>
                  <a:gd name="T34" fmla="*/ 26 w 26"/>
                  <a:gd name="T35" fmla="*/ 4 h 17"/>
                  <a:gd name="T36" fmla="*/ 25 w 26"/>
                  <a:gd name="T3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7">
                    <a:moveTo>
                      <a:pt x="25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9" y="1"/>
                      <a:pt x="20" y="3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8"/>
                      <a:pt x="17" y="11"/>
                      <a:pt x="13" y="11"/>
                    </a:cubicBezTo>
                    <a:cubicBezTo>
                      <a:pt x="9" y="11"/>
                      <a:pt x="6" y="8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6"/>
                      <a:pt x="1" y="8"/>
                      <a:pt x="2" y="1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9" y="17"/>
                      <a:pt x="11" y="17"/>
                      <a:pt x="13" y="17"/>
                    </a:cubicBezTo>
                    <a:cubicBezTo>
                      <a:pt x="20" y="17"/>
                      <a:pt x="26" y="11"/>
                      <a:pt x="26" y="4"/>
                    </a:cubicBezTo>
                    <a:cubicBezTo>
                      <a:pt x="26" y="3"/>
                      <a:pt x="26" y="2"/>
                      <a:pt x="25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2" name="Freeform 756">
                <a:extLst>
                  <a:ext uri="{FF2B5EF4-FFF2-40B4-BE49-F238E27FC236}">
                    <a16:creationId xmlns:a16="http://schemas.microsoft.com/office/drawing/2014/main" xmlns="" id="{A298E54F-3EC4-4B68-B327-3C9ECCD1F4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64049" y="511175"/>
                <a:ext cx="98425" cy="100013"/>
              </a:xfrm>
              <a:custGeom>
                <a:avLst/>
                <a:gdLst>
                  <a:gd name="T0" fmla="*/ 6 w 26"/>
                  <a:gd name="T1" fmla="*/ 13 h 26"/>
                  <a:gd name="T2" fmla="*/ 6 w 26"/>
                  <a:gd name="T3" fmla="*/ 13 h 26"/>
                  <a:gd name="T4" fmla="*/ 13 w 26"/>
                  <a:gd name="T5" fmla="*/ 6 h 26"/>
                  <a:gd name="T6" fmla="*/ 20 w 26"/>
                  <a:gd name="T7" fmla="*/ 13 h 26"/>
                  <a:gd name="T8" fmla="*/ 20 w 26"/>
                  <a:gd name="T9" fmla="*/ 13 h 26"/>
                  <a:gd name="T10" fmla="*/ 20 w 26"/>
                  <a:gd name="T11" fmla="*/ 13 h 26"/>
                  <a:gd name="T12" fmla="*/ 13 w 26"/>
                  <a:gd name="T13" fmla="*/ 20 h 26"/>
                  <a:gd name="T14" fmla="*/ 6 w 26"/>
                  <a:gd name="T15" fmla="*/ 13 h 26"/>
                  <a:gd name="T16" fmla="*/ 6 w 26"/>
                  <a:gd name="T17" fmla="*/ 13 h 26"/>
                  <a:gd name="T18" fmla="*/ 13 w 26"/>
                  <a:gd name="T19" fmla="*/ 0 h 26"/>
                  <a:gd name="T20" fmla="*/ 7 w 26"/>
                  <a:gd name="T21" fmla="*/ 2 h 26"/>
                  <a:gd name="T22" fmla="*/ 9 w 26"/>
                  <a:gd name="T23" fmla="*/ 3 h 26"/>
                  <a:gd name="T24" fmla="*/ 3 w 26"/>
                  <a:gd name="T25" fmla="*/ 9 h 26"/>
                  <a:gd name="T26" fmla="*/ 2 w 26"/>
                  <a:gd name="T27" fmla="*/ 8 h 26"/>
                  <a:gd name="T28" fmla="*/ 0 w 26"/>
                  <a:gd name="T29" fmla="*/ 13 h 26"/>
                  <a:gd name="T30" fmla="*/ 13 w 26"/>
                  <a:gd name="T31" fmla="*/ 26 h 26"/>
                  <a:gd name="T32" fmla="*/ 26 w 26"/>
                  <a:gd name="T33" fmla="*/ 13 h 26"/>
                  <a:gd name="T34" fmla="*/ 13 w 26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6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10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7"/>
                      <a:pt x="17" y="20"/>
                      <a:pt x="13" y="20"/>
                    </a:cubicBezTo>
                    <a:cubicBezTo>
                      <a:pt x="10" y="20"/>
                      <a:pt x="6" y="17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1" y="0"/>
                      <a:pt x="9" y="1"/>
                      <a:pt x="7" y="2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1" y="9"/>
                      <a:pt x="0" y="11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1" y="26"/>
                      <a:pt x="26" y="20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3" name="Freeform 757">
                <a:extLst>
                  <a:ext uri="{FF2B5EF4-FFF2-40B4-BE49-F238E27FC236}">
                    <a16:creationId xmlns:a16="http://schemas.microsoft.com/office/drawing/2014/main" xmlns="" id="{6FB162E6-5831-4443-BF4D-6AF62FF7B3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28474" y="214812"/>
                <a:ext cx="96838" cy="95250"/>
              </a:xfrm>
              <a:custGeom>
                <a:avLst/>
                <a:gdLst>
                  <a:gd name="T0" fmla="*/ 6 w 26"/>
                  <a:gd name="T1" fmla="*/ 13 h 25"/>
                  <a:gd name="T2" fmla="*/ 6 w 26"/>
                  <a:gd name="T3" fmla="*/ 13 h 25"/>
                  <a:gd name="T4" fmla="*/ 13 w 26"/>
                  <a:gd name="T5" fmla="*/ 6 h 25"/>
                  <a:gd name="T6" fmla="*/ 20 w 26"/>
                  <a:gd name="T7" fmla="*/ 13 h 25"/>
                  <a:gd name="T8" fmla="*/ 20 w 26"/>
                  <a:gd name="T9" fmla="*/ 13 h 25"/>
                  <a:gd name="T10" fmla="*/ 20 w 26"/>
                  <a:gd name="T11" fmla="*/ 13 h 25"/>
                  <a:gd name="T12" fmla="*/ 13 w 26"/>
                  <a:gd name="T13" fmla="*/ 19 h 25"/>
                  <a:gd name="T14" fmla="*/ 6 w 26"/>
                  <a:gd name="T15" fmla="*/ 13 h 25"/>
                  <a:gd name="T16" fmla="*/ 6 w 26"/>
                  <a:gd name="T17" fmla="*/ 13 h 25"/>
                  <a:gd name="T18" fmla="*/ 13 w 26"/>
                  <a:gd name="T19" fmla="*/ 0 h 25"/>
                  <a:gd name="T20" fmla="*/ 7 w 26"/>
                  <a:gd name="T21" fmla="*/ 1 h 25"/>
                  <a:gd name="T22" fmla="*/ 9 w 26"/>
                  <a:gd name="T23" fmla="*/ 4 h 25"/>
                  <a:gd name="T24" fmla="*/ 3 w 26"/>
                  <a:gd name="T25" fmla="*/ 10 h 25"/>
                  <a:gd name="T26" fmla="*/ 1 w 26"/>
                  <a:gd name="T27" fmla="*/ 8 h 25"/>
                  <a:gd name="T28" fmla="*/ 0 w 26"/>
                  <a:gd name="T29" fmla="*/ 13 h 25"/>
                  <a:gd name="T30" fmla="*/ 13 w 26"/>
                  <a:gd name="T31" fmla="*/ 25 h 25"/>
                  <a:gd name="T32" fmla="*/ 26 w 26"/>
                  <a:gd name="T33" fmla="*/ 13 h 25"/>
                  <a:gd name="T34" fmla="*/ 13 w 26"/>
                  <a:gd name="T3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9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6"/>
                      <a:pt x="17" y="19"/>
                      <a:pt x="13" y="19"/>
                    </a:cubicBezTo>
                    <a:cubicBezTo>
                      <a:pt x="9" y="19"/>
                      <a:pt x="6" y="16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1" y="0"/>
                      <a:pt x="9" y="0"/>
                      <a:pt x="7" y="1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1"/>
                      <a:pt x="0" y="13"/>
                    </a:cubicBezTo>
                    <a:cubicBezTo>
                      <a:pt x="0" y="20"/>
                      <a:pt x="6" y="25"/>
                      <a:pt x="13" y="25"/>
                    </a:cubicBezTo>
                    <a:cubicBezTo>
                      <a:pt x="20" y="25"/>
                      <a:pt x="26" y="20"/>
                      <a:pt x="26" y="13"/>
                    </a:cubicBezTo>
                    <a:cubicBezTo>
                      <a:pt x="26" y="5"/>
                      <a:pt x="20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4" name="Freeform 758">
                <a:extLst>
                  <a:ext uri="{FF2B5EF4-FFF2-40B4-BE49-F238E27FC236}">
                    <a16:creationId xmlns:a16="http://schemas.microsoft.com/office/drawing/2014/main" xmlns="" id="{BEB762FC-807C-47DD-B6D3-57F88E3284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49662" y="160337"/>
                <a:ext cx="98425" cy="98425"/>
              </a:xfrm>
              <a:custGeom>
                <a:avLst/>
                <a:gdLst>
                  <a:gd name="T0" fmla="*/ 6 w 26"/>
                  <a:gd name="T1" fmla="*/ 13 h 26"/>
                  <a:gd name="T2" fmla="*/ 6 w 26"/>
                  <a:gd name="T3" fmla="*/ 13 h 26"/>
                  <a:gd name="T4" fmla="*/ 13 w 26"/>
                  <a:gd name="T5" fmla="*/ 6 h 26"/>
                  <a:gd name="T6" fmla="*/ 20 w 26"/>
                  <a:gd name="T7" fmla="*/ 13 h 26"/>
                  <a:gd name="T8" fmla="*/ 20 w 26"/>
                  <a:gd name="T9" fmla="*/ 13 h 26"/>
                  <a:gd name="T10" fmla="*/ 20 w 26"/>
                  <a:gd name="T11" fmla="*/ 13 h 26"/>
                  <a:gd name="T12" fmla="*/ 13 w 26"/>
                  <a:gd name="T13" fmla="*/ 20 h 26"/>
                  <a:gd name="T14" fmla="*/ 6 w 26"/>
                  <a:gd name="T15" fmla="*/ 13 h 26"/>
                  <a:gd name="T16" fmla="*/ 6 w 26"/>
                  <a:gd name="T17" fmla="*/ 13 h 26"/>
                  <a:gd name="T18" fmla="*/ 13 w 26"/>
                  <a:gd name="T19" fmla="*/ 0 h 26"/>
                  <a:gd name="T20" fmla="*/ 9 w 26"/>
                  <a:gd name="T21" fmla="*/ 1 h 26"/>
                  <a:gd name="T22" fmla="*/ 9 w 26"/>
                  <a:gd name="T23" fmla="*/ 1 h 26"/>
                  <a:gd name="T24" fmla="*/ 3 w 26"/>
                  <a:gd name="T25" fmla="*/ 7 h 26"/>
                  <a:gd name="T26" fmla="*/ 2 w 26"/>
                  <a:gd name="T27" fmla="*/ 6 h 26"/>
                  <a:gd name="T28" fmla="*/ 0 w 26"/>
                  <a:gd name="T29" fmla="*/ 13 h 26"/>
                  <a:gd name="T30" fmla="*/ 13 w 26"/>
                  <a:gd name="T31" fmla="*/ 26 h 26"/>
                  <a:gd name="T32" fmla="*/ 26 w 26"/>
                  <a:gd name="T33" fmla="*/ 13 h 26"/>
                  <a:gd name="T34" fmla="*/ 13 w 26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6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10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7"/>
                      <a:pt x="17" y="20"/>
                      <a:pt x="13" y="20"/>
                    </a:cubicBezTo>
                    <a:cubicBezTo>
                      <a:pt x="10" y="20"/>
                      <a:pt x="6" y="17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2" y="0"/>
                      <a:pt x="11" y="1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8"/>
                      <a:pt x="0" y="11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1" y="26"/>
                      <a:pt x="26" y="20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5" name="Freeform 759">
                <a:extLst>
                  <a:ext uri="{FF2B5EF4-FFF2-40B4-BE49-F238E27FC236}">
                    <a16:creationId xmlns:a16="http://schemas.microsoft.com/office/drawing/2014/main" xmlns="" id="{CED6957E-425F-4C48-822E-D6EC91AA3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475" y="0"/>
                <a:ext cx="627063" cy="168275"/>
              </a:xfrm>
              <a:custGeom>
                <a:avLst/>
                <a:gdLst>
                  <a:gd name="T0" fmla="*/ 29 w 395"/>
                  <a:gd name="T1" fmla="*/ 0 h 106"/>
                  <a:gd name="T2" fmla="*/ 0 w 395"/>
                  <a:gd name="T3" fmla="*/ 0 h 106"/>
                  <a:gd name="T4" fmla="*/ 105 w 395"/>
                  <a:gd name="T5" fmla="*/ 106 h 106"/>
                  <a:gd name="T6" fmla="*/ 321 w 395"/>
                  <a:gd name="T7" fmla="*/ 106 h 106"/>
                  <a:gd name="T8" fmla="*/ 395 w 395"/>
                  <a:gd name="T9" fmla="*/ 34 h 106"/>
                  <a:gd name="T10" fmla="*/ 381 w 395"/>
                  <a:gd name="T11" fmla="*/ 20 h 106"/>
                  <a:gd name="T12" fmla="*/ 314 w 395"/>
                  <a:gd name="T13" fmla="*/ 84 h 106"/>
                  <a:gd name="T14" fmla="*/ 115 w 395"/>
                  <a:gd name="T15" fmla="*/ 84 h 106"/>
                  <a:gd name="T16" fmla="*/ 29 w 395"/>
                  <a:gd name="T1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06">
                    <a:moveTo>
                      <a:pt x="29" y="0"/>
                    </a:moveTo>
                    <a:lnTo>
                      <a:pt x="0" y="0"/>
                    </a:lnTo>
                    <a:lnTo>
                      <a:pt x="105" y="106"/>
                    </a:lnTo>
                    <a:lnTo>
                      <a:pt x="321" y="106"/>
                    </a:lnTo>
                    <a:lnTo>
                      <a:pt x="395" y="34"/>
                    </a:lnTo>
                    <a:lnTo>
                      <a:pt x="381" y="20"/>
                    </a:lnTo>
                    <a:lnTo>
                      <a:pt x="314" y="84"/>
                    </a:lnTo>
                    <a:lnTo>
                      <a:pt x="115" y="84"/>
                    </a:lnTo>
                    <a:lnTo>
                      <a:pt x="2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7" name="Freeform 761">
                <a:extLst>
                  <a:ext uri="{FF2B5EF4-FFF2-40B4-BE49-F238E27FC236}">
                    <a16:creationId xmlns:a16="http://schemas.microsoft.com/office/drawing/2014/main" xmlns="" id="{1DDD8EDD-EC06-43D2-A014-BDEFBA16B3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762" y="0"/>
                <a:ext cx="279400" cy="255588"/>
              </a:xfrm>
              <a:custGeom>
                <a:avLst/>
                <a:gdLst>
                  <a:gd name="T0" fmla="*/ 31 w 176"/>
                  <a:gd name="T1" fmla="*/ 0 h 161"/>
                  <a:gd name="T2" fmla="*/ 0 w 176"/>
                  <a:gd name="T3" fmla="*/ 0 h 161"/>
                  <a:gd name="T4" fmla="*/ 162 w 176"/>
                  <a:gd name="T5" fmla="*/ 161 h 161"/>
                  <a:gd name="T6" fmla="*/ 176 w 176"/>
                  <a:gd name="T7" fmla="*/ 147 h 161"/>
                  <a:gd name="T8" fmla="*/ 171 w 176"/>
                  <a:gd name="T9" fmla="*/ 140 h 161"/>
                  <a:gd name="T10" fmla="*/ 31 w 176"/>
                  <a:gd name="T11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6" h="161">
                    <a:moveTo>
                      <a:pt x="31" y="0"/>
                    </a:moveTo>
                    <a:lnTo>
                      <a:pt x="0" y="0"/>
                    </a:lnTo>
                    <a:lnTo>
                      <a:pt x="162" y="161"/>
                    </a:lnTo>
                    <a:lnTo>
                      <a:pt x="176" y="147"/>
                    </a:lnTo>
                    <a:lnTo>
                      <a:pt x="171" y="140"/>
                    </a:lnTo>
                    <a:lnTo>
                      <a:pt x="3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9" name="Freeform 763">
                <a:extLst>
                  <a:ext uri="{FF2B5EF4-FFF2-40B4-BE49-F238E27FC236}">
                    <a16:creationId xmlns:a16="http://schemas.microsoft.com/office/drawing/2014/main" xmlns="" id="{375AE437-D1C2-45EF-910A-B7D9B945B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050" y="0"/>
                <a:ext cx="928688" cy="546100"/>
              </a:xfrm>
              <a:custGeom>
                <a:avLst/>
                <a:gdLst>
                  <a:gd name="T0" fmla="*/ 31 w 585"/>
                  <a:gd name="T1" fmla="*/ 0 h 344"/>
                  <a:gd name="T2" fmla="*/ 0 w 585"/>
                  <a:gd name="T3" fmla="*/ 0 h 344"/>
                  <a:gd name="T4" fmla="*/ 252 w 585"/>
                  <a:gd name="T5" fmla="*/ 250 h 344"/>
                  <a:gd name="T6" fmla="*/ 475 w 585"/>
                  <a:gd name="T7" fmla="*/ 250 h 344"/>
                  <a:gd name="T8" fmla="*/ 570 w 585"/>
                  <a:gd name="T9" fmla="*/ 344 h 344"/>
                  <a:gd name="T10" fmla="*/ 585 w 585"/>
                  <a:gd name="T11" fmla="*/ 329 h 344"/>
                  <a:gd name="T12" fmla="*/ 580 w 585"/>
                  <a:gd name="T13" fmla="*/ 327 h 344"/>
                  <a:gd name="T14" fmla="*/ 482 w 585"/>
                  <a:gd name="T15" fmla="*/ 229 h 344"/>
                  <a:gd name="T16" fmla="*/ 261 w 585"/>
                  <a:gd name="T17" fmla="*/ 229 h 344"/>
                  <a:gd name="T18" fmla="*/ 31 w 585"/>
                  <a:gd name="T19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5" h="344">
                    <a:moveTo>
                      <a:pt x="31" y="0"/>
                    </a:moveTo>
                    <a:lnTo>
                      <a:pt x="0" y="0"/>
                    </a:lnTo>
                    <a:lnTo>
                      <a:pt x="252" y="250"/>
                    </a:lnTo>
                    <a:lnTo>
                      <a:pt x="475" y="250"/>
                    </a:lnTo>
                    <a:lnTo>
                      <a:pt x="570" y="344"/>
                    </a:lnTo>
                    <a:lnTo>
                      <a:pt x="585" y="329"/>
                    </a:lnTo>
                    <a:lnTo>
                      <a:pt x="580" y="327"/>
                    </a:lnTo>
                    <a:lnTo>
                      <a:pt x="482" y="229"/>
                    </a:lnTo>
                    <a:lnTo>
                      <a:pt x="261" y="229"/>
                    </a:lnTo>
                    <a:lnTo>
                      <a:pt x="3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1" name="Freeform 765">
                <a:extLst>
                  <a:ext uri="{FF2B5EF4-FFF2-40B4-BE49-F238E27FC236}">
                    <a16:creationId xmlns:a16="http://schemas.microsoft.com/office/drawing/2014/main" xmlns="" id="{2503EF39-56CE-4D9F-9032-875B3CC2F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450" y="0"/>
                <a:ext cx="214313" cy="192088"/>
              </a:xfrm>
              <a:custGeom>
                <a:avLst/>
                <a:gdLst>
                  <a:gd name="T0" fmla="*/ 28 w 135"/>
                  <a:gd name="T1" fmla="*/ 0 h 121"/>
                  <a:gd name="T2" fmla="*/ 0 w 135"/>
                  <a:gd name="T3" fmla="*/ 0 h 121"/>
                  <a:gd name="T4" fmla="*/ 121 w 135"/>
                  <a:gd name="T5" fmla="*/ 121 h 121"/>
                  <a:gd name="T6" fmla="*/ 135 w 135"/>
                  <a:gd name="T7" fmla="*/ 106 h 121"/>
                  <a:gd name="T8" fmla="*/ 135 w 135"/>
                  <a:gd name="T9" fmla="*/ 106 h 121"/>
                  <a:gd name="T10" fmla="*/ 28 w 1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21">
                    <a:moveTo>
                      <a:pt x="28" y="0"/>
                    </a:moveTo>
                    <a:lnTo>
                      <a:pt x="0" y="0"/>
                    </a:lnTo>
                    <a:lnTo>
                      <a:pt x="121" y="121"/>
                    </a:lnTo>
                    <a:lnTo>
                      <a:pt x="135" y="106"/>
                    </a:lnTo>
                    <a:lnTo>
                      <a:pt x="135" y="106"/>
                    </a:lnTo>
                    <a:lnTo>
                      <a:pt x="2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23" name="Freeform 767">
              <a:extLst>
                <a:ext uri="{FF2B5EF4-FFF2-40B4-BE49-F238E27FC236}">
                  <a16:creationId xmlns:a16="http://schemas.microsoft.com/office/drawing/2014/main" xmlns="" id="{AFCFBE2A-D764-45A0-805B-FB909DECCE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8158" y="-2497"/>
              <a:ext cx="226051" cy="474707"/>
            </a:xfrm>
            <a:custGeom>
              <a:avLst/>
              <a:gdLst>
                <a:gd name="T0" fmla="*/ 10 w 67"/>
                <a:gd name="T1" fmla="*/ 130 h 140"/>
                <a:gd name="T2" fmla="*/ 10 w 67"/>
                <a:gd name="T3" fmla="*/ 130 h 140"/>
                <a:gd name="T4" fmla="*/ 13 w 67"/>
                <a:gd name="T5" fmla="*/ 127 h 140"/>
                <a:gd name="T6" fmla="*/ 16 w 67"/>
                <a:gd name="T7" fmla="*/ 130 h 140"/>
                <a:gd name="T8" fmla="*/ 16 w 67"/>
                <a:gd name="T9" fmla="*/ 130 h 140"/>
                <a:gd name="T10" fmla="*/ 16 w 67"/>
                <a:gd name="T11" fmla="*/ 130 h 140"/>
                <a:gd name="T12" fmla="*/ 13 w 67"/>
                <a:gd name="T13" fmla="*/ 133 h 140"/>
                <a:gd name="T14" fmla="*/ 10 w 67"/>
                <a:gd name="T15" fmla="*/ 130 h 140"/>
                <a:gd name="T16" fmla="*/ 10 w 67"/>
                <a:gd name="T17" fmla="*/ 130 h 140"/>
                <a:gd name="T18" fmla="*/ 10 w 67"/>
                <a:gd name="T19" fmla="*/ 26 h 140"/>
                <a:gd name="T20" fmla="*/ 10 w 67"/>
                <a:gd name="T21" fmla="*/ 26 h 140"/>
                <a:gd name="T22" fmla="*/ 13 w 67"/>
                <a:gd name="T23" fmla="*/ 23 h 140"/>
                <a:gd name="T24" fmla="*/ 16 w 67"/>
                <a:gd name="T25" fmla="*/ 26 h 140"/>
                <a:gd name="T26" fmla="*/ 16 w 67"/>
                <a:gd name="T27" fmla="*/ 26 h 140"/>
                <a:gd name="T28" fmla="*/ 16 w 67"/>
                <a:gd name="T29" fmla="*/ 26 h 140"/>
                <a:gd name="T30" fmla="*/ 13 w 67"/>
                <a:gd name="T31" fmla="*/ 29 h 140"/>
                <a:gd name="T32" fmla="*/ 10 w 67"/>
                <a:gd name="T33" fmla="*/ 26 h 140"/>
                <a:gd name="T34" fmla="*/ 10 w 67"/>
                <a:gd name="T35" fmla="*/ 26 h 140"/>
                <a:gd name="T36" fmla="*/ 55 w 67"/>
                <a:gd name="T37" fmla="*/ 26 h 140"/>
                <a:gd name="T38" fmla="*/ 55 w 67"/>
                <a:gd name="T39" fmla="*/ 26 h 140"/>
                <a:gd name="T40" fmla="*/ 58 w 67"/>
                <a:gd name="T41" fmla="*/ 23 h 140"/>
                <a:gd name="T42" fmla="*/ 61 w 67"/>
                <a:gd name="T43" fmla="*/ 26 h 140"/>
                <a:gd name="T44" fmla="*/ 61 w 67"/>
                <a:gd name="T45" fmla="*/ 26 h 140"/>
                <a:gd name="T46" fmla="*/ 61 w 67"/>
                <a:gd name="T47" fmla="*/ 26 h 140"/>
                <a:gd name="T48" fmla="*/ 58 w 67"/>
                <a:gd name="T49" fmla="*/ 29 h 140"/>
                <a:gd name="T50" fmla="*/ 55 w 67"/>
                <a:gd name="T51" fmla="*/ 26 h 140"/>
                <a:gd name="T52" fmla="*/ 55 w 67"/>
                <a:gd name="T53" fmla="*/ 26 h 140"/>
                <a:gd name="T54" fmla="*/ 67 w 67"/>
                <a:gd name="T55" fmla="*/ 0 h 140"/>
                <a:gd name="T56" fmla="*/ 49 w 67"/>
                <a:gd name="T57" fmla="*/ 0 h 140"/>
                <a:gd name="T58" fmla="*/ 18 w 67"/>
                <a:gd name="T59" fmla="*/ 0 h 140"/>
                <a:gd name="T60" fmla="*/ 16 w 67"/>
                <a:gd name="T61" fmla="*/ 0 h 140"/>
                <a:gd name="T62" fmla="*/ 7 w 67"/>
                <a:gd name="T63" fmla="*/ 10 h 140"/>
                <a:gd name="T64" fmla="*/ 7 w 67"/>
                <a:gd name="T65" fmla="*/ 12 h 140"/>
                <a:gd name="T66" fmla="*/ 7 w 67"/>
                <a:gd name="T67" fmla="*/ 36 h 140"/>
                <a:gd name="T68" fmla="*/ 7 w 67"/>
                <a:gd name="T69" fmla="*/ 45 h 140"/>
                <a:gd name="T70" fmla="*/ 7 w 67"/>
                <a:gd name="T71" fmla="*/ 53 h 140"/>
                <a:gd name="T72" fmla="*/ 0 w 67"/>
                <a:gd name="T73" fmla="*/ 59 h 140"/>
                <a:gd name="T74" fmla="*/ 0 w 67"/>
                <a:gd name="T75" fmla="*/ 100 h 140"/>
                <a:gd name="T76" fmla="*/ 7 w 67"/>
                <a:gd name="T77" fmla="*/ 106 h 140"/>
                <a:gd name="T78" fmla="*/ 7 w 67"/>
                <a:gd name="T79" fmla="*/ 123 h 140"/>
                <a:gd name="T80" fmla="*/ 7 w 67"/>
                <a:gd name="T81" fmla="*/ 123 h 140"/>
                <a:gd name="T82" fmla="*/ 3 w 67"/>
                <a:gd name="T83" fmla="*/ 130 h 140"/>
                <a:gd name="T84" fmla="*/ 13 w 67"/>
                <a:gd name="T85" fmla="*/ 140 h 140"/>
                <a:gd name="T86" fmla="*/ 23 w 67"/>
                <a:gd name="T87" fmla="*/ 130 h 140"/>
                <a:gd name="T88" fmla="*/ 18 w 67"/>
                <a:gd name="T89" fmla="*/ 122 h 140"/>
                <a:gd name="T90" fmla="*/ 18 w 67"/>
                <a:gd name="T91" fmla="*/ 65 h 140"/>
                <a:gd name="T92" fmla="*/ 30 w 67"/>
                <a:gd name="T93" fmla="*/ 53 h 140"/>
                <a:gd name="T94" fmla="*/ 57 w 67"/>
                <a:gd name="T95" fmla="*/ 53 h 140"/>
                <a:gd name="T96" fmla="*/ 67 w 67"/>
                <a:gd name="T97" fmla="*/ 44 h 140"/>
                <a:gd name="T98" fmla="*/ 67 w 67"/>
                <a:gd name="T99" fmla="*/ 18 h 140"/>
                <a:gd name="T100" fmla="*/ 67 w 67"/>
                <a:gd name="T101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140">
                  <a:moveTo>
                    <a:pt x="10" y="130"/>
                  </a:moveTo>
                  <a:cubicBezTo>
                    <a:pt x="10" y="130"/>
                    <a:pt x="10" y="130"/>
                    <a:pt x="10" y="130"/>
                  </a:cubicBezTo>
                  <a:cubicBezTo>
                    <a:pt x="10" y="129"/>
                    <a:pt x="11" y="127"/>
                    <a:pt x="13" y="127"/>
                  </a:cubicBezTo>
                  <a:cubicBezTo>
                    <a:pt x="15" y="127"/>
                    <a:pt x="16" y="129"/>
                    <a:pt x="16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6" y="132"/>
                    <a:pt x="15" y="133"/>
                    <a:pt x="13" y="133"/>
                  </a:cubicBezTo>
                  <a:cubicBezTo>
                    <a:pt x="11" y="133"/>
                    <a:pt x="10" y="132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25"/>
                    <a:pt x="11" y="23"/>
                    <a:pt x="13" y="23"/>
                  </a:cubicBezTo>
                  <a:cubicBezTo>
                    <a:pt x="15" y="23"/>
                    <a:pt x="16" y="25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5" y="29"/>
                    <a:pt x="13" y="29"/>
                  </a:cubicBezTo>
                  <a:cubicBezTo>
                    <a:pt x="11" y="29"/>
                    <a:pt x="10" y="28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moveTo>
                    <a:pt x="55" y="26"/>
                  </a:moveTo>
                  <a:cubicBezTo>
                    <a:pt x="55" y="26"/>
                    <a:pt x="55" y="26"/>
                    <a:pt x="55" y="26"/>
                  </a:cubicBezTo>
                  <a:cubicBezTo>
                    <a:pt x="55" y="25"/>
                    <a:pt x="57" y="23"/>
                    <a:pt x="58" y="23"/>
                  </a:cubicBezTo>
                  <a:cubicBezTo>
                    <a:pt x="60" y="23"/>
                    <a:pt x="61" y="25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8"/>
                    <a:pt x="60" y="29"/>
                    <a:pt x="58" y="29"/>
                  </a:cubicBezTo>
                  <a:cubicBezTo>
                    <a:pt x="57" y="29"/>
                    <a:pt x="55" y="28"/>
                    <a:pt x="55" y="26"/>
                  </a:cubicBezTo>
                  <a:cubicBezTo>
                    <a:pt x="55" y="26"/>
                    <a:pt x="55" y="26"/>
                    <a:pt x="55" y="26"/>
                  </a:cubicBezTo>
                  <a:moveTo>
                    <a:pt x="67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7" y="106"/>
                    <a:pt x="7" y="106"/>
                    <a:pt x="7" y="106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5" y="125"/>
                    <a:pt x="3" y="127"/>
                    <a:pt x="3" y="130"/>
                  </a:cubicBezTo>
                  <a:cubicBezTo>
                    <a:pt x="3" y="136"/>
                    <a:pt x="8" y="140"/>
                    <a:pt x="13" y="140"/>
                  </a:cubicBezTo>
                  <a:cubicBezTo>
                    <a:pt x="18" y="140"/>
                    <a:pt x="23" y="136"/>
                    <a:pt x="23" y="130"/>
                  </a:cubicBezTo>
                  <a:cubicBezTo>
                    <a:pt x="23" y="127"/>
                    <a:pt x="21" y="124"/>
                    <a:pt x="18" y="122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54" name="그룹 353">
            <a:extLst>
              <a:ext uri="{FF2B5EF4-FFF2-40B4-BE49-F238E27FC236}">
                <a16:creationId xmlns:a16="http://schemas.microsoft.com/office/drawing/2014/main" xmlns="" id="{E93324E9-7CC3-4E69-A5A1-337C38E5E316}"/>
              </a:ext>
            </a:extLst>
          </p:cNvPr>
          <p:cNvGrpSpPr/>
          <p:nvPr/>
        </p:nvGrpSpPr>
        <p:grpSpPr>
          <a:xfrm rot="5400000" flipV="1">
            <a:off x="-976036" y="7491768"/>
            <a:ext cx="2628270" cy="676193"/>
            <a:chOff x="3602866" y="-2497"/>
            <a:chExt cx="3255134" cy="837471"/>
          </a:xfrm>
        </p:grpSpPr>
        <p:grpSp>
          <p:nvGrpSpPr>
            <p:cNvPr id="355" name="그룹 354">
              <a:extLst>
                <a:ext uri="{FF2B5EF4-FFF2-40B4-BE49-F238E27FC236}">
                  <a16:creationId xmlns:a16="http://schemas.microsoft.com/office/drawing/2014/main" xmlns="" id="{5AAE17D8-7EE5-4E45-8C6F-81B42BE55CD7}"/>
                </a:ext>
              </a:extLst>
            </p:cNvPr>
            <p:cNvGrpSpPr/>
            <p:nvPr/>
          </p:nvGrpSpPr>
          <p:grpSpPr>
            <a:xfrm>
              <a:off x="6555657" y="-1"/>
              <a:ext cx="302343" cy="156823"/>
              <a:chOff x="6518275" y="0"/>
              <a:chExt cx="339725" cy="176213"/>
            </a:xfrm>
            <a:solidFill>
              <a:schemeClr val="accent1">
                <a:alpha val="30000"/>
              </a:schemeClr>
            </a:solidFill>
          </p:grpSpPr>
          <p:sp>
            <p:nvSpPr>
              <p:cNvPr id="403" name="Freeform 704">
                <a:extLst>
                  <a:ext uri="{FF2B5EF4-FFF2-40B4-BE49-F238E27FC236}">
                    <a16:creationId xmlns:a16="http://schemas.microsoft.com/office/drawing/2014/main" xmlns="" id="{E534C7C5-9DA2-4226-AB78-66162E75B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650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4" name="Line 705">
                <a:extLst>
                  <a:ext uri="{FF2B5EF4-FFF2-40B4-BE49-F238E27FC236}">
                    <a16:creationId xmlns:a16="http://schemas.microsoft.com/office/drawing/2014/main" xmlns="" id="{FC816943-9F06-4C19-8486-2983EDD08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5" name="Line 706">
                <a:extLst>
                  <a:ext uri="{FF2B5EF4-FFF2-40B4-BE49-F238E27FC236}">
                    <a16:creationId xmlns:a16="http://schemas.microsoft.com/office/drawing/2014/main" xmlns="" id="{3A9B282D-761F-48BF-B74D-9F6B5B428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6" name="Line 707">
                <a:extLst>
                  <a:ext uri="{FF2B5EF4-FFF2-40B4-BE49-F238E27FC236}">
                    <a16:creationId xmlns:a16="http://schemas.microsoft.com/office/drawing/2014/main" xmlns="" id="{421DCF58-E09C-480D-878D-4B3FE6617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7" name="Line 708">
                <a:extLst>
                  <a:ext uri="{FF2B5EF4-FFF2-40B4-BE49-F238E27FC236}">
                    <a16:creationId xmlns:a16="http://schemas.microsoft.com/office/drawing/2014/main" xmlns="" id="{C0891A58-750E-48BD-A575-83391ED72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8" name="Freeform 709">
                <a:extLst>
                  <a:ext uri="{FF2B5EF4-FFF2-40B4-BE49-F238E27FC236}">
                    <a16:creationId xmlns:a16="http://schemas.microsoft.com/office/drawing/2014/main" xmlns="" id="{204BFCA0-ECF2-4D1A-B4DA-66B616072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8625" y="61913"/>
                <a:ext cx="79375" cy="114300"/>
              </a:xfrm>
              <a:custGeom>
                <a:avLst/>
                <a:gdLst>
                  <a:gd name="T0" fmla="*/ 15 w 21"/>
                  <a:gd name="T1" fmla="*/ 0 h 30"/>
                  <a:gd name="T2" fmla="*/ 0 w 21"/>
                  <a:gd name="T3" fmla="*/ 15 h 30"/>
                  <a:gd name="T4" fmla="*/ 15 w 21"/>
                  <a:gd name="T5" fmla="*/ 30 h 30"/>
                  <a:gd name="T6" fmla="*/ 21 w 21"/>
                  <a:gd name="T7" fmla="*/ 29 h 30"/>
                  <a:gd name="T8" fmla="*/ 21 w 21"/>
                  <a:gd name="T9" fmla="*/ 29 h 30"/>
                  <a:gd name="T10" fmla="*/ 21 w 21"/>
                  <a:gd name="T11" fmla="*/ 29 h 30"/>
                  <a:gd name="T12" fmla="*/ 21 w 21"/>
                  <a:gd name="T13" fmla="*/ 29 h 30"/>
                  <a:gd name="T14" fmla="*/ 21 w 21"/>
                  <a:gd name="T15" fmla="*/ 29 h 30"/>
                  <a:gd name="T16" fmla="*/ 21 w 21"/>
                  <a:gd name="T17" fmla="*/ 20 h 30"/>
                  <a:gd name="T18" fmla="*/ 15 w 21"/>
                  <a:gd name="T19" fmla="*/ 23 h 30"/>
                  <a:gd name="T20" fmla="*/ 7 w 21"/>
                  <a:gd name="T21" fmla="*/ 15 h 30"/>
                  <a:gd name="T22" fmla="*/ 15 w 21"/>
                  <a:gd name="T23" fmla="*/ 7 h 30"/>
                  <a:gd name="T24" fmla="*/ 21 w 21"/>
                  <a:gd name="T25" fmla="*/ 9 h 30"/>
                  <a:gd name="T26" fmla="*/ 21 w 21"/>
                  <a:gd name="T27" fmla="*/ 1 h 30"/>
                  <a:gd name="T28" fmla="*/ 21 w 21"/>
                  <a:gd name="T29" fmla="*/ 1 h 30"/>
                  <a:gd name="T30" fmla="*/ 21 w 21"/>
                  <a:gd name="T31" fmla="*/ 1 h 30"/>
                  <a:gd name="T32" fmla="*/ 15 w 21"/>
                  <a:gd name="T3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17" y="30"/>
                      <a:pt x="19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2"/>
                      <a:pt x="18" y="23"/>
                      <a:pt x="15" y="23"/>
                    </a:cubicBezTo>
                    <a:cubicBezTo>
                      <a:pt x="11" y="23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8" y="7"/>
                      <a:pt x="20" y="8"/>
                      <a:pt x="21" y="9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9" y="0"/>
                      <a:pt x="17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9" name="Freeform 710">
                <a:extLst>
                  <a:ext uri="{FF2B5EF4-FFF2-40B4-BE49-F238E27FC236}">
                    <a16:creationId xmlns:a16="http://schemas.microsoft.com/office/drawing/2014/main" xmlns="" id="{570FC34E-38A5-4757-A5D7-8C759B349E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24637" y="61913"/>
                <a:ext cx="109538" cy="114300"/>
              </a:xfrm>
              <a:custGeom>
                <a:avLst/>
                <a:gdLst>
                  <a:gd name="T0" fmla="*/ 15 w 29"/>
                  <a:gd name="T1" fmla="*/ 23 h 30"/>
                  <a:gd name="T2" fmla="*/ 7 w 29"/>
                  <a:gd name="T3" fmla="*/ 15 h 30"/>
                  <a:gd name="T4" fmla="*/ 15 w 29"/>
                  <a:gd name="T5" fmla="*/ 7 h 30"/>
                  <a:gd name="T6" fmla="*/ 23 w 29"/>
                  <a:gd name="T7" fmla="*/ 15 h 30"/>
                  <a:gd name="T8" fmla="*/ 15 w 29"/>
                  <a:gd name="T9" fmla="*/ 23 h 30"/>
                  <a:gd name="T10" fmla="*/ 15 w 29"/>
                  <a:gd name="T11" fmla="*/ 0 h 30"/>
                  <a:gd name="T12" fmla="*/ 0 w 29"/>
                  <a:gd name="T13" fmla="*/ 15 h 30"/>
                  <a:gd name="T14" fmla="*/ 15 w 29"/>
                  <a:gd name="T15" fmla="*/ 30 h 30"/>
                  <a:gd name="T16" fmla="*/ 29 w 29"/>
                  <a:gd name="T17" fmla="*/ 15 h 30"/>
                  <a:gd name="T18" fmla="*/ 26 w 29"/>
                  <a:gd name="T19" fmla="*/ 5 h 30"/>
                  <a:gd name="T20" fmla="*/ 25 w 29"/>
                  <a:gd name="T21" fmla="*/ 6 h 30"/>
                  <a:gd name="T22" fmla="*/ 20 w 29"/>
                  <a:gd name="T23" fmla="*/ 1 h 30"/>
                  <a:gd name="T24" fmla="*/ 20 w 29"/>
                  <a:gd name="T25" fmla="*/ 1 h 30"/>
                  <a:gd name="T26" fmla="*/ 15 w 29"/>
                  <a:gd name="T2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30">
                    <a:moveTo>
                      <a:pt x="15" y="23"/>
                    </a:moveTo>
                    <a:cubicBezTo>
                      <a:pt x="10" y="23"/>
                      <a:pt x="7" y="19"/>
                      <a:pt x="7" y="15"/>
                    </a:cubicBezTo>
                    <a:cubicBezTo>
                      <a:pt x="7" y="10"/>
                      <a:pt x="10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moveTo>
                      <a:pt x="15" y="0"/>
                    </a:moveTo>
                    <a:cubicBezTo>
                      <a:pt x="6" y="0"/>
                      <a:pt x="0" y="7"/>
                      <a:pt x="0" y="15"/>
                    </a:cubicBezTo>
                    <a:cubicBezTo>
                      <a:pt x="0" y="23"/>
                      <a:pt x="6" y="30"/>
                      <a:pt x="15" y="30"/>
                    </a:cubicBezTo>
                    <a:cubicBezTo>
                      <a:pt x="23" y="30"/>
                      <a:pt x="29" y="23"/>
                      <a:pt x="29" y="15"/>
                    </a:cubicBezTo>
                    <a:cubicBezTo>
                      <a:pt x="29" y="11"/>
                      <a:pt x="28" y="8"/>
                      <a:pt x="26" y="5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0"/>
                      <a:pt x="16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10" name="Freeform 711">
                <a:extLst>
                  <a:ext uri="{FF2B5EF4-FFF2-40B4-BE49-F238E27FC236}">
                    <a16:creationId xmlns:a16="http://schemas.microsoft.com/office/drawing/2014/main" xmlns="" id="{429A8EE0-5A9C-44E6-9F30-AE9BB1A7D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9250" y="0"/>
                <a:ext cx="98425" cy="84138"/>
              </a:xfrm>
              <a:custGeom>
                <a:avLst/>
                <a:gdLst>
                  <a:gd name="T0" fmla="*/ 62 w 62"/>
                  <a:gd name="T1" fmla="*/ 0 h 53"/>
                  <a:gd name="T2" fmla="*/ 41 w 62"/>
                  <a:gd name="T3" fmla="*/ 0 h 53"/>
                  <a:gd name="T4" fmla="*/ 0 w 62"/>
                  <a:gd name="T5" fmla="*/ 41 h 53"/>
                  <a:gd name="T6" fmla="*/ 0 w 62"/>
                  <a:gd name="T7" fmla="*/ 41 h 53"/>
                  <a:gd name="T8" fmla="*/ 12 w 62"/>
                  <a:gd name="T9" fmla="*/ 53 h 53"/>
                  <a:gd name="T10" fmla="*/ 15 w 62"/>
                  <a:gd name="T11" fmla="*/ 51 h 53"/>
                  <a:gd name="T12" fmla="*/ 62 w 62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53">
                    <a:moveTo>
                      <a:pt x="62" y="0"/>
                    </a:moveTo>
                    <a:lnTo>
                      <a:pt x="41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12" y="53"/>
                    </a:lnTo>
                    <a:lnTo>
                      <a:pt x="15" y="5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11" name="Freeform 713">
                <a:extLst>
                  <a:ext uri="{FF2B5EF4-FFF2-40B4-BE49-F238E27FC236}">
                    <a16:creationId xmlns:a16="http://schemas.microsoft.com/office/drawing/2014/main" xmlns="" id="{6A2CE727-2A1A-4016-878E-8FCFCFB5D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8275" y="0"/>
                <a:ext cx="49213" cy="15875"/>
              </a:xfrm>
              <a:custGeom>
                <a:avLst/>
                <a:gdLst>
                  <a:gd name="T0" fmla="*/ 13 w 13"/>
                  <a:gd name="T1" fmla="*/ 0 h 4"/>
                  <a:gd name="T2" fmla="*/ 9 w 13"/>
                  <a:gd name="T3" fmla="*/ 0 h 4"/>
                  <a:gd name="T4" fmla="*/ 7 w 13"/>
                  <a:gd name="T5" fmla="*/ 1 h 4"/>
                  <a:gd name="T6" fmla="*/ 5 w 13"/>
                  <a:gd name="T7" fmla="*/ 0 h 4"/>
                  <a:gd name="T8" fmla="*/ 0 w 13"/>
                  <a:gd name="T9" fmla="*/ 0 h 4"/>
                  <a:gd name="T10" fmla="*/ 7 w 13"/>
                  <a:gd name="T11" fmla="*/ 4 h 4"/>
                  <a:gd name="T12" fmla="*/ 13 w 1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">
                    <a:moveTo>
                      <a:pt x="13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2"/>
                      <a:pt x="4" y="4"/>
                      <a:pt x="7" y="4"/>
                    </a:cubicBezTo>
                    <a:cubicBezTo>
                      <a:pt x="10" y="4"/>
                      <a:pt x="12" y="2"/>
                      <a:pt x="13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356" name="Freeform 714">
              <a:extLst>
                <a:ext uri="{FF2B5EF4-FFF2-40B4-BE49-F238E27FC236}">
                  <a16:creationId xmlns:a16="http://schemas.microsoft.com/office/drawing/2014/main" xmlns="" id="{DCBFCA40-457C-4B5B-870C-82C628949A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0943" y="238766"/>
              <a:ext cx="312233" cy="315059"/>
            </a:xfrm>
            <a:custGeom>
              <a:avLst/>
              <a:gdLst>
                <a:gd name="T0" fmla="*/ 85 w 93"/>
                <a:gd name="T1" fmla="*/ 89 h 93"/>
                <a:gd name="T2" fmla="*/ 80 w 93"/>
                <a:gd name="T3" fmla="*/ 84 h 93"/>
                <a:gd name="T4" fmla="*/ 85 w 93"/>
                <a:gd name="T5" fmla="*/ 79 h 93"/>
                <a:gd name="T6" fmla="*/ 90 w 93"/>
                <a:gd name="T7" fmla="*/ 84 h 93"/>
                <a:gd name="T8" fmla="*/ 85 w 93"/>
                <a:gd name="T9" fmla="*/ 89 h 93"/>
                <a:gd name="T10" fmla="*/ 9 w 93"/>
                <a:gd name="T11" fmla="*/ 13 h 93"/>
                <a:gd name="T12" fmla="*/ 4 w 93"/>
                <a:gd name="T13" fmla="*/ 8 h 93"/>
                <a:gd name="T14" fmla="*/ 9 w 93"/>
                <a:gd name="T15" fmla="*/ 3 h 93"/>
                <a:gd name="T16" fmla="*/ 14 w 93"/>
                <a:gd name="T17" fmla="*/ 8 h 93"/>
                <a:gd name="T18" fmla="*/ 9 w 93"/>
                <a:gd name="T19" fmla="*/ 13 h 93"/>
                <a:gd name="T20" fmla="*/ 9 w 93"/>
                <a:gd name="T21" fmla="*/ 0 h 93"/>
                <a:gd name="T22" fmla="*/ 0 w 93"/>
                <a:gd name="T23" fmla="*/ 8 h 93"/>
                <a:gd name="T24" fmla="*/ 9 w 93"/>
                <a:gd name="T25" fmla="*/ 17 h 93"/>
                <a:gd name="T26" fmla="*/ 16 w 93"/>
                <a:gd name="T27" fmla="*/ 12 h 93"/>
                <a:gd name="T28" fmla="*/ 51 w 93"/>
                <a:gd name="T29" fmla="*/ 12 h 93"/>
                <a:gd name="T30" fmla="*/ 81 w 93"/>
                <a:gd name="T31" fmla="*/ 43 h 93"/>
                <a:gd name="T32" fmla="*/ 81 w 93"/>
                <a:gd name="T33" fmla="*/ 76 h 93"/>
                <a:gd name="T34" fmla="*/ 81 w 93"/>
                <a:gd name="T35" fmla="*/ 76 h 93"/>
                <a:gd name="T36" fmla="*/ 76 w 93"/>
                <a:gd name="T37" fmla="*/ 84 h 93"/>
                <a:gd name="T38" fmla="*/ 85 w 93"/>
                <a:gd name="T39" fmla="*/ 93 h 93"/>
                <a:gd name="T40" fmla="*/ 93 w 93"/>
                <a:gd name="T41" fmla="*/ 84 h 93"/>
                <a:gd name="T42" fmla="*/ 88 w 93"/>
                <a:gd name="T43" fmla="*/ 76 h 93"/>
                <a:gd name="T44" fmla="*/ 88 w 93"/>
                <a:gd name="T45" fmla="*/ 76 h 93"/>
                <a:gd name="T46" fmla="*/ 88 w 93"/>
                <a:gd name="T47" fmla="*/ 40 h 93"/>
                <a:gd name="T48" fmla="*/ 54 w 93"/>
                <a:gd name="T49" fmla="*/ 5 h 93"/>
                <a:gd name="T50" fmla="*/ 17 w 93"/>
                <a:gd name="T51" fmla="*/ 5 h 93"/>
                <a:gd name="T52" fmla="*/ 9 w 93"/>
                <a:gd name="T5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3" h="93">
                  <a:moveTo>
                    <a:pt x="85" y="89"/>
                  </a:moveTo>
                  <a:cubicBezTo>
                    <a:pt x="82" y="89"/>
                    <a:pt x="80" y="87"/>
                    <a:pt x="80" y="84"/>
                  </a:cubicBezTo>
                  <a:cubicBezTo>
                    <a:pt x="80" y="81"/>
                    <a:pt x="82" y="79"/>
                    <a:pt x="85" y="79"/>
                  </a:cubicBezTo>
                  <a:cubicBezTo>
                    <a:pt x="87" y="79"/>
                    <a:pt x="90" y="81"/>
                    <a:pt x="90" y="84"/>
                  </a:cubicBezTo>
                  <a:cubicBezTo>
                    <a:pt x="90" y="87"/>
                    <a:pt x="87" y="89"/>
                    <a:pt x="85" y="89"/>
                  </a:cubicBezTo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1" y="3"/>
                    <a:pt x="14" y="6"/>
                    <a:pt x="14" y="8"/>
                  </a:cubicBezTo>
                  <a:cubicBezTo>
                    <a:pt x="14" y="11"/>
                    <a:pt x="11" y="13"/>
                    <a:pt x="9" y="13"/>
                  </a:cubicBezTo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2" y="17"/>
                    <a:pt x="15" y="15"/>
                    <a:pt x="16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76"/>
                    <a:pt x="81" y="76"/>
                    <a:pt x="81" y="76"/>
                  </a:cubicBezTo>
                  <a:cubicBezTo>
                    <a:pt x="81" y="76"/>
                    <a:pt x="81" y="76"/>
                    <a:pt x="81" y="76"/>
                  </a:cubicBezTo>
                  <a:cubicBezTo>
                    <a:pt x="78" y="77"/>
                    <a:pt x="76" y="80"/>
                    <a:pt x="76" y="84"/>
                  </a:cubicBezTo>
                  <a:cubicBezTo>
                    <a:pt x="76" y="89"/>
                    <a:pt x="80" y="93"/>
                    <a:pt x="85" y="93"/>
                  </a:cubicBezTo>
                  <a:cubicBezTo>
                    <a:pt x="89" y="93"/>
                    <a:pt x="93" y="89"/>
                    <a:pt x="93" y="84"/>
                  </a:cubicBezTo>
                  <a:cubicBezTo>
                    <a:pt x="93" y="80"/>
                    <a:pt x="91" y="77"/>
                    <a:pt x="88" y="76"/>
                  </a:cubicBezTo>
                  <a:cubicBezTo>
                    <a:pt x="88" y="76"/>
                    <a:pt x="88" y="76"/>
                    <a:pt x="88" y="7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xmlns="" id="{956BF760-9A13-4295-B811-DCFECC816848}"/>
                </a:ext>
              </a:extLst>
            </p:cNvPr>
            <p:cNvGrpSpPr/>
            <p:nvPr/>
          </p:nvGrpSpPr>
          <p:grpSpPr>
            <a:xfrm>
              <a:off x="6109206" y="-1"/>
              <a:ext cx="192143" cy="190731"/>
              <a:chOff x="6016625" y="0"/>
              <a:chExt cx="215900" cy="214313"/>
            </a:xfrm>
          </p:grpSpPr>
          <p:sp>
            <p:nvSpPr>
              <p:cNvPr id="401" name="Freeform 715">
                <a:extLst>
                  <a:ext uri="{FF2B5EF4-FFF2-40B4-BE49-F238E27FC236}">
                    <a16:creationId xmlns:a16="http://schemas.microsoft.com/office/drawing/2014/main" xmlns="" id="{1AAA08E3-E250-417B-8D3E-ED0178C3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16625" y="141288"/>
                <a:ext cx="71438" cy="73025"/>
              </a:xfrm>
              <a:custGeom>
                <a:avLst/>
                <a:gdLst>
                  <a:gd name="T0" fmla="*/ 10 w 19"/>
                  <a:gd name="T1" fmla="*/ 15 h 19"/>
                  <a:gd name="T2" fmla="*/ 5 w 19"/>
                  <a:gd name="T3" fmla="*/ 9 h 19"/>
                  <a:gd name="T4" fmla="*/ 10 w 19"/>
                  <a:gd name="T5" fmla="*/ 4 h 19"/>
                  <a:gd name="T6" fmla="*/ 15 w 19"/>
                  <a:gd name="T7" fmla="*/ 9 h 19"/>
                  <a:gd name="T8" fmla="*/ 10 w 19"/>
                  <a:gd name="T9" fmla="*/ 15 h 19"/>
                  <a:gd name="T10" fmla="*/ 10 w 19"/>
                  <a:gd name="T11" fmla="*/ 0 h 19"/>
                  <a:gd name="T12" fmla="*/ 0 w 19"/>
                  <a:gd name="T13" fmla="*/ 9 h 19"/>
                  <a:gd name="T14" fmla="*/ 10 w 19"/>
                  <a:gd name="T15" fmla="*/ 19 h 19"/>
                  <a:gd name="T16" fmla="*/ 19 w 19"/>
                  <a:gd name="T17" fmla="*/ 9 h 19"/>
                  <a:gd name="T18" fmla="*/ 17 w 19"/>
                  <a:gd name="T19" fmla="*/ 3 h 19"/>
                  <a:gd name="T20" fmla="*/ 16 w 19"/>
                  <a:gd name="T21" fmla="*/ 5 h 19"/>
                  <a:gd name="T22" fmla="*/ 11 w 19"/>
                  <a:gd name="T23" fmla="*/ 0 h 19"/>
                  <a:gd name="T24" fmla="*/ 11 w 19"/>
                  <a:gd name="T25" fmla="*/ 0 h 19"/>
                  <a:gd name="T26" fmla="*/ 10 w 19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9">
                    <a:moveTo>
                      <a:pt x="10" y="15"/>
                    </a:moveTo>
                    <a:cubicBezTo>
                      <a:pt x="7" y="15"/>
                      <a:pt x="5" y="12"/>
                      <a:pt x="5" y="9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3" y="4"/>
                      <a:pt x="15" y="6"/>
                      <a:pt x="15" y="9"/>
                    </a:cubicBezTo>
                    <a:cubicBezTo>
                      <a:pt x="15" y="12"/>
                      <a:pt x="13" y="15"/>
                      <a:pt x="10" y="15"/>
                    </a:cubicBezTo>
                    <a:moveTo>
                      <a:pt x="10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9"/>
                    </a:cubicBezTo>
                    <a:cubicBezTo>
                      <a:pt x="19" y="7"/>
                      <a:pt x="19" y="5"/>
                      <a:pt x="17" y="3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</a:path>
                </a:pathLst>
              </a:custGeom>
              <a:solidFill>
                <a:srgbClr val="52D3DA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2" name="Freeform 717">
                <a:extLst>
                  <a:ext uri="{FF2B5EF4-FFF2-40B4-BE49-F238E27FC236}">
                    <a16:creationId xmlns:a16="http://schemas.microsoft.com/office/drawing/2014/main" xmlns="" id="{B76B561F-6D62-4669-ACC0-02942B7B3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7900" y="0"/>
                <a:ext cx="174625" cy="160338"/>
              </a:xfrm>
              <a:custGeom>
                <a:avLst/>
                <a:gdLst>
                  <a:gd name="T0" fmla="*/ 110 w 110"/>
                  <a:gd name="T1" fmla="*/ 0 h 101"/>
                  <a:gd name="T2" fmla="*/ 88 w 110"/>
                  <a:gd name="T3" fmla="*/ 0 h 101"/>
                  <a:gd name="T4" fmla="*/ 0 w 110"/>
                  <a:gd name="T5" fmla="*/ 89 h 101"/>
                  <a:gd name="T6" fmla="*/ 0 w 110"/>
                  <a:gd name="T7" fmla="*/ 89 h 101"/>
                  <a:gd name="T8" fmla="*/ 12 w 110"/>
                  <a:gd name="T9" fmla="*/ 101 h 101"/>
                  <a:gd name="T10" fmla="*/ 15 w 110"/>
                  <a:gd name="T11" fmla="*/ 96 h 101"/>
                  <a:gd name="T12" fmla="*/ 110 w 110"/>
                  <a:gd name="T1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101">
                    <a:moveTo>
                      <a:pt x="110" y="0"/>
                    </a:moveTo>
                    <a:lnTo>
                      <a:pt x="88" y="0"/>
                    </a:lnTo>
                    <a:lnTo>
                      <a:pt x="0" y="89"/>
                    </a:lnTo>
                    <a:lnTo>
                      <a:pt x="0" y="89"/>
                    </a:lnTo>
                    <a:lnTo>
                      <a:pt x="12" y="101"/>
                    </a:lnTo>
                    <a:lnTo>
                      <a:pt x="15" y="96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52D3DA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358" name="그룹 357">
              <a:extLst>
                <a:ext uri="{FF2B5EF4-FFF2-40B4-BE49-F238E27FC236}">
                  <a16:creationId xmlns:a16="http://schemas.microsoft.com/office/drawing/2014/main" xmlns="" id="{8FF2B7B4-6EBC-43CB-BB82-5AEBD5543970}"/>
                </a:ext>
              </a:extLst>
            </p:cNvPr>
            <p:cNvGrpSpPr/>
            <p:nvPr/>
          </p:nvGrpSpPr>
          <p:grpSpPr>
            <a:xfrm>
              <a:off x="6031501" y="-1"/>
              <a:ext cx="202034" cy="190731"/>
              <a:chOff x="5929312" y="0"/>
              <a:chExt cx="227013" cy="214313"/>
            </a:xfrm>
            <a:solidFill>
              <a:schemeClr val="accent1">
                <a:alpha val="30000"/>
              </a:schemeClr>
            </a:solidFill>
          </p:grpSpPr>
          <p:sp>
            <p:nvSpPr>
              <p:cNvPr id="399" name="Freeform 716">
                <a:extLst>
                  <a:ext uri="{FF2B5EF4-FFF2-40B4-BE49-F238E27FC236}">
                    <a16:creationId xmlns:a16="http://schemas.microsoft.com/office/drawing/2014/main" xmlns="" id="{C57715FB-4B61-4346-BFFD-A337FFA7BA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9312" y="141288"/>
                <a:ext cx="73025" cy="73025"/>
              </a:xfrm>
              <a:custGeom>
                <a:avLst/>
                <a:gdLst>
                  <a:gd name="T0" fmla="*/ 10 w 19"/>
                  <a:gd name="T1" fmla="*/ 15 h 19"/>
                  <a:gd name="T2" fmla="*/ 5 w 19"/>
                  <a:gd name="T3" fmla="*/ 9 h 19"/>
                  <a:gd name="T4" fmla="*/ 10 w 19"/>
                  <a:gd name="T5" fmla="*/ 4 h 19"/>
                  <a:gd name="T6" fmla="*/ 15 w 19"/>
                  <a:gd name="T7" fmla="*/ 9 h 19"/>
                  <a:gd name="T8" fmla="*/ 10 w 19"/>
                  <a:gd name="T9" fmla="*/ 15 h 19"/>
                  <a:gd name="T10" fmla="*/ 10 w 19"/>
                  <a:gd name="T11" fmla="*/ 0 h 19"/>
                  <a:gd name="T12" fmla="*/ 0 w 19"/>
                  <a:gd name="T13" fmla="*/ 9 h 19"/>
                  <a:gd name="T14" fmla="*/ 10 w 19"/>
                  <a:gd name="T15" fmla="*/ 19 h 19"/>
                  <a:gd name="T16" fmla="*/ 19 w 19"/>
                  <a:gd name="T17" fmla="*/ 9 h 19"/>
                  <a:gd name="T18" fmla="*/ 18 w 19"/>
                  <a:gd name="T19" fmla="*/ 5 h 19"/>
                  <a:gd name="T20" fmla="*/ 18 w 19"/>
                  <a:gd name="T21" fmla="*/ 5 h 19"/>
                  <a:gd name="T22" fmla="*/ 13 w 19"/>
                  <a:gd name="T23" fmla="*/ 1 h 19"/>
                  <a:gd name="T24" fmla="*/ 14 w 19"/>
                  <a:gd name="T25" fmla="*/ 0 h 19"/>
                  <a:gd name="T26" fmla="*/ 10 w 19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9">
                    <a:moveTo>
                      <a:pt x="10" y="15"/>
                    </a:moveTo>
                    <a:cubicBezTo>
                      <a:pt x="7" y="15"/>
                      <a:pt x="5" y="12"/>
                      <a:pt x="5" y="9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3" y="4"/>
                      <a:pt x="15" y="6"/>
                      <a:pt x="15" y="9"/>
                    </a:cubicBezTo>
                    <a:cubicBezTo>
                      <a:pt x="15" y="12"/>
                      <a:pt x="13" y="15"/>
                      <a:pt x="10" y="15"/>
                    </a:cubicBezTo>
                    <a:moveTo>
                      <a:pt x="10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9"/>
                    </a:cubicBezTo>
                    <a:cubicBezTo>
                      <a:pt x="19" y="8"/>
                      <a:pt x="19" y="6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0"/>
                      <a:pt x="11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400" name="Freeform 719">
                <a:extLst>
                  <a:ext uri="{FF2B5EF4-FFF2-40B4-BE49-F238E27FC236}">
                    <a16:creationId xmlns:a16="http://schemas.microsoft.com/office/drawing/2014/main" xmlns="" id="{5D2C5DD4-BCFA-4DD3-89A4-35FE8DAA6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8525" y="0"/>
                <a:ext cx="177800" cy="160338"/>
              </a:xfrm>
              <a:custGeom>
                <a:avLst/>
                <a:gdLst>
                  <a:gd name="T0" fmla="*/ 112 w 112"/>
                  <a:gd name="T1" fmla="*/ 0 h 101"/>
                  <a:gd name="T2" fmla="*/ 91 w 112"/>
                  <a:gd name="T3" fmla="*/ 0 h 101"/>
                  <a:gd name="T4" fmla="*/ 3 w 112"/>
                  <a:gd name="T5" fmla="*/ 89 h 101"/>
                  <a:gd name="T6" fmla="*/ 0 w 112"/>
                  <a:gd name="T7" fmla="*/ 92 h 101"/>
                  <a:gd name="T8" fmla="*/ 12 w 112"/>
                  <a:gd name="T9" fmla="*/ 101 h 101"/>
                  <a:gd name="T10" fmla="*/ 12 w 112"/>
                  <a:gd name="T11" fmla="*/ 101 h 101"/>
                  <a:gd name="T12" fmla="*/ 112 w 112"/>
                  <a:gd name="T1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101">
                    <a:moveTo>
                      <a:pt x="112" y="0"/>
                    </a:moveTo>
                    <a:lnTo>
                      <a:pt x="91" y="0"/>
                    </a:lnTo>
                    <a:lnTo>
                      <a:pt x="3" y="89"/>
                    </a:lnTo>
                    <a:lnTo>
                      <a:pt x="0" y="92"/>
                    </a:lnTo>
                    <a:lnTo>
                      <a:pt x="12" y="101"/>
                    </a:lnTo>
                    <a:lnTo>
                      <a:pt x="12" y="101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359" name="Line 723">
              <a:extLst>
                <a:ext uri="{FF2B5EF4-FFF2-40B4-BE49-F238E27FC236}">
                  <a16:creationId xmlns:a16="http://schemas.microsoft.com/office/drawing/2014/main" xmlns="" id="{807DEBDB-B0C6-41AD-B36C-0B1B66EE7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0" name="Line 724">
              <a:extLst>
                <a:ext uri="{FF2B5EF4-FFF2-40B4-BE49-F238E27FC236}">
                  <a16:creationId xmlns:a16="http://schemas.microsoft.com/office/drawing/2014/main" xmlns="" id="{D23350EE-FCC1-4909-923A-269C0B202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1" name="Line 725">
              <a:extLst>
                <a:ext uri="{FF2B5EF4-FFF2-40B4-BE49-F238E27FC236}">
                  <a16:creationId xmlns:a16="http://schemas.microsoft.com/office/drawing/2014/main" xmlns="" id="{D357082F-B7A9-4D0D-A7AB-8E57C9F25A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2" name="Line 726">
              <a:extLst>
                <a:ext uri="{FF2B5EF4-FFF2-40B4-BE49-F238E27FC236}">
                  <a16:creationId xmlns:a16="http://schemas.microsoft.com/office/drawing/2014/main" xmlns="" id="{0A9E0B91-887E-475A-8C8B-851D8976A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3" name="Line 728">
              <a:extLst>
                <a:ext uri="{FF2B5EF4-FFF2-40B4-BE49-F238E27FC236}">
                  <a16:creationId xmlns:a16="http://schemas.microsoft.com/office/drawing/2014/main" xmlns="" id="{32BFF7D4-A52D-4B38-895A-71824EA642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4" name="Line 729">
              <a:extLst>
                <a:ext uri="{FF2B5EF4-FFF2-40B4-BE49-F238E27FC236}">
                  <a16:creationId xmlns:a16="http://schemas.microsoft.com/office/drawing/2014/main" xmlns="" id="{7CDE89BD-1CE3-4FB9-A7E5-B00AB61ED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5" name="Line 730">
              <a:extLst>
                <a:ext uri="{FF2B5EF4-FFF2-40B4-BE49-F238E27FC236}">
                  <a16:creationId xmlns:a16="http://schemas.microsoft.com/office/drawing/2014/main" xmlns="" id="{C15B3E99-E8B9-4E77-824C-7391E0E29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6" name="Line 731">
              <a:extLst>
                <a:ext uri="{FF2B5EF4-FFF2-40B4-BE49-F238E27FC236}">
                  <a16:creationId xmlns:a16="http://schemas.microsoft.com/office/drawing/2014/main" xmlns="" id="{7368F637-A5A9-46F7-B199-FCB1B15A4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7" name="Freeform 732">
              <a:extLst>
                <a:ext uri="{FF2B5EF4-FFF2-40B4-BE49-F238E27FC236}">
                  <a16:creationId xmlns:a16="http://schemas.microsoft.com/office/drawing/2014/main" xmlns="" id="{ED649882-ECAD-4DE7-A82D-736BC266B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506" y="-1"/>
              <a:ext cx="1134494" cy="716299"/>
            </a:xfrm>
            <a:custGeom>
              <a:avLst/>
              <a:gdLst>
                <a:gd name="T0" fmla="*/ 12 w 803"/>
                <a:gd name="T1" fmla="*/ 0 h 507"/>
                <a:gd name="T2" fmla="*/ 0 w 803"/>
                <a:gd name="T3" fmla="*/ 0 h 507"/>
                <a:gd name="T4" fmla="*/ 401 w 803"/>
                <a:gd name="T5" fmla="*/ 406 h 507"/>
                <a:gd name="T6" fmla="*/ 501 w 803"/>
                <a:gd name="T7" fmla="*/ 507 h 507"/>
                <a:gd name="T8" fmla="*/ 803 w 803"/>
                <a:gd name="T9" fmla="*/ 507 h 507"/>
                <a:gd name="T10" fmla="*/ 803 w 803"/>
                <a:gd name="T11" fmla="*/ 500 h 507"/>
                <a:gd name="T12" fmla="*/ 506 w 803"/>
                <a:gd name="T13" fmla="*/ 500 h 507"/>
                <a:gd name="T14" fmla="*/ 406 w 803"/>
                <a:gd name="T15" fmla="*/ 399 h 507"/>
                <a:gd name="T16" fmla="*/ 12 w 803"/>
                <a:gd name="T17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3" h="507">
                  <a:moveTo>
                    <a:pt x="12" y="0"/>
                  </a:moveTo>
                  <a:lnTo>
                    <a:pt x="0" y="0"/>
                  </a:lnTo>
                  <a:lnTo>
                    <a:pt x="401" y="406"/>
                  </a:lnTo>
                  <a:lnTo>
                    <a:pt x="501" y="507"/>
                  </a:lnTo>
                  <a:lnTo>
                    <a:pt x="803" y="507"/>
                  </a:lnTo>
                  <a:lnTo>
                    <a:pt x="803" y="500"/>
                  </a:lnTo>
                  <a:lnTo>
                    <a:pt x="506" y="500"/>
                  </a:lnTo>
                  <a:lnTo>
                    <a:pt x="406" y="39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8" name="자유형: 도형 367">
              <a:extLst>
                <a:ext uri="{FF2B5EF4-FFF2-40B4-BE49-F238E27FC236}">
                  <a16:creationId xmlns:a16="http://schemas.microsoft.com/office/drawing/2014/main" xmlns="" id="{950CC41D-ED9D-4764-AD58-5C58FA1C6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1893" y="-1"/>
              <a:ext cx="647070" cy="644245"/>
            </a:xfrm>
            <a:custGeom>
              <a:avLst/>
              <a:gdLst>
                <a:gd name="connsiteX0" fmla="*/ 696912 w 727074"/>
                <a:gd name="connsiteY0" fmla="*/ 678180 h 723900"/>
                <a:gd name="connsiteX1" fmla="*/ 681830 w 727074"/>
                <a:gd name="connsiteY1" fmla="*/ 693420 h 723900"/>
                <a:gd name="connsiteX2" fmla="*/ 696912 w 727074"/>
                <a:gd name="connsiteY2" fmla="*/ 712470 h 723900"/>
                <a:gd name="connsiteX3" fmla="*/ 715763 w 727074"/>
                <a:gd name="connsiteY3" fmla="*/ 693420 h 723900"/>
                <a:gd name="connsiteX4" fmla="*/ 696912 w 727074"/>
                <a:gd name="connsiteY4" fmla="*/ 678180 h 723900"/>
                <a:gd name="connsiteX5" fmla="*/ 0 w 727074"/>
                <a:gd name="connsiteY5" fmla="*/ 0 h 723900"/>
                <a:gd name="connsiteX6" fmla="*/ 18884 w 727074"/>
                <a:gd name="connsiteY6" fmla="*/ 0 h 723900"/>
                <a:gd name="connsiteX7" fmla="*/ 569714 w 727074"/>
                <a:gd name="connsiteY7" fmla="*/ 556950 h 723900"/>
                <a:gd name="connsiteX8" fmla="*/ 682027 w 727074"/>
                <a:gd name="connsiteY8" fmla="*/ 670510 h 723900"/>
                <a:gd name="connsiteX9" fmla="*/ 696912 w 727074"/>
                <a:gd name="connsiteY9" fmla="*/ 666750 h 723900"/>
                <a:gd name="connsiteX10" fmla="*/ 727074 w 727074"/>
                <a:gd name="connsiteY10" fmla="*/ 693420 h 723900"/>
                <a:gd name="connsiteX11" fmla="*/ 696912 w 727074"/>
                <a:gd name="connsiteY11" fmla="*/ 723900 h 723900"/>
                <a:gd name="connsiteX12" fmla="*/ 666749 w 727074"/>
                <a:gd name="connsiteY12" fmla="*/ 693420 h 723900"/>
                <a:gd name="connsiteX13" fmla="*/ 674290 w 727074"/>
                <a:gd name="connsiteY13" fmla="*/ 681990 h 723900"/>
                <a:gd name="connsiteX14" fmla="*/ 674393 w 727074"/>
                <a:gd name="connsiteY14" fmla="*/ 681886 h 723900"/>
                <a:gd name="connsiteX15" fmla="*/ 669212 w 727074"/>
                <a:gd name="connsiteY15" fmla="*/ 676648 h 723900"/>
                <a:gd name="connsiteX16" fmla="*/ 0 w 727074"/>
                <a:gd name="connsiteY16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7074" h="723900">
                  <a:moveTo>
                    <a:pt x="696912" y="678180"/>
                  </a:moveTo>
                  <a:cubicBezTo>
                    <a:pt x="689371" y="678180"/>
                    <a:pt x="681830" y="685800"/>
                    <a:pt x="681830" y="693420"/>
                  </a:cubicBezTo>
                  <a:cubicBezTo>
                    <a:pt x="681830" y="704850"/>
                    <a:pt x="689371" y="712470"/>
                    <a:pt x="696912" y="712470"/>
                  </a:cubicBezTo>
                  <a:cubicBezTo>
                    <a:pt x="708223" y="712470"/>
                    <a:pt x="715763" y="704850"/>
                    <a:pt x="715763" y="693420"/>
                  </a:cubicBezTo>
                  <a:cubicBezTo>
                    <a:pt x="715763" y="685800"/>
                    <a:pt x="708223" y="678180"/>
                    <a:pt x="696912" y="67818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18884" y="0"/>
                  </a:cubicBezTo>
                  <a:cubicBezTo>
                    <a:pt x="18884" y="0"/>
                    <a:pt x="18884" y="0"/>
                    <a:pt x="569714" y="556950"/>
                  </a:cubicBezTo>
                  <a:lnTo>
                    <a:pt x="682027" y="670510"/>
                  </a:lnTo>
                  <a:lnTo>
                    <a:pt x="696912" y="666750"/>
                  </a:lnTo>
                  <a:cubicBezTo>
                    <a:pt x="711993" y="666750"/>
                    <a:pt x="727074" y="678180"/>
                    <a:pt x="727074" y="693420"/>
                  </a:cubicBezTo>
                  <a:cubicBezTo>
                    <a:pt x="727074" y="712470"/>
                    <a:pt x="711993" y="723900"/>
                    <a:pt x="696912" y="723900"/>
                  </a:cubicBezTo>
                  <a:cubicBezTo>
                    <a:pt x="681830" y="723900"/>
                    <a:pt x="666749" y="712470"/>
                    <a:pt x="666749" y="693420"/>
                  </a:cubicBezTo>
                  <a:cubicBezTo>
                    <a:pt x="666749" y="689610"/>
                    <a:pt x="670520" y="685800"/>
                    <a:pt x="674290" y="681990"/>
                  </a:cubicBezTo>
                  <a:lnTo>
                    <a:pt x="674393" y="681886"/>
                  </a:lnTo>
                  <a:lnTo>
                    <a:pt x="669212" y="676648"/>
                  </a:lnTo>
                  <a:cubicBezTo>
                    <a:pt x="637345" y="644426"/>
                    <a:pt x="509876" y="515541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9" name="자유형: 도형 368">
              <a:extLst>
                <a:ext uri="{FF2B5EF4-FFF2-40B4-BE49-F238E27FC236}">
                  <a16:creationId xmlns:a16="http://schemas.microsoft.com/office/drawing/2014/main" xmlns="" id="{CC21A49F-0B6C-4F33-99E3-F33C21803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490" y="231701"/>
              <a:ext cx="761510" cy="399828"/>
            </a:xfrm>
            <a:custGeom>
              <a:avLst/>
              <a:gdLst>
                <a:gd name="connsiteX0" fmla="*/ 44451 w 855663"/>
                <a:gd name="connsiteY0" fmla="*/ 41473 h 449263"/>
                <a:gd name="connsiteX1" fmla="*/ 33338 w 855663"/>
                <a:gd name="connsiteY1" fmla="*/ 49014 h 449263"/>
                <a:gd name="connsiteX2" fmla="*/ 33454 w 855663"/>
                <a:gd name="connsiteY2" fmla="*/ 49132 h 449263"/>
                <a:gd name="connsiteX3" fmla="*/ 34767 w 855663"/>
                <a:gd name="connsiteY3" fmla="*/ 48220 h 449263"/>
                <a:gd name="connsiteX4" fmla="*/ 44464 w 855663"/>
                <a:gd name="connsiteY4" fmla="*/ 41487 h 449263"/>
                <a:gd name="connsiteX5" fmla="*/ 25929 w 855663"/>
                <a:gd name="connsiteY5" fmla="*/ 15081 h 449263"/>
                <a:gd name="connsiteX6" fmla="*/ 11112 w 855663"/>
                <a:gd name="connsiteY6" fmla="*/ 30162 h 449263"/>
                <a:gd name="connsiteX7" fmla="*/ 25929 w 855663"/>
                <a:gd name="connsiteY7" fmla="*/ 49014 h 449263"/>
                <a:gd name="connsiteX8" fmla="*/ 44451 w 855663"/>
                <a:gd name="connsiteY8" fmla="*/ 30162 h 449263"/>
                <a:gd name="connsiteX9" fmla="*/ 25929 w 855663"/>
                <a:gd name="connsiteY9" fmla="*/ 15081 h 449263"/>
                <a:gd name="connsiteX10" fmla="*/ 25929 w 855663"/>
                <a:gd name="connsiteY10" fmla="*/ 0 h 449263"/>
                <a:gd name="connsiteX11" fmla="*/ 55563 w 855663"/>
                <a:gd name="connsiteY11" fmla="*/ 30162 h 449263"/>
                <a:gd name="connsiteX12" fmla="*/ 51917 w 855663"/>
                <a:gd name="connsiteY12" fmla="*/ 48721 h 449263"/>
                <a:gd name="connsiteX13" fmla="*/ 52388 w 855663"/>
                <a:gd name="connsiteY13" fmla="*/ 49213 h 449263"/>
                <a:gd name="connsiteX14" fmla="*/ 45940 w 855663"/>
                <a:gd name="connsiteY14" fmla="*/ 53690 h 449263"/>
                <a:gd name="connsiteX15" fmla="*/ 52586 w 855663"/>
                <a:gd name="connsiteY15" fmla="*/ 49213 h 449263"/>
                <a:gd name="connsiteX16" fmla="*/ 433388 w 855663"/>
                <a:gd name="connsiteY16" fmla="*/ 437833 h 449263"/>
                <a:gd name="connsiteX17" fmla="*/ 855663 w 855663"/>
                <a:gd name="connsiteY17" fmla="*/ 437833 h 449263"/>
                <a:gd name="connsiteX18" fmla="*/ 855663 w 855663"/>
                <a:gd name="connsiteY18" fmla="*/ 449263 h 449263"/>
                <a:gd name="connsiteX19" fmla="*/ 429618 w 855663"/>
                <a:gd name="connsiteY19" fmla="*/ 449263 h 449263"/>
                <a:gd name="connsiteX20" fmla="*/ 109633 w 855663"/>
                <a:gd name="connsiteY20" fmla="*/ 125911 h 449263"/>
                <a:gd name="connsiteX21" fmla="*/ 41332 w 855663"/>
                <a:gd name="connsiteY21" fmla="*/ 56890 h 449263"/>
                <a:gd name="connsiteX22" fmla="*/ 40958 w 855663"/>
                <a:gd name="connsiteY22" fmla="*/ 57150 h 449263"/>
                <a:gd name="connsiteX23" fmla="*/ 40457 w 855663"/>
                <a:gd name="connsiteY23" fmla="*/ 56628 h 449263"/>
                <a:gd name="connsiteX24" fmla="*/ 25929 w 855663"/>
                <a:gd name="connsiteY24" fmla="*/ 60325 h 449263"/>
                <a:gd name="connsiteX25" fmla="*/ 0 w 855663"/>
                <a:gd name="connsiteY25" fmla="*/ 30162 h 449263"/>
                <a:gd name="connsiteX26" fmla="*/ 25929 w 855663"/>
                <a:gd name="connsiteY26" fmla="*/ 0 h 44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55663" h="449263">
                  <a:moveTo>
                    <a:pt x="44451" y="41473"/>
                  </a:moveTo>
                  <a:cubicBezTo>
                    <a:pt x="44451" y="41473"/>
                    <a:pt x="44451" y="41473"/>
                    <a:pt x="33338" y="49014"/>
                  </a:cubicBezTo>
                  <a:lnTo>
                    <a:pt x="33454" y="49132"/>
                  </a:lnTo>
                  <a:lnTo>
                    <a:pt x="34767" y="48220"/>
                  </a:lnTo>
                  <a:lnTo>
                    <a:pt x="44464" y="41487"/>
                  </a:lnTo>
                  <a:close/>
                  <a:moveTo>
                    <a:pt x="25929" y="15081"/>
                  </a:moveTo>
                  <a:cubicBezTo>
                    <a:pt x="18521" y="15081"/>
                    <a:pt x="11112" y="22622"/>
                    <a:pt x="11112" y="30162"/>
                  </a:cubicBezTo>
                  <a:cubicBezTo>
                    <a:pt x="11112" y="41473"/>
                    <a:pt x="18521" y="49014"/>
                    <a:pt x="25929" y="49014"/>
                  </a:cubicBezTo>
                  <a:cubicBezTo>
                    <a:pt x="37042" y="49014"/>
                    <a:pt x="44451" y="41473"/>
                    <a:pt x="44451" y="30162"/>
                  </a:cubicBezTo>
                  <a:cubicBezTo>
                    <a:pt x="44451" y="22622"/>
                    <a:pt x="37042" y="15081"/>
                    <a:pt x="25929" y="15081"/>
                  </a:cubicBezTo>
                  <a:close/>
                  <a:moveTo>
                    <a:pt x="25929" y="0"/>
                  </a:moveTo>
                  <a:cubicBezTo>
                    <a:pt x="44451" y="0"/>
                    <a:pt x="55563" y="15081"/>
                    <a:pt x="55563" y="30162"/>
                  </a:cubicBezTo>
                  <a:lnTo>
                    <a:pt x="51917" y="48721"/>
                  </a:lnTo>
                  <a:lnTo>
                    <a:pt x="52388" y="49213"/>
                  </a:lnTo>
                  <a:lnTo>
                    <a:pt x="45940" y="53690"/>
                  </a:lnTo>
                  <a:lnTo>
                    <a:pt x="52586" y="49213"/>
                  </a:lnTo>
                  <a:cubicBezTo>
                    <a:pt x="52586" y="49213"/>
                    <a:pt x="52586" y="49213"/>
                    <a:pt x="433388" y="437833"/>
                  </a:cubicBezTo>
                  <a:cubicBezTo>
                    <a:pt x="433388" y="437833"/>
                    <a:pt x="433388" y="437833"/>
                    <a:pt x="855663" y="437833"/>
                  </a:cubicBezTo>
                  <a:cubicBezTo>
                    <a:pt x="855663" y="437833"/>
                    <a:pt x="855663" y="437833"/>
                    <a:pt x="855663" y="449263"/>
                  </a:cubicBezTo>
                  <a:cubicBezTo>
                    <a:pt x="855663" y="449263"/>
                    <a:pt x="855663" y="449263"/>
                    <a:pt x="429618" y="449263"/>
                  </a:cubicBezTo>
                  <a:cubicBezTo>
                    <a:pt x="429618" y="449263"/>
                    <a:pt x="429618" y="449263"/>
                    <a:pt x="109633" y="125911"/>
                  </a:cubicBezTo>
                  <a:lnTo>
                    <a:pt x="41332" y="56890"/>
                  </a:lnTo>
                  <a:lnTo>
                    <a:pt x="40958" y="57150"/>
                  </a:lnTo>
                  <a:lnTo>
                    <a:pt x="40457" y="56628"/>
                  </a:lnTo>
                  <a:lnTo>
                    <a:pt x="25929" y="60325"/>
                  </a:lnTo>
                  <a:cubicBezTo>
                    <a:pt x="11112" y="60325"/>
                    <a:pt x="0" y="45244"/>
                    <a:pt x="0" y="30162"/>
                  </a:cubicBezTo>
                  <a:cubicBezTo>
                    <a:pt x="0" y="15081"/>
                    <a:pt x="11112" y="0"/>
                    <a:pt x="259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370" name="그룹 369">
              <a:extLst>
                <a:ext uri="{FF2B5EF4-FFF2-40B4-BE49-F238E27FC236}">
                  <a16:creationId xmlns:a16="http://schemas.microsoft.com/office/drawing/2014/main" xmlns="" id="{C8BAD890-B453-4588-99A1-502B4479C733}"/>
                </a:ext>
              </a:extLst>
            </p:cNvPr>
            <p:cNvGrpSpPr/>
            <p:nvPr/>
          </p:nvGrpSpPr>
          <p:grpSpPr>
            <a:xfrm>
              <a:off x="4930915" y="-1"/>
              <a:ext cx="207685" cy="340489"/>
              <a:chOff x="4692650" y="0"/>
              <a:chExt cx="233363" cy="382588"/>
            </a:xfrm>
            <a:solidFill>
              <a:schemeClr val="accent1">
                <a:alpha val="30000"/>
              </a:schemeClr>
            </a:solidFill>
          </p:grpSpPr>
          <p:sp>
            <p:nvSpPr>
              <p:cNvPr id="391" name="Freeform 734">
                <a:extLst>
                  <a:ext uri="{FF2B5EF4-FFF2-40B4-BE49-F238E27FC236}">
                    <a16:creationId xmlns:a16="http://schemas.microsoft.com/office/drawing/2014/main" xmlns="" id="{1D235B09-B5D1-47FD-B71B-54B87F510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4250" y="0"/>
                <a:ext cx="14288" cy="336550"/>
              </a:xfrm>
              <a:custGeom>
                <a:avLst/>
                <a:gdLst>
                  <a:gd name="T0" fmla="*/ 4 w 4"/>
                  <a:gd name="T1" fmla="*/ 0 h 88"/>
                  <a:gd name="T2" fmla="*/ 0 w 4"/>
                  <a:gd name="T3" fmla="*/ 0 h 88"/>
                  <a:gd name="T4" fmla="*/ 0 w 4"/>
                  <a:gd name="T5" fmla="*/ 88 h 88"/>
                  <a:gd name="T6" fmla="*/ 2 w 4"/>
                  <a:gd name="T7" fmla="*/ 88 h 88"/>
                  <a:gd name="T8" fmla="*/ 4 w 4"/>
                  <a:gd name="T9" fmla="*/ 88 h 88"/>
                  <a:gd name="T10" fmla="*/ 4 w 4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88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1" y="88"/>
                      <a:pt x="1" y="88"/>
                      <a:pt x="2" y="88"/>
                    </a:cubicBezTo>
                    <a:cubicBezTo>
                      <a:pt x="2" y="88"/>
                      <a:pt x="3" y="88"/>
                      <a:pt x="4" y="8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2" name="Freeform 736">
                <a:extLst>
                  <a:ext uri="{FF2B5EF4-FFF2-40B4-BE49-F238E27FC236}">
                    <a16:creationId xmlns:a16="http://schemas.microsoft.com/office/drawing/2014/main" xmlns="" id="{65E0C944-CA17-4850-8DFD-45398E865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025" y="0"/>
                <a:ext cx="11113" cy="336550"/>
              </a:xfrm>
              <a:custGeom>
                <a:avLst/>
                <a:gdLst>
                  <a:gd name="T0" fmla="*/ 3 w 3"/>
                  <a:gd name="T1" fmla="*/ 0 h 88"/>
                  <a:gd name="T2" fmla="*/ 0 w 3"/>
                  <a:gd name="T3" fmla="*/ 0 h 88"/>
                  <a:gd name="T4" fmla="*/ 0 w 3"/>
                  <a:gd name="T5" fmla="*/ 88 h 88"/>
                  <a:gd name="T6" fmla="*/ 1 w 3"/>
                  <a:gd name="T7" fmla="*/ 88 h 88"/>
                  <a:gd name="T8" fmla="*/ 3 w 3"/>
                  <a:gd name="T9" fmla="*/ 88 h 88"/>
                  <a:gd name="T10" fmla="*/ 3 w 3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88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1" y="88"/>
                      <a:pt x="1" y="88"/>
                    </a:cubicBezTo>
                    <a:cubicBezTo>
                      <a:pt x="2" y="88"/>
                      <a:pt x="2" y="88"/>
                      <a:pt x="3" y="88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3" name="Freeform 737">
                <a:extLst>
                  <a:ext uri="{FF2B5EF4-FFF2-40B4-BE49-F238E27FC236}">
                    <a16:creationId xmlns:a16="http://schemas.microsoft.com/office/drawing/2014/main" xmlns="" id="{58677B52-3C4F-478F-B690-7580C9834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6937" y="146050"/>
                <a:ext cx="15875" cy="190500"/>
              </a:xfrm>
              <a:custGeom>
                <a:avLst/>
                <a:gdLst>
                  <a:gd name="T0" fmla="*/ 0 w 4"/>
                  <a:gd name="T1" fmla="*/ 0 h 50"/>
                  <a:gd name="T2" fmla="*/ 0 w 4"/>
                  <a:gd name="T3" fmla="*/ 50 h 50"/>
                  <a:gd name="T4" fmla="*/ 3 w 4"/>
                  <a:gd name="T5" fmla="*/ 50 h 50"/>
                  <a:gd name="T6" fmla="*/ 4 w 4"/>
                  <a:gd name="T7" fmla="*/ 50 h 50"/>
                  <a:gd name="T8" fmla="*/ 4 w 4"/>
                  <a:gd name="T9" fmla="*/ 0 h 50"/>
                  <a:gd name="T10" fmla="*/ 3 w 4"/>
                  <a:gd name="T11" fmla="*/ 0 h 50"/>
                  <a:gd name="T12" fmla="*/ 0 w 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0">
                    <a:moveTo>
                      <a:pt x="0" y="0"/>
                    </a:moveTo>
                    <a:cubicBezTo>
                      <a:pt x="0" y="50"/>
                      <a:pt x="0" y="50"/>
                      <a:pt x="0" y="50"/>
                    </a:cubicBezTo>
                    <a:cubicBezTo>
                      <a:pt x="1" y="50"/>
                      <a:pt x="2" y="50"/>
                      <a:pt x="3" y="50"/>
                    </a:cubicBezTo>
                    <a:cubicBezTo>
                      <a:pt x="3" y="50"/>
                      <a:pt x="3" y="50"/>
                      <a:pt x="4" y="5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4" name="Freeform 738">
                <a:extLst>
                  <a:ext uri="{FF2B5EF4-FFF2-40B4-BE49-F238E27FC236}">
                    <a16:creationId xmlns:a16="http://schemas.microsoft.com/office/drawing/2014/main" xmlns="" id="{7B6A3FF1-2D47-460D-B0B5-C91545C41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825" y="100013"/>
                <a:ext cx="44450" cy="33338"/>
              </a:xfrm>
              <a:custGeom>
                <a:avLst/>
                <a:gdLst>
                  <a:gd name="T0" fmla="*/ 6 w 12"/>
                  <a:gd name="T1" fmla="*/ 0 h 9"/>
                  <a:gd name="T2" fmla="*/ 0 w 12"/>
                  <a:gd name="T3" fmla="*/ 5 h 9"/>
                  <a:gd name="T4" fmla="*/ 6 w 12"/>
                  <a:gd name="T5" fmla="*/ 0 h 9"/>
                  <a:gd name="T6" fmla="*/ 12 w 12"/>
                  <a:gd name="T7" fmla="*/ 6 h 9"/>
                  <a:gd name="T8" fmla="*/ 11 w 12"/>
                  <a:gd name="T9" fmla="*/ 9 h 9"/>
                  <a:gd name="T10" fmla="*/ 12 w 12"/>
                  <a:gd name="T11" fmla="*/ 6 h 9"/>
                  <a:gd name="T12" fmla="*/ 6 w 12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cubicBezTo>
                      <a:pt x="3" y="0"/>
                      <a:pt x="0" y="2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7"/>
                      <a:pt x="11" y="8"/>
                      <a:pt x="11" y="9"/>
                    </a:cubicBezTo>
                    <a:cubicBezTo>
                      <a:pt x="11" y="8"/>
                      <a:pt x="12" y="7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5" name="Freeform 743">
                <a:extLst>
                  <a:ext uri="{FF2B5EF4-FFF2-40B4-BE49-F238E27FC236}">
                    <a16:creationId xmlns:a16="http://schemas.microsoft.com/office/drawing/2014/main" xmlns="" id="{34D203D3-F57C-4C29-9069-C1501ED8E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100013"/>
                <a:ext cx="47625" cy="46038"/>
              </a:xfrm>
              <a:custGeom>
                <a:avLst/>
                <a:gdLst>
                  <a:gd name="T0" fmla="*/ 7 w 13"/>
                  <a:gd name="T1" fmla="*/ 0 h 12"/>
                  <a:gd name="T2" fmla="*/ 1 w 13"/>
                  <a:gd name="T3" fmla="*/ 5 h 12"/>
                  <a:gd name="T4" fmla="*/ 0 w 13"/>
                  <a:gd name="T5" fmla="*/ 6 h 12"/>
                  <a:gd name="T6" fmla="*/ 4 w 13"/>
                  <a:gd name="T7" fmla="*/ 12 h 12"/>
                  <a:gd name="T8" fmla="*/ 7 w 13"/>
                  <a:gd name="T9" fmla="*/ 12 h 12"/>
                  <a:gd name="T10" fmla="*/ 8 w 13"/>
                  <a:gd name="T11" fmla="*/ 12 h 12"/>
                  <a:gd name="T12" fmla="*/ 12 w 13"/>
                  <a:gd name="T13" fmla="*/ 9 h 12"/>
                  <a:gd name="T14" fmla="*/ 13 w 13"/>
                  <a:gd name="T15" fmla="*/ 6 h 12"/>
                  <a:gd name="T16" fmla="*/ 7 w 13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4" y="0"/>
                      <a:pt x="1" y="2"/>
                      <a:pt x="1" y="5"/>
                    </a:cubicBezTo>
                    <a:cubicBezTo>
                      <a:pt x="1" y="5"/>
                      <a:pt x="0" y="6"/>
                      <a:pt x="0" y="6"/>
                    </a:cubicBezTo>
                    <a:cubicBezTo>
                      <a:pt x="0" y="9"/>
                      <a:pt x="2" y="11"/>
                      <a:pt x="4" y="12"/>
                    </a:cubicBezTo>
                    <a:cubicBezTo>
                      <a:pt x="5" y="12"/>
                      <a:pt x="6" y="12"/>
                      <a:pt x="7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9" y="12"/>
                      <a:pt x="11" y="11"/>
                      <a:pt x="12" y="9"/>
                    </a:cubicBezTo>
                    <a:cubicBezTo>
                      <a:pt x="12" y="8"/>
                      <a:pt x="13" y="7"/>
                      <a:pt x="13" y="6"/>
                    </a:cubicBezTo>
                    <a:cubicBezTo>
                      <a:pt x="13" y="3"/>
                      <a:pt x="10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6" name="Freeform 744">
                <a:extLst>
                  <a:ext uri="{FF2B5EF4-FFF2-40B4-BE49-F238E27FC236}">
                    <a16:creationId xmlns:a16="http://schemas.microsoft.com/office/drawing/2014/main" xmlns="" id="{27F73EF7-EE9B-4EC0-A756-EC7AC54BF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336550"/>
                <a:ext cx="47625" cy="46038"/>
              </a:xfrm>
              <a:custGeom>
                <a:avLst/>
                <a:gdLst>
                  <a:gd name="T0" fmla="*/ 7 w 13"/>
                  <a:gd name="T1" fmla="*/ 0 h 12"/>
                  <a:gd name="T2" fmla="*/ 4 w 13"/>
                  <a:gd name="T3" fmla="*/ 0 h 12"/>
                  <a:gd name="T4" fmla="*/ 0 w 13"/>
                  <a:gd name="T5" fmla="*/ 6 h 12"/>
                  <a:gd name="T6" fmla="*/ 7 w 13"/>
                  <a:gd name="T7" fmla="*/ 12 h 12"/>
                  <a:gd name="T8" fmla="*/ 13 w 13"/>
                  <a:gd name="T9" fmla="*/ 6 h 12"/>
                  <a:gd name="T10" fmla="*/ 8 w 13"/>
                  <a:gd name="T11" fmla="*/ 0 h 12"/>
                  <a:gd name="T12" fmla="*/ 7 w 1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2" y="1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0" y="12"/>
                      <a:pt x="13" y="9"/>
                      <a:pt x="13" y="6"/>
                    </a:cubicBezTo>
                    <a:cubicBezTo>
                      <a:pt x="13" y="3"/>
                      <a:pt x="11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7" name="Freeform 745">
                <a:extLst>
                  <a:ext uri="{FF2B5EF4-FFF2-40B4-BE49-F238E27FC236}">
                    <a16:creationId xmlns:a16="http://schemas.microsoft.com/office/drawing/2014/main" xmlns="" id="{D78F8771-B1E5-4702-A767-1CAF0A123B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5" y="336550"/>
                <a:ext cx="46038" cy="46038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0 w 12"/>
                  <a:gd name="T5" fmla="*/ 6 h 12"/>
                  <a:gd name="T6" fmla="*/ 6 w 12"/>
                  <a:gd name="T7" fmla="*/ 12 h 12"/>
                  <a:gd name="T8" fmla="*/ 12 w 12"/>
                  <a:gd name="T9" fmla="*/ 6 h 12"/>
                  <a:gd name="T10" fmla="*/ 8 w 12"/>
                  <a:gd name="T11" fmla="*/ 0 h 12"/>
                  <a:gd name="T12" fmla="*/ 6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5" y="0"/>
                      <a:pt x="5" y="0"/>
                      <a:pt x="4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8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8" name="Freeform 746">
                <a:extLst>
                  <a:ext uri="{FF2B5EF4-FFF2-40B4-BE49-F238E27FC236}">
                    <a16:creationId xmlns:a16="http://schemas.microsoft.com/office/drawing/2014/main" xmlns="" id="{C6CFD021-5FF5-4E1E-9D82-FFC07E571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9975" y="336550"/>
                <a:ext cx="46038" cy="46038"/>
              </a:xfrm>
              <a:custGeom>
                <a:avLst/>
                <a:gdLst>
                  <a:gd name="T0" fmla="*/ 6 w 12"/>
                  <a:gd name="T1" fmla="*/ 0 h 12"/>
                  <a:gd name="T2" fmla="*/ 5 w 12"/>
                  <a:gd name="T3" fmla="*/ 0 h 12"/>
                  <a:gd name="T4" fmla="*/ 0 w 12"/>
                  <a:gd name="T5" fmla="*/ 6 h 12"/>
                  <a:gd name="T6" fmla="*/ 6 w 12"/>
                  <a:gd name="T7" fmla="*/ 12 h 12"/>
                  <a:gd name="T8" fmla="*/ 12 w 12"/>
                  <a:gd name="T9" fmla="*/ 6 h 12"/>
                  <a:gd name="T10" fmla="*/ 8 w 12"/>
                  <a:gd name="T11" fmla="*/ 0 h 12"/>
                  <a:gd name="T12" fmla="*/ 6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8" y="0"/>
                    </a:cubicBezTo>
                    <a:cubicBezTo>
                      <a:pt x="7" y="0"/>
                      <a:pt x="7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371" name="그룹 370">
              <a:extLst>
                <a:ext uri="{FF2B5EF4-FFF2-40B4-BE49-F238E27FC236}">
                  <a16:creationId xmlns:a16="http://schemas.microsoft.com/office/drawing/2014/main" xmlns="" id="{1DE1BA22-DC68-48AD-B43C-DD16CBAAC32E}"/>
                </a:ext>
              </a:extLst>
            </p:cNvPr>
            <p:cNvGrpSpPr/>
            <p:nvPr/>
          </p:nvGrpSpPr>
          <p:grpSpPr>
            <a:xfrm>
              <a:off x="5480056" y="55100"/>
              <a:ext cx="524600" cy="779874"/>
              <a:chOff x="5309687" y="61913"/>
              <a:chExt cx="589462" cy="876299"/>
            </a:xfrm>
          </p:grpSpPr>
          <p:sp>
            <p:nvSpPr>
              <p:cNvPr id="388" name="Freeform 747">
                <a:extLst>
                  <a:ext uri="{FF2B5EF4-FFF2-40B4-BE49-F238E27FC236}">
                    <a16:creationId xmlns:a16="http://schemas.microsoft.com/office/drawing/2014/main" xmlns="" id="{5BA3A22D-72AF-4BDD-B34F-9135BCAFA7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09687" y="61913"/>
                <a:ext cx="90488" cy="95250"/>
              </a:xfrm>
              <a:custGeom>
                <a:avLst/>
                <a:gdLst>
                  <a:gd name="T0" fmla="*/ 6 w 24"/>
                  <a:gd name="T1" fmla="*/ 13 h 25"/>
                  <a:gd name="T2" fmla="*/ 6 w 24"/>
                  <a:gd name="T3" fmla="*/ 13 h 25"/>
                  <a:gd name="T4" fmla="*/ 12 w 24"/>
                  <a:gd name="T5" fmla="*/ 6 h 25"/>
                  <a:gd name="T6" fmla="*/ 19 w 24"/>
                  <a:gd name="T7" fmla="*/ 13 h 25"/>
                  <a:gd name="T8" fmla="*/ 19 w 24"/>
                  <a:gd name="T9" fmla="*/ 13 h 25"/>
                  <a:gd name="T10" fmla="*/ 19 w 24"/>
                  <a:gd name="T11" fmla="*/ 13 h 25"/>
                  <a:gd name="T12" fmla="*/ 12 w 24"/>
                  <a:gd name="T13" fmla="*/ 19 h 25"/>
                  <a:gd name="T14" fmla="*/ 6 w 24"/>
                  <a:gd name="T15" fmla="*/ 13 h 25"/>
                  <a:gd name="T16" fmla="*/ 6 w 24"/>
                  <a:gd name="T17" fmla="*/ 13 h 25"/>
                  <a:gd name="T18" fmla="*/ 12 w 24"/>
                  <a:gd name="T19" fmla="*/ 0 h 25"/>
                  <a:gd name="T20" fmla="*/ 0 w 24"/>
                  <a:gd name="T21" fmla="*/ 13 h 25"/>
                  <a:gd name="T22" fmla="*/ 12 w 24"/>
                  <a:gd name="T23" fmla="*/ 25 h 25"/>
                  <a:gd name="T24" fmla="*/ 22 w 24"/>
                  <a:gd name="T25" fmla="*/ 20 h 25"/>
                  <a:gd name="T26" fmla="*/ 19 w 24"/>
                  <a:gd name="T27" fmla="*/ 17 h 25"/>
                  <a:gd name="T28" fmla="*/ 24 w 24"/>
                  <a:gd name="T29" fmla="*/ 12 h 25"/>
                  <a:gd name="T30" fmla="*/ 24 w 24"/>
                  <a:gd name="T31" fmla="*/ 12 h 25"/>
                  <a:gd name="T32" fmla="*/ 12 w 24"/>
                  <a:gd name="T3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25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9" y="6"/>
                      <a:pt x="12" y="6"/>
                    </a:cubicBezTo>
                    <a:cubicBezTo>
                      <a:pt x="16" y="6"/>
                      <a:pt x="19" y="9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6"/>
                      <a:pt x="16" y="19"/>
                      <a:pt x="12" y="19"/>
                    </a:cubicBezTo>
                    <a:cubicBezTo>
                      <a:pt x="9" y="19"/>
                      <a:pt x="6" y="16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2" y="0"/>
                    </a:moveTo>
                    <a:cubicBezTo>
                      <a:pt x="5" y="0"/>
                      <a:pt x="0" y="6"/>
                      <a:pt x="0" y="13"/>
                    </a:cubicBezTo>
                    <a:cubicBezTo>
                      <a:pt x="0" y="19"/>
                      <a:pt x="5" y="25"/>
                      <a:pt x="12" y="25"/>
                    </a:cubicBezTo>
                    <a:cubicBezTo>
                      <a:pt x="16" y="25"/>
                      <a:pt x="19" y="23"/>
                      <a:pt x="22" y="20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389" name="Freeform 750">
                <a:extLst>
                  <a:ext uri="{FF2B5EF4-FFF2-40B4-BE49-F238E27FC236}">
                    <a16:creationId xmlns:a16="http://schemas.microsoft.com/office/drawing/2014/main" xmlns="" id="{4C0184C1-A6D2-483C-B3C6-4FB91A108E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03899" y="846137"/>
                <a:ext cx="95250" cy="92075"/>
              </a:xfrm>
              <a:custGeom>
                <a:avLst/>
                <a:gdLst>
                  <a:gd name="T0" fmla="*/ 6 w 25"/>
                  <a:gd name="T1" fmla="*/ 12 h 24"/>
                  <a:gd name="T2" fmla="*/ 6 w 25"/>
                  <a:gd name="T3" fmla="*/ 12 h 24"/>
                  <a:gd name="T4" fmla="*/ 13 w 25"/>
                  <a:gd name="T5" fmla="*/ 5 h 24"/>
                  <a:gd name="T6" fmla="*/ 19 w 25"/>
                  <a:gd name="T7" fmla="*/ 12 h 24"/>
                  <a:gd name="T8" fmla="*/ 19 w 25"/>
                  <a:gd name="T9" fmla="*/ 12 h 24"/>
                  <a:gd name="T10" fmla="*/ 19 w 25"/>
                  <a:gd name="T11" fmla="*/ 12 h 24"/>
                  <a:gd name="T12" fmla="*/ 13 w 25"/>
                  <a:gd name="T13" fmla="*/ 18 h 24"/>
                  <a:gd name="T14" fmla="*/ 6 w 25"/>
                  <a:gd name="T15" fmla="*/ 12 h 24"/>
                  <a:gd name="T16" fmla="*/ 6 w 25"/>
                  <a:gd name="T17" fmla="*/ 12 h 24"/>
                  <a:gd name="T18" fmla="*/ 16 w 25"/>
                  <a:gd name="T19" fmla="*/ 0 h 24"/>
                  <a:gd name="T20" fmla="*/ 16 w 25"/>
                  <a:gd name="T21" fmla="*/ 1 h 24"/>
                  <a:gd name="T22" fmla="*/ 8 w 25"/>
                  <a:gd name="T23" fmla="*/ 1 h 24"/>
                  <a:gd name="T24" fmla="*/ 8 w 25"/>
                  <a:gd name="T25" fmla="*/ 0 h 24"/>
                  <a:gd name="T26" fmla="*/ 0 w 25"/>
                  <a:gd name="T27" fmla="*/ 12 h 24"/>
                  <a:gd name="T28" fmla="*/ 13 w 25"/>
                  <a:gd name="T29" fmla="*/ 24 h 24"/>
                  <a:gd name="T30" fmla="*/ 25 w 25"/>
                  <a:gd name="T31" fmla="*/ 12 h 24"/>
                  <a:gd name="T32" fmla="*/ 16 w 25"/>
                  <a:gd name="T3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4"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8"/>
                      <a:pt x="9" y="5"/>
                      <a:pt x="13" y="5"/>
                    </a:cubicBezTo>
                    <a:cubicBezTo>
                      <a:pt x="16" y="5"/>
                      <a:pt x="19" y="8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5"/>
                      <a:pt x="16" y="18"/>
                      <a:pt x="13" y="18"/>
                    </a:cubicBezTo>
                    <a:cubicBezTo>
                      <a:pt x="9" y="18"/>
                      <a:pt x="6" y="15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16" y="0"/>
                    </a:moveTo>
                    <a:cubicBezTo>
                      <a:pt x="16" y="1"/>
                      <a:pt x="16" y="1"/>
                      <a:pt x="16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2"/>
                      <a:pt x="0" y="7"/>
                      <a:pt x="0" y="12"/>
                    </a:cubicBezTo>
                    <a:cubicBezTo>
                      <a:pt x="0" y="18"/>
                      <a:pt x="6" y="24"/>
                      <a:pt x="13" y="24"/>
                    </a:cubicBezTo>
                    <a:cubicBezTo>
                      <a:pt x="19" y="24"/>
                      <a:pt x="25" y="18"/>
                      <a:pt x="25" y="12"/>
                    </a:cubicBezTo>
                    <a:cubicBezTo>
                      <a:pt x="25" y="6"/>
                      <a:pt x="21" y="2"/>
                      <a:pt x="1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90" name="Freeform 751">
                <a:extLst>
                  <a:ext uri="{FF2B5EF4-FFF2-40B4-BE49-F238E27FC236}">
                    <a16:creationId xmlns:a16="http://schemas.microsoft.com/office/drawing/2014/main" xmlns="" id="{842513F5-CF01-4AC0-A736-8CBD898C2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107950"/>
                <a:ext cx="490537" cy="746125"/>
              </a:xfrm>
              <a:custGeom>
                <a:avLst/>
                <a:gdLst>
                  <a:gd name="T0" fmla="*/ 12 w 309"/>
                  <a:gd name="T1" fmla="*/ 0 h 470"/>
                  <a:gd name="T2" fmla="*/ 0 w 309"/>
                  <a:gd name="T3" fmla="*/ 12 h 470"/>
                  <a:gd name="T4" fmla="*/ 290 w 309"/>
                  <a:gd name="T5" fmla="*/ 307 h 470"/>
                  <a:gd name="T6" fmla="*/ 290 w 309"/>
                  <a:gd name="T7" fmla="*/ 470 h 470"/>
                  <a:gd name="T8" fmla="*/ 309 w 309"/>
                  <a:gd name="T9" fmla="*/ 470 h 470"/>
                  <a:gd name="T10" fmla="*/ 309 w 309"/>
                  <a:gd name="T11" fmla="*/ 300 h 470"/>
                  <a:gd name="T12" fmla="*/ 12 w 309"/>
                  <a:gd name="T13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9" h="470">
                    <a:moveTo>
                      <a:pt x="12" y="0"/>
                    </a:moveTo>
                    <a:lnTo>
                      <a:pt x="0" y="12"/>
                    </a:lnTo>
                    <a:lnTo>
                      <a:pt x="290" y="307"/>
                    </a:lnTo>
                    <a:lnTo>
                      <a:pt x="290" y="470"/>
                    </a:lnTo>
                    <a:lnTo>
                      <a:pt x="309" y="470"/>
                    </a:lnTo>
                    <a:lnTo>
                      <a:pt x="309" y="300"/>
                    </a:lnTo>
                    <a:lnTo>
                      <a:pt x="1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xmlns="" id="{1B913A1F-A7D2-4523-A502-EAB965A53690}"/>
                </a:ext>
              </a:extLst>
            </p:cNvPr>
            <p:cNvGrpSpPr/>
            <p:nvPr/>
          </p:nvGrpSpPr>
          <p:grpSpPr>
            <a:xfrm>
              <a:off x="5486154" y="-1"/>
              <a:ext cx="625878" cy="587732"/>
              <a:chOff x="5316538" y="0"/>
              <a:chExt cx="703262" cy="660400"/>
            </a:xfrm>
          </p:grpSpPr>
          <p:sp>
            <p:nvSpPr>
              <p:cNvPr id="385" name="Freeform 748">
                <a:extLst>
                  <a:ext uri="{FF2B5EF4-FFF2-40B4-BE49-F238E27FC236}">
                    <a16:creationId xmlns:a16="http://schemas.microsoft.com/office/drawing/2014/main" xmlns="" id="{C0A0943A-3845-4C82-A499-D0A386F89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6538" y="0"/>
                <a:ext cx="90488" cy="50800"/>
              </a:xfrm>
              <a:custGeom>
                <a:avLst/>
                <a:gdLst>
                  <a:gd name="T0" fmla="*/ 24 w 24"/>
                  <a:gd name="T1" fmla="*/ 0 h 13"/>
                  <a:gd name="T2" fmla="*/ 19 w 24"/>
                  <a:gd name="T3" fmla="*/ 0 h 13"/>
                  <a:gd name="T4" fmla="*/ 19 w 24"/>
                  <a:gd name="T5" fmla="*/ 0 h 13"/>
                  <a:gd name="T6" fmla="*/ 19 w 24"/>
                  <a:gd name="T7" fmla="*/ 0 h 13"/>
                  <a:gd name="T8" fmla="*/ 12 w 24"/>
                  <a:gd name="T9" fmla="*/ 7 h 13"/>
                  <a:gd name="T10" fmla="*/ 6 w 24"/>
                  <a:gd name="T11" fmla="*/ 0 h 13"/>
                  <a:gd name="T12" fmla="*/ 6 w 24"/>
                  <a:gd name="T13" fmla="*/ 0 h 13"/>
                  <a:gd name="T14" fmla="*/ 6 w 24"/>
                  <a:gd name="T15" fmla="*/ 0 h 13"/>
                  <a:gd name="T16" fmla="*/ 6 w 24"/>
                  <a:gd name="T17" fmla="*/ 0 h 13"/>
                  <a:gd name="T18" fmla="*/ 0 w 24"/>
                  <a:gd name="T19" fmla="*/ 0 h 13"/>
                  <a:gd name="T20" fmla="*/ 0 w 24"/>
                  <a:gd name="T21" fmla="*/ 0 h 13"/>
                  <a:gd name="T22" fmla="*/ 12 w 24"/>
                  <a:gd name="T23" fmla="*/ 13 h 13"/>
                  <a:gd name="T24" fmla="*/ 20 w 24"/>
                  <a:gd name="T25" fmla="*/ 10 h 13"/>
                  <a:gd name="T26" fmla="*/ 18 w 24"/>
                  <a:gd name="T27" fmla="*/ 8 h 13"/>
                  <a:gd name="T28" fmla="*/ 23 w 24"/>
                  <a:gd name="T29" fmla="*/ 2 h 13"/>
                  <a:gd name="T30" fmla="*/ 24 w 24"/>
                  <a:gd name="T31" fmla="*/ 3 h 13"/>
                  <a:gd name="T32" fmla="*/ 24 w 24"/>
                  <a:gd name="T33" fmla="*/ 0 h 13"/>
                  <a:gd name="T34" fmla="*/ 24 w 24"/>
                  <a:gd name="T3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13">
                    <a:moveTo>
                      <a:pt x="24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4"/>
                      <a:pt x="16" y="7"/>
                      <a:pt x="12" y="7"/>
                    </a:cubicBezTo>
                    <a:cubicBezTo>
                      <a:pt x="9" y="7"/>
                      <a:pt x="6" y="4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5" y="13"/>
                      <a:pt x="12" y="13"/>
                    </a:cubicBezTo>
                    <a:cubicBezTo>
                      <a:pt x="15" y="13"/>
                      <a:pt x="18" y="12"/>
                      <a:pt x="20" y="10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2"/>
                      <a:pt x="24" y="1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6" name="Freeform 749">
                <a:extLst>
                  <a:ext uri="{FF2B5EF4-FFF2-40B4-BE49-F238E27FC236}">
                    <a16:creationId xmlns:a16="http://schemas.microsoft.com/office/drawing/2014/main" xmlns="" id="{5D8FC0EA-EF57-4C87-BF19-74BBAA5E40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9312" y="568325"/>
                <a:ext cx="90488" cy="92075"/>
              </a:xfrm>
              <a:custGeom>
                <a:avLst/>
                <a:gdLst>
                  <a:gd name="T0" fmla="*/ 5 w 24"/>
                  <a:gd name="T1" fmla="*/ 12 h 24"/>
                  <a:gd name="T2" fmla="*/ 5 w 24"/>
                  <a:gd name="T3" fmla="*/ 12 h 24"/>
                  <a:gd name="T4" fmla="*/ 12 w 24"/>
                  <a:gd name="T5" fmla="*/ 5 h 24"/>
                  <a:gd name="T6" fmla="*/ 18 w 24"/>
                  <a:gd name="T7" fmla="*/ 12 h 24"/>
                  <a:gd name="T8" fmla="*/ 18 w 24"/>
                  <a:gd name="T9" fmla="*/ 12 h 24"/>
                  <a:gd name="T10" fmla="*/ 18 w 24"/>
                  <a:gd name="T11" fmla="*/ 12 h 24"/>
                  <a:gd name="T12" fmla="*/ 12 w 24"/>
                  <a:gd name="T13" fmla="*/ 19 h 24"/>
                  <a:gd name="T14" fmla="*/ 5 w 24"/>
                  <a:gd name="T15" fmla="*/ 12 h 24"/>
                  <a:gd name="T16" fmla="*/ 5 w 24"/>
                  <a:gd name="T17" fmla="*/ 12 h 24"/>
                  <a:gd name="T18" fmla="*/ 12 w 24"/>
                  <a:gd name="T19" fmla="*/ 0 h 24"/>
                  <a:gd name="T20" fmla="*/ 6 w 24"/>
                  <a:gd name="T21" fmla="*/ 1 h 24"/>
                  <a:gd name="T22" fmla="*/ 7 w 24"/>
                  <a:gd name="T23" fmla="*/ 3 h 24"/>
                  <a:gd name="T24" fmla="*/ 2 w 24"/>
                  <a:gd name="T25" fmla="*/ 9 h 24"/>
                  <a:gd name="T26" fmla="*/ 1 w 24"/>
                  <a:gd name="T27" fmla="*/ 8 h 24"/>
                  <a:gd name="T28" fmla="*/ 0 w 24"/>
                  <a:gd name="T29" fmla="*/ 12 h 24"/>
                  <a:gd name="T30" fmla="*/ 12 w 24"/>
                  <a:gd name="T31" fmla="*/ 24 h 24"/>
                  <a:gd name="T32" fmla="*/ 24 w 24"/>
                  <a:gd name="T33" fmla="*/ 12 h 24"/>
                  <a:gd name="T34" fmla="*/ 12 w 24"/>
                  <a:gd name="T3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24">
                    <a:moveTo>
                      <a:pt x="5" y="12"/>
                    </a:moveTo>
                    <a:cubicBezTo>
                      <a:pt x="5" y="12"/>
                      <a:pt x="5" y="12"/>
                      <a:pt x="5" y="12"/>
                    </a:cubicBezTo>
                    <a:cubicBezTo>
                      <a:pt x="5" y="8"/>
                      <a:pt x="8" y="5"/>
                      <a:pt x="12" y="5"/>
                    </a:cubicBezTo>
                    <a:cubicBezTo>
                      <a:pt x="16" y="5"/>
                      <a:pt x="18" y="8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6"/>
                      <a:pt x="16" y="19"/>
                      <a:pt x="12" y="19"/>
                    </a:cubicBezTo>
                    <a:cubicBezTo>
                      <a:pt x="8" y="19"/>
                      <a:pt x="5" y="16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moveTo>
                      <a:pt x="12" y="0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0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7" name="Freeform 753">
                <a:extLst>
                  <a:ext uri="{FF2B5EF4-FFF2-40B4-BE49-F238E27FC236}">
                    <a16:creationId xmlns:a16="http://schemas.microsoft.com/office/drawing/2014/main" xmlns="" id="{77EB4DE8-592F-47D2-9311-F1BD0472F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5275" y="7938"/>
                <a:ext cx="584200" cy="595313"/>
              </a:xfrm>
              <a:custGeom>
                <a:avLst/>
                <a:gdLst>
                  <a:gd name="T0" fmla="*/ 12 w 368"/>
                  <a:gd name="T1" fmla="*/ 0 h 375"/>
                  <a:gd name="T2" fmla="*/ 0 w 368"/>
                  <a:gd name="T3" fmla="*/ 15 h 375"/>
                  <a:gd name="T4" fmla="*/ 357 w 368"/>
                  <a:gd name="T5" fmla="*/ 375 h 375"/>
                  <a:gd name="T6" fmla="*/ 368 w 368"/>
                  <a:gd name="T7" fmla="*/ 360 h 375"/>
                  <a:gd name="T8" fmla="*/ 366 w 368"/>
                  <a:gd name="T9" fmla="*/ 356 h 375"/>
                  <a:gd name="T10" fmla="*/ 12 w 368"/>
                  <a:gd name="T11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" h="375">
                    <a:moveTo>
                      <a:pt x="12" y="0"/>
                    </a:moveTo>
                    <a:lnTo>
                      <a:pt x="0" y="15"/>
                    </a:lnTo>
                    <a:lnTo>
                      <a:pt x="357" y="375"/>
                    </a:lnTo>
                    <a:lnTo>
                      <a:pt x="368" y="360"/>
                    </a:lnTo>
                    <a:lnTo>
                      <a:pt x="366" y="356"/>
                    </a:lnTo>
                    <a:lnTo>
                      <a:pt x="1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xmlns="" id="{4717C88A-A77E-4F5C-AEDD-CDFD7CEE8C12}"/>
                </a:ext>
              </a:extLst>
            </p:cNvPr>
            <p:cNvGrpSpPr/>
            <p:nvPr/>
          </p:nvGrpSpPr>
          <p:grpSpPr>
            <a:xfrm>
              <a:off x="3602866" y="-1"/>
              <a:ext cx="1212197" cy="543935"/>
              <a:chOff x="3200400" y="0"/>
              <a:chExt cx="1362074" cy="611188"/>
            </a:xfrm>
          </p:grpSpPr>
          <p:sp>
            <p:nvSpPr>
              <p:cNvPr id="375" name="Freeform 702">
                <a:extLst>
                  <a:ext uri="{FF2B5EF4-FFF2-40B4-BE49-F238E27FC236}">
                    <a16:creationId xmlns:a16="http://schemas.microsoft.com/office/drawing/2014/main" xmlns="" id="{2B16EB52-E9A9-4613-AAA5-6E27079654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400" y="0"/>
                <a:ext cx="106363" cy="57150"/>
              </a:xfrm>
              <a:custGeom>
                <a:avLst/>
                <a:gdLst>
                  <a:gd name="T0" fmla="*/ 28 w 28"/>
                  <a:gd name="T1" fmla="*/ 0 h 15"/>
                  <a:gd name="T2" fmla="*/ 19 w 28"/>
                  <a:gd name="T3" fmla="*/ 0 h 15"/>
                  <a:gd name="T4" fmla="*/ 18 w 28"/>
                  <a:gd name="T5" fmla="*/ 5 h 15"/>
                  <a:gd name="T6" fmla="*/ 14 w 28"/>
                  <a:gd name="T7" fmla="*/ 7 h 15"/>
                  <a:gd name="T8" fmla="*/ 10 w 28"/>
                  <a:gd name="T9" fmla="*/ 5 h 15"/>
                  <a:gd name="T10" fmla="*/ 9 w 28"/>
                  <a:gd name="T11" fmla="*/ 0 h 15"/>
                  <a:gd name="T12" fmla="*/ 0 w 28"/>
                  <a:gd name="T13" fmla="*/ 0 h 15"/>
                  <a:gd name="T14" fmla="*/ 4 w 28"/>
                  <a:gd name="T15" fmla="*/ 11 h 15"/>
                  <a:gd name="T16" fmla="*/ 14 w 28"/>
                  <a:gd name="T17" fmla="*/ 15 h 15"/>
                  <a:gd name="T18" fmla="*/ 24 w 28"/>
                  <a:gd name="T19" fmla="*/ 11 h 15"/>
                  <a:gd name="T20" fmla="*/ 28 w 28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15"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9" y="4"/>
                      <a:pt x="18" y="5"/>
                    </a:cubicBezTo>
                    <a:cubicBezTo>
                      <a:pt x="17" y="6"/>
                      <a:pt x="15" y="7"/>
                      <a:pt x="14" y="7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9" y="4"/>
                      <a:pt x="8" y="2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8"/>
                      <a:pt x="4" y="11"/>
                    </a:cubicBezTo>
                    <a:cubicBezTo>
                      <a:pt x="7" y="14"/>
                      <a:pt x="10" y="15"/>
                      <a:pt x="14" y="15"/>
                    </a:cubicBezTo>
                    <a:cubicBezTo>
                      <a:pt x="17" y="15"/>
                      <a:pt x="21" y="14"/>
                      <a:pt x="24" y="11"/>
                    </a:cubicBezTo>
                    <a:cubicBezTo>
                      <a:pt x="27" y="8"/>
                      <a:pt x="28" y="4"/>
                      <a:pt x="28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76" name="Freeform 703">
                <a:extLst>
                  <a:ext uri="{FF2B5EF4-FFF2-40B4-BE49-F238E27FC236}">
                    <a16:creationId xmlns:a16="http://schemas.microsoft.com/office/drawing/2014/main" xmlns="" id="{53623291-0B93-49EB-B785-31A302095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487" y="0"/>
                <a:ext cx="106363" cy="57150"/>
              </a:xfrm>
              <a:custGeom>
                <a:avLst/>
                <a:gdLst>
                  <a:gd name="T0" fmla="*/ 28 w 28"/>
                  <a:gd name="T1" fmla="*/ 0 h 15"/>
                  <a:gd name="T2" fmla="*/ 19 w 28"/>
                  <a:gd name="T3" fmla="*/ 0 h 15"/>
                  <a:gd name="T4" fmla="*/ 18 w 28"/>
                  <a:gd name="T5" fmla="*/ 5 h 15"/>
                  <a:gd name="T6" fmla="*/ 14 w 28"/>
                  <a:gd name="T7" fmla="*/ 7 h 15"/>
                  <a:gd name="T8" fmla="*/ 10 w 28"/>
                  <a:gd name="T9" fmla="*/ 5 h 15"/>
                  <a:gd name="T10" fmla="*/ 9 w 28"/>
                  <a:gd name="T11" fmla="*/ 0 h 15"/>
                  <a:gd name="T12" fmla="*/ 0 w 28"/>
                  <a:gd name="T13" fmla="*/ 0 h 15"/>
                  <a:gd name="T14" fmla="*/ 4 w 28"/>
                  <a:gd name="T15" fmla="*/ 11 h 15"/>
                  <a:gd name="T16" fmla="*/ 14 w 28"/>
                  <a:gd name="T17" fmla="*/ 15 h 15"/>
                  <a:gd name="T18" fmla="*/ 24 w 28"/>
                  <a:gd name="T19" fmla="*/ 11 h 15"/>
                  <a:gd name="T20" fmla="*/ 28 w 28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15"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9" y="4"/>
                      <a:pt x="18" y="5"/>
                    </a:cubicBezTo>
                    <a:cubicBezTo>
                      <a:pt x="17" y="6"/>
                      <a:pt x="15" y="7"/>
                      <a:pt x="14" y="7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9" y="4"/>
                      <a:pt x="8" y="2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8"/>
                      <a:pt x="4" y="11"/>
                    </a:cubicBezTo>
                    <a:cubicBezTo>
                      <a:pt x="7" y="14"/>
                      <a:pt x="10" y="15"/>
                      <a:pt x="14" y="15"/>
                    </a:cubicBezTo>
                    <a:cubicBezTo>
                      <a:pt x="17" y="15"/>
                      <a:pt x="21" y="14"/>
                      <a:pt x="24" y="11"/>
                    </a:cubicBezTo>
                    <a:cubicBezTo>
                      <a:pt x="27" y="8"/>
                      <a:pt x="28" y="4"/>
                      <a:pt x="28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77" name="Freeform 755">
                <a:extLst>
                  <a:ext uri="{FF2B5EF4-FFF2-40B4-BE49-F238E27FC236}">
                    <a16:creationId xmlns:a16="http://schemas.microsoft.com/office/drawing/2014/main" xmlns="" id="{DC4C60F8-D6AB-4F32-A1F7-02A36FC0E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437" y="0"/>
                <a:ext cx="98425" cy="65088"/>
              </a:xfrm>
              <a:custGeom>
                <a:avLst/>
                <a:gdLst>
                  <a:gd name="T0" fmla="*/ 25 w 26"/>
                  <a:gd name="T1" fmla="*/ 0 h 17"/>
                  <a:gd name="T2" fmla="*/ 18 w 26"/>
                  <a:gd name="T3" fmla="*/ 0 h 17"/>
                  <a:gd name="T4" fmla="*/ 20 w 26"/>
                  <a:gd name="T5" fmla="*/ 4 h 17"/>
                  <a:gd name="T6" fmla="*/ 20 w 26"/>
                  <a:gd name="T7" fmla="*/ 4 h 17"/>
                  <a:gd name="T8" fmla="*/ 20 w 26"/>
                  <a:gd name="T9" fmla="*/ 4 h 17"/>
                  <a:gd name="T10" fmla="*/ 13 w 26"/>
                  <a:gd name="T11" fmla="*/ 11 h 17"/>
                  <a:gd name="T12" fmla="*/ 6 w 26"/>
                  <a:gd name="T13" fmla="*/ 4 h 17"/>
                  <a:gd name="T14" fmla="*/ 6 w 26"/>
                  <a:gd name="T15" fmla="*/ 4 h 17"/>
                  <a:gd name="T16" fmla="*/ 6 w 26"/>
                  <a:gd name="T17" fmla="*/ 4 h 17"/>
                  <a:gd name="T18" fmla="*/ 8 w 26"/>
                  <a:gd name="T19" fmla="*/ 0 h 17"/>
                  <a:gd name="T20" fmla="*/ 1 w 26"/>
                  <a:gd name="T21" fmla="*/ 0 h 17"/>
                  <a:gd name="T22" fmla="*/ 0 w 26"/>
                  <a:gd name="T23" fmla="*/ 4 h 17"/>
                  <a:gd name="T24" fmla="*/ 2 w 26"/>
                  <a:gd name="T25" fmla="*/ 10 h 17"/>
                  <a:gd name="T26" fmla="*/ 4 w 26"/>
                  <a:gd name="T27" fmla="*/ 8 h 17"/>
                  <a:gd name="T28" fmla="*/ 10 w 26"/>
                  <a:gd name="T29" fmla="*/ 14 h 17"/>
                  <a:gd name="T30" fmla="*/ 8 w 26"/>
                  <a:gd name="T31" fmla="*/ 16 h 17"/>
                  <a:gd name="T32" fmla="*/ 13 w 26"/>
                  <a:gd name="T33" fmla="*/ 17 h 17"/>
                  <a:gd name="T34" fmla="*/ 26 w 26"/>
                  <a:gd name="T35" fmla="*/ 4 h 17"/>
                  <a:gd name="T36" fmla="*/ 25 w 26"/>
                  <a:gd name="T3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7">
                    <a:moveTo>
                      <a:pt x="25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9" y="1"/>
                      <a:pt x="20" y="3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8"/>
                      <a:pt x="17" y="11"/>
                      <a:pt x="13" y="11"/>
                    </a:cubicBezTo>
                    <a:cubicBezTo>
                      <a:pt x="9" y="11"/>
                      <a:pt x="6" y="8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6"/>
                      <a:pt x="1" y="8"/>
                      <a:pt x="2" y="1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9" y="17"/>
                      <a:pt x="11" y="17"/>
                      <a:pt x="13" y="17"/>
                    </a:cubicBezTo>
                    <a:cubicBezTo>
                      <a:pt x="20" y="17"/>
                      <a:pt x="26" y="11"/>
                      <a:pt x="26" y="4"/>
                    </a:cubicBezTo>
                    <a:cubicBezTo>
                      <a:pt x="26" y="3"/>
                      <a:pt x="26" y="2"/>
                      <a:pt x="25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78" name="Freeform 756">
                <a:extLst>
                  <a:ext uri="{FF2B5EF4-FFF2-40B4-BE49-F238E27FC236}">
                    <a16:creationId xmlns:a16="http://schemas.microsoft.com/office/drawing/2014/main" xmlns="" id="{E648767E-3366-4406-B5AE-FAC4E2AB71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64049" y="511175"/>
                <a:ext cx="98425" cy="100013"/>
              </a:xfrm>
              <a:custGeom>
                <a:avLst/>
                <a:gdLst>
                  <a:gd name="T0" fmla="*/ 6 w 26"/>
                  <a:gd name="T1" fmla="*/ 13 h 26"/>
                  <a:gd name="T2" fmla="*/ 6 w 26"/>
                  <a:gd name="T3" fmla="*/ 13 h 26"/>
                  <a:gd name="T4" fmla="*/ 13 w 26"/>
                  <a:gd name="T5" fmla="*/ 6 h 26"/>
                  <a:gd name="T6" fmla="*/ 20 w 26"/>
                  <a:gd name="T7" fmla="*/ 13 h 26"/>
                  <a:gd name="T8" fmla="*/ 20 w 26"/>
                  <a:gd name="T9" fmla="*/ 13 h 26"/>
                  <a:gd name="T10" fmla="*/ 20 w 26"/>
                  <a:gd name="T11" fmla="*/ 13 h 26"/>
                  <a:gd name="T12" fmla="*/ 13 w 26"/>
                  <a:gd name="T13" fmla="*/ 20 h 26"/>
                  <a:gd name="T14" fmla="*/ 6 w 26"/>
                  <a:gd name="T15" fmla="*/ 13 h 26"/>
                  <a:gd name="T16" fmla="*/ 6 w 26"/>
                  <a:gd name="T17" fmla="*/ 13 h 26"/>
                  <a:gd name="T18" fmla="*/ 13 w 26"/>
                  <a:gd name="T19" fmla="*/ 0 h 26"/>
                  <a:gd name="T20" fmla="*/ 7 w 26"/>
                  <a:gd name="T21" fmla="*/ 2 h 26"/>
                  <a:gd name="T22" fmla="*/ 9 w 26"/>
                  <a:gd name="T23" fmla="*/ 3 h 26"/>
                  <a:gd name="T24" fmla="*/ 3 w 26"/>
                  <a:gd name="T25" fmla="*/ 9 h 26"/>
                  <a:gd name="T26" fmla="*/ 2 w 26"/>
                  <a:gd name="T27" fmla="*/ 8 h 26"/>
                  <a:gd name="T28" fmla="*/ 0 w 26"/>
                  <a:gd name="T29" fmla="*/ 13 h 26"/>
                  <a:gd name="T30" fmla="*/ 13 w 26"/>
                  <a:gd name="T31" fmla="*/ 26 h 26"/>
                  <a:gd name="T32" fmla="*/ 26 w 26"/>
                  <a:gd name="T33" fmla="*/ 13 h 26"/>
                  <a:gd name="T34" fmla="*/ 13 w 26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6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10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7"/>
                      <a:pt x="17" y="20"/>
                      <a:pt x="13" y="20"/>
                    </a:cubicBezTo>
                    <a:cubicBezTo>
                      <a:pt x="10" y="20"/>
                      <a:pt x="6" y="17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1" y="0"/>
                      <a:pt x="9" y="1"/>
                      <a:pt x="7" y="2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1" y="9"/>
                      <a:pt x="0" y="11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1" y="26"/>
                      <a:pt x="26" y="20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379" name="Freeform 757">
                <a:extLst>
                  <a:ext uri="{FF2B5EF4-FFF2-40B4-BE49-F238E27FC236}">
                    <a16:creationId xmlns:a16="http://schemas.microsoft.com/office/drawing/2014/main" xmlns="" id="{DB019870-BA37-4EA7-AF4A-81CA5E4C72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28474" y="214812"/>
                <a:ext cx="96838" cy="95250"/>
              </a:xfrm>
              <a:custGeom>
                <a:avLst/>
                <a:gdLst>
                  <a:gd name="T0" fmla="*/ 6 w 26"/>
                  <a:gd name="T1" fmla="*/ 13 h 25"/>
                  <a:gd name="T2" fmla="*/ 6 w 26"/>
                  <a:gd name="T3" fmla="*/ 13 h 25"/>
                  <a:gd name="T4" fmla="*/ 13 w 26"/>
                  <a:gd name="T5" fmla="*/ 6 h 25"/>
                  <a:gd name="T6" fmla="*/ 20 w 26"/>
                  <a:gd name="T7" fmla="*/ 13 h 25"/>
                  <a:gd name="T8" fmla="*/ 20 w 26"/>
                  <a:gd name="T9" fmla="*/ 13 h 25"/>
                  <a:gd name="T10" fmla="*/ 20 w 26"/>
                  <a:gd name="T11" fmla="*/ 13 h 25"/>
                  <a:gd name="T12" fmla="*/ 13 w 26"/>
                  <a:gd name="T13" fmla="*/ 19 h 25"/>
                  <a:gd name="T14" fmla="*/ 6 w 26"/>
                  <a:gd name="T15" fmla="*/ 13 h 25"/>
                  <a:gd name="T16" fmla="*/ 6 w 26"/>
                  <a:gd name="T17" fmla="*/ 13 h 25"/>
                  <a:gd name="T18" fmla="*/ 13 w 26"/>
                  <a:gd name="T19" fmla="*/ 0 h 25"/>
                  <a:gd name="T20" fmla="*/ 7 w 26"/>
                  <a:gd name="T21" fmla="*/ 1 h 25"/>
                  <a:gd name="T22" fmla="*/ 9 w 26"/>
                  <a:gd name="T23" fmla="*/ 4 h 25"/>
                  <a:gd name="T24" fmla="*/ 3 w 26"/>
                  <a:gd name="T25" fmla="*/ 10 h 25"/>
                  <a:gd name="T26" fmla="*/ 1 w 26"/>
                  <a:gd name="T27" fmla="*/ 8 h 25"/>
                  <a:gd name="T28" fmla="*/ 0 w 26"/>
                  <a:gd name="T29" fmla="*/ 13 h 25"/>
                  <a:gd name="T30" fmla="*/ 13 w 26"/>
                  <a:gd name="T31" fmla="*/ 25 h 25"/>
                  <a:gd name="T32" fmla="*/ 26 w 26"/>
                  <a:gd name="T33" fmla="*/ 13 h 25"/>
                  <a:gd name="T34" fmla="*/ 13 w 26"/>
                  <a:gd name="T3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9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6"/>
                      <a:pt x="17" y="19"/>
                      <a:pt x="13" y="19"/>
                    </a:cubicBezTo>
                    <a:cubicBezTo>
                      <a:pt x="9" y="19"/>
                      <a:pt x="6" y="16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1" y="0"/>
                      <a:pt x="9" y="0"/>
                      <a:pt x="7" y="1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1"/>
                      <a:pt x="0" y="13"/>
                    </a:cubicBezTo>
                    <a:cubicBezTo>
                      <a:pt x="0" y="20"/>
                      <a:pt x="6" y="25"/>
                      <a:pt x="13" y="25"/>
                    </a:cubicBezTo>
                    <a:cubicBezTo>
                      <a:pt x="20" y="25"/>
                      <a:pt x="26" y="20"/>
                      <a:pt x="26" y="13"/>
                    </a:cubicBezTo>
                    <a:cubicBezTo>
                      <a:pt x="26" y="5"/>
                      <a:pt x="20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0" name="Freeform 758">
                <a:extLst>
                  <a:ext uri="{FF2B5EF4-FFF2-40B4-BE49-F238E27FC236}">
                    <a16:creationId xmlns:a16="http://schemas.microsoft.com/office/drawing/2014/main" xmlns="" id="{CDCA3963-B2AC-42ED-9B37-5743FC6FF57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49662" y="160337"/>
                <a:ext cx="98425" cy="98425"/>
              </a:xfrm>
              <a:custGeom>
                <a:avLst/>
                <a:gdLst>
                  <a:gd name="T0" fmla="*/ 6 w 26"/>
                  <a:gd name="T1" fmla="*/ 13 h 26"/>
                  <a:gd name="T2" fmla="*/ 6 w 26"/>
                  <a:gd name="T3" fmla="*/ 13 h 26"/>
                  <a:gd name="T4" fmla="*/ 13 w 26"/>
                  <a:gd name="T5" fmla="*/ 6 h 26"/>
                  <a:gd name="T6" fmla="*/ 20 w 26"/>
                  <a:gd name="T7" fmla="*/ 13 h 26"/>
                  <a:gd name="T8" fmla="*/ 20 w 26"/>
                  <a:gd name="T9" fmla="*/ 13 h 26"/>
                  <a:gd name="T10" fmla="*/ 20 w 26"/>
                  <a:gd name="T11" fmla="*/ 13 h 26"/>
                  <a:gd name="T12" fmla="*/ 13 w 26"/>
                  <a:gd name="T13" fmla="*/ 20 h 26"/>
                  <a:gd name="T14" fmla="*/ 6 w 26"/>
                  <a:gd name="T15" fmla="*/ 13 h 26"/>
                  <a:gd name="T16" fmla="*/ 6 w 26"/>
                  <a:gd name="T17" fmla="*/ 13 h 26"/>
                  <a:gd name="T18" fmla="*/ 13 w 26"/>
                  <a:gd name="T19" fmla="*/ 0 h 26"/>
                  <a:gd name="T20" fmla="*/ 9 w 26"/>
                  <a:gd name="T21" fmla="*/ 1 h 26"/>
                  <a:gd name="T22" fmla="*/ 9 w 26"/>
                  <a:gd name="T23" fmla="*/ 1 h 26"/>
                  <a:gd name="T24" fmla="*/ 3 w 26"/>
                  <a:gd name="T25" fmla="*/ 7 h 26"/>
                  <a:gd name="T26" fmla="*/ 2 w 26"/>
                  <a:gd name="T27" fmla="*/ 6 h 26"/>
                  <a:gd name="T28" fmla="*/ 0 w 26"/>
                  <a:gd name="T29" fmla="*/ 13 h 26"/>
                  <a:gd name="T30" fmla="*/ 13 w 26"/>
                  <a:gd name="T31" fmla="*/ 26 h 26"/>
                  <a:gd name="T32" fmla="*/ 26 w 26"/>
                  <a:gd name="T33" fmla="*/ 13 h 26"/>
                  <a:gd name="T34" fmla="*/ 13 w 26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6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10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7"/>
                      <a:pt x="17" y="20"/>
                      <a:pt x="13" y="20"/>
                    </a:cubicBezTo>
                    <a:cubicBezTo>
                      <a:pt x="10" y="20"/>
                      <a:pt x="6" y="17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2" y="0"/>
                      <a:pt x="11" y="1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8"/>
                      <a:pt x="0" y="11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1" y="26"/>
                      <a:pt x="26" y="20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1" name="Freeform 759">
                <a:extLst>
                  <a:ext uri="{FF2B5EF4-FFF2-40B4-BE49-F238E27FC236}">
                    <a16:creationId xmlns:a16="http://schemas.microsoft.com/office/drawing/2014/main" xmlns="" id="{5F220BC6-3FC0-4193-917D-54679BC28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475" y="0"/>
                <a:ext cx="627063" cy="168275"/>
              </a:xfrm>
              <a:custGeom>
                <a:avLst/>
                <a:gdLst>
                  <a:gd name="T0" fmla="*/ 29 w 395"/>
                  <a:gd name="T1" fmla="*/ 0 h 106"/>
                  <a:gd name="T2" fmla="*/ 0 w 395"/>
                  <a:gd name="T3" fmla="*/ 0 h 106"/>
                  <a:gd name="T4" fmla="*/ 105 w 395"/>
                  <a:gd name="T5" fmla="*/ 106 h 106"/>
                  <a:gd name="T6" fmla="*/ 321 w 395"/>
                  <a:gd name="T7" fmla="*/ 106 h 106"/>
                  <a:gd name="T8" fmla="*/ 395 w 395"/>
                  <a:gd name="T9" fmla="*/ 34 h 106"/>
                  <a:gd name="T10" fmla="*/ 381 w 395"/>
                  <a:gd name="T11" fmla="*/ 20 h 106"/>
                  <a:gd name="T12" fmla="*/ 314 w 395"/>
                  <a:gd name="T13" fmla="*/ 84 h 106"/>
                  <a:gd name="T14" fmla="*/ 115 w 395"/>
                  <a:gd name="T15" fmla="*/ 84 h 106"/>
                  <a:gd name="T16" fmla="*/ 29 w 395"/>
                  <a:gd name="T1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06">
                    <a:moveTo>
                      <a:pt x="29" y="0"/>
                    </a:moveTo>
                    <a:lnTo>
                      <a:pt x="0" y="0"/>
                    </a:lnTo>
                    <a:lnTo>
                      <a:pt x="105" y="106"/>
                    </a:lnTo>
                    <a:lnTo>
                      <a:pt x="321" y="106"/>
                    </a:lnTo>
                    <a:lnTo>
                      <a:pt x="395" y="34"/>
                    </a:lnTo>
                    <a:lnTo>
                      <a:pt x="381" y="20"/>
                    </a:lnTo>
                    <a:lnTo>
                      <a:pt x="314" y="84"/>
                    </a:lnTo>
                    <a:lnTo>
                      <a:pt x="115" y="84"/>
                    </a:lnTo>
                    <a:lnTo>
                      <a:pt x="2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2" name="Freeform 761">
                <a:extLst>
                  <a:ext uri="{FF2B5EF4-FFF2-40B4-BE49-F238E27FC236}">
                    <a16:creationId xmlns:a16="http://schemas.microsoft.com/office/drawing/2014/main" xmlns="" id="{94EF0422-79FC-428E-957A-93D5912FC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762" y="0"/>
                <a:ext cx="279400" cy="255588"/>
              </a:xfrm>
              <a:custGeom>
                <a:avLst/>
                <a:gdLst>
                  <a:gd name="T0" fmla="*/ 31 w 176"/>
                  <a:gd name="T1" fmla="*/ 0 h 161"/>
                  <a:gd name="T2" fmla="*/ 0 w 176"/>
                  <a:gd name="T3" fmla="*/ 0 h 161"/>
                  <a:gd name="T4" fmla="*/ 162 w 176"/>
                  <a:gd name="T5" fmla="*/ 161 h 161"/>
                  <a:gd name="T6" fmla="*/ 176 w 176"/>
                  <a:gd name="T7" fmla="*/ 147 h 161"/>
                  <a:gd name="T8" fmla="*/ 171 w 176"/>
                  <a:gd name="T9" fmla="*/ 140 h 161"/>
                  <a:gd name="T10" fmla="*/ 31 w 176"/>
                  <a:gd name="T11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6" h="161">
                    <a:moveTo>
                      <a:pt x="31" y="0"/>
                    </a:moveTo>
                    <a:lnTo>
                      <a:pt x="0" y="0"/>
                    </a:lnTo>
                    <a:lnTo>
                      <a:pt x="162" y="161"/>
                    </a:lnTo>
                    <a:lnTo>
                      <a:pt x="176" y="147"/>
                    </a:lnTo>
                    <a:lnTo>
                      <a:pt x="171" y="140"/>
                    </a:lnTo>
                    <a:lnTo>
                      <a:pt x="3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3" name="Freeform 763">
                <a:extLst>
                  <a:ext uri="{FF2B5EF4-FFF2-40B4-BE49-F238E27FC236}">
                    <a16:creationId xmlns:a16="http://schemas.microsoft.com/office/drawing/2014/main" xmlns="" id="{FA58BAC6-64BF-4795-9822-72DA7463C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050" y="0"/>
                <a:ext cx="928688" cy="546100"/>
              </a:xfrm>
              <a:custGeom>
                <a:avLst/>
                <a:gdLst>
                  <a:gd name="T0" fmla="*/ 31 w 585"/>
                  <a:gd name="T1" fmla="*/ 0 h 344"/>
                  <a:gd name="T2" fmla="*/ 0 w 585"/>
                  <a:gd name="T3" fmla="*/ 0 h 344"/>
                  <a:gd name="T4" fmla="*/ 252 w 585"/>
                  <a:gd name="T5" fmla="*/ 250 h 344"/>
                  <a:gd name="T6" fmla="*/ 475 w 585"/>
                  <a:gd name="T7" fmla="*/ 250 h 344"/>
                  <a:gd name="T8" fmla="*/ 570 w 585"/>
                  <a:gd name="T9" fmla="*/ 344 h 344"/>
                  <a:gd name="T10" fmla="*/ 585 w 585"/>
                  <a:gd name="T11" fmla="*/ 329 h 344"/>
                  <a:gd name="T12" fmla="*/ 580 w 585"/>
                  <a:gd name="T13" fmla="*/ 327 h 344"/>
                  <a:gd name="T14" fmla="*/ 482 w 585"/>
                  <a:gd name="T15" fmla="*/ 229 h 344"/>
                  <a:gd name="T16" fmla="*/ 261 w 585"/>
                  <a:gd name="T17" fmla="*/ 229 h 344"/>
                  <a:gd name="T18" fmla="*/ 31 w 585"/>
                  <a:gd name="T19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5" h="344">
                    <a:moveTo>
                      <a:pt x="31" y="0"/>
                    </a:moveTo>
                    <a:lnTo>
                      <a:pt x="0" y="0"/>
                    </a:lnTo>
                    <a:lnTo>
                      <a:pt x="252" y="250"/>
                    </a:lnTo>
                    <a:lnTo>
                      <a:pt x="475" y="250"/>
                    </a:lnTo>
                    <a:lnTo>
                      <a:pt x="570" y="344"/>
                    </a:lnTo>
                    <a:lnTo>
                      <a:pt x="585" y="329"/>
                    </a:lnTo>
                    <a:lnTo>
                      <a:pt x="580" y="327"/>
                    </a:lnTo>
                    <a:lnTo>
                      <a:pt x="482" y="229"/>
                    </a:lnTo>
                    <a:lnTo>
                      <a:pt x="261" y="229"/>
                    </a:lnTo>
                    <a:lnTo>
                      <a:pt x="3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84" name="Freeform 765">
                <a:extLst>
                  <a:ext uri="{FF2B5EF4-FFF2-40B4-BE49-F238E27FC236}">
                    <a16:creationId xmlns:a16="http://schemas.microsoft.com/office/drawing/2014/main" xmlns="" id="{BB458A59-D105-41C8-9CB6-20833A254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450" y="0"/>
                <a:ext cx="214313" cy="192088"/>
              </a:xfrm>
              <a:custGeom>
                <a:avLst/>
                <a:gdLst>
                  <a:gd name="T0" fmla="*/ 28 w 135"/>
                  <a:gd name="T1" fmla="*/ 0 h 121"/>
                  <a:gd name="T2" fmla="*/ 0 w 135"/>
                  <a:gd name="T3" fmla="*/ 0 h 121"/>
                  <a:gd name="T4" fmla="*/ 121 w 135"/>
                  <a:gd name="T5" fmla="*/ 121 h 121"/>
                  <a:gd name="T6" fmla="*/ 135 w 135"/>
                  <a:gd name="T7" fmla="*/ 106 h 121"/>
                  <a:gd name="T8" fmla="*/ 135 w 135"/>
                  <a:gd name="T9" fmla="*/ 106 h 121"/>
                  <a:gd name="T10" fmla="*/ 28 w 1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21">
                    <a:moveTo>
                      <a:pt x="28" y="0"/>
                    </a:moveTo>
                    <a:lnTo>
                      <a:pt x="0" y="0"/>
                    </a:lnTo>
                    <a:lnTo>
                      <a:pt x="121" y="121"/>
                    </a:lnTo>
                    <a:lnTo>
                      <a:pt x="135" y="106"/>
                    </a:lnTo>
                    <a:lnTo>
                      <a:pt x="135" y="106"/>
                    </a:lnTo>
                    <a:lnTo>
                      <a:pt x="2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374" name="Freeform 767">
              <a:extLst>
                <a:ext uri="{FF2B5EF4-FFF2-40B4-BE49-F238E27FC236}">
                  <a16:creationId xmlns:a16="http://schemas.microsoft.com/office/drawing/2014/main" xmlns="" id="{9CE46C5B-9245-4B5D-AD63-191771B14F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8158" y="-2497"/>
              <a:ext cx="226051" cy="474707"/>
            </a:xfrm>
            <a:custGeom>
              <a:avLst/>
              <a:gdLst>
                <a:gd name="T0" fmla="*/ 10 w 67"/>
                <a:gd name="T1" fmla="*/ 130 h 140"/>
                <a:gd name="T2" fmla="*/ 10 w 67"/>
                <a:gd name="T3" fmla="*/ 130 h 140"/>
                <a:gd name="T4" fmla="*/ 13 w 67"/>
                <a:gd name="T5" fmla="*/ 127 h 140"/>
                <a:gd name="T6" fmla="*/ 16 w 67"/>
                <a:gd name="T7" fmla="*/ 130 h 140"/>
                <a:gd name="T8" fmla="*/ 16 w 67"/>
                <a:gd name="T9" fmla="*/ 130 h 140"/>
                <a:gd name="T10" fmla="*/ 16 w 67"/>
                <a:gd name="T11" fmla="*/ 130 h 140"/>
                <a:gd name="T12" fmla="*/ 13 w 67"/>
                <a:gd name="T13" fmla="*/ 133 h 140"/>
                <a:gd name="T14" fmla="*/ 10 w 67"/>
                <a:gd name="T15" fmla="*/ 130 h 140"/>
                <a:gd name="T16" fmla="*/ 10 w 67"/>
                <a:gd name="T17" fmla="*/ 130 h 140"/>
                <a:gd name="T18" fmla="*/ 10 w 67"/>
                <a:gd name="T19" fmla="*/ 26 h 140"/>
                <a:gd name="T20" fmla="*/ 10 w 67"/>
                <a:gd name="T21" fmla="*/ 26 h 140"/>
                <a:gd name="T22" fmla="*/ 13 w 67"/>
                <a:gd name="T23" fmla="*/ 23 h 140"/>
                <a:gd name="T24" fmla="*/ 16 w 67"/>
                <a:gd name="T25" fmla="*/ 26 h 140"/>
                <a:gd name="T26" fmla="*/ 16 w 67"/>
                <a:gd name="T27" fmla="*/ 26 h 140"/>
                <a:gd name="T28" fmla="*/ 16 w 67"/>
                <a:gd name="T29" fmla="*/ 26 h 140"/>
                <a:gd name="T30" fmla="*/ 13 w 67"/>
                <a:gd name="T31" fmla="*/ 29 h 140"/>
                <a:gd name="T32" fmla="*/ 10 w 67"/>
                <a:gd name="T33" fmla="*/ 26 h 140"/>
                <a:gd name="T34" fmla="*/ 10 w 67"/>
                <a:gd name="T35" fmla="*/ 26 h 140"/>
                <a:gd name="T36" fmla="*/ 55 w 67"/>
                <a:gd name="T37" fmla="*/ 26 h 140"/>
                <a:gd name="T38" fmla="*/ 55 w 67"/>
                <a:gd name="T39" fmla="*/ 26 h 140"/>
                <a:gd name="T40" fmla="*/ 58 w 67"/>
                <a:gd name="T41" fmla="*/ 23 h 140"/>
                <a:gd name="T42" fmla="*/ 61 w 67"/>
                <a:gd name="T43" fmla="*/ 26 h 140"/>
                <a:gd name="T44" fmla="*/ 61 w 67"/>
                <a:gd name="T45" fmla="*/ 26 h 140"/>
                <a:gd name="T46" fmla="*/ 61 w 67"/>
                <a:gd name="T47" fmla="*/ 26 h 140"/>
                <a:gd name="T48" fmla="*/ 58 w 67"/>
                <a:gd name="T49" fmla="*/ 29 h 140"/>
                <a:gd name="T50" fmla="*/ 55 w 67"/>
                <a:gd name="T51" fmla="*/ 26 h 140"/>
                <a:gd name="T52" fmla="*/ 55 w 67"/>
                <a:gd name="T53" fmla="*/ 26 h 140"/>
                <a:gd name="T54" fmla="*/ 67 w 67"/>
                <a:gd name="T55" fmla="*/ 0 h 140"/>
                <a:gd name="T56" fmla="*/ 49 w 67"/>
                <a:gd name="T57" fmla="*/ 0 h 140"/>
                <a:gd name="T58" fmla="*/ 18 w 67"/>
                <a:gd name="T59" fmla="*/ 0 h 140"/>
                <a:gd name="T60" fmla="*/ 16 w 67"/>
                <a:gd name="T61" fmla="*/ 0 h 140"/>
                <a:gd name="T62" fmla="*/ 7 w 67"/>
                <a:gd name="T63" fmla="*/ 10 h 140"/>
                <a:gd name="T64" fmla="*/ 7 w 67"/>
                <a:gd name="T65" fmla="*/ 12 h 140"/>
                <a:gd name="T66" fmla="*/ 7 w 67"/>
                <a:gd name="T67" fmla="*/ 36 h 140"/>
                <a:gd name="T68" fmla="*/ 7 w 67"/>
                <a:gd name="T69" fmla="*/ 45 h 140"/>
                <a:gd name="T70" fmla="*/ 7 w 67"/>
                <a:gd name="T71" fmla="*/ 53 h 140"/>
                <a:gd name="T72" fmla="*/ 0 w 67"/>
                <a:gd name="T73" fmla="*/ 59 h 140"/>
                <a:gd name="T74" fmla="*/ 0 w 67"/>
                <a:gd name="T75" fmla="*/ 100 h 140"/>
                <a:gd name="T76" fmla="*/ 7 w 67"/>
                <a:gd name="T77" fmla="*/ 106 h 140"/>
                <a:gd name="T78" fmla="*/ 7 w 67"/>
                <a:gd name="T79" fmla="*/ 123 h 140"/>
                <a:gd name="T80" fmla="*/ 7 w 67"/>
                <a:gd name="T81" fmla="*/ 123 h 140"/>
                <a:gd name="T82" fmla="*/ 3 w 67"/>
                <a:gd name="T83" fmla="*/ 130 h 140"/>
                <a:gd name="T84" fmla="*/ 13 w 67"/>
                <a:gd name="T85" fmla="*/ 140 h 140"/>
                <a:gd name="T86" fmla="*/ 23 w 67"/>
                <a:gd name="T87" fmla="*/ 130 h 140"/>
                <a:gd name="T88" fmla="*/ 18 w 67"/>
                <a:gd name="T89" fmla="*/ 122 h 140"/>
                <a:gd name="T90" fmla="*/ 18 w 67"/>
                <a:gd name="T91" fmla="*/ 65 h 140"/>
                <a:gd name="T92" fmla="*/ 30 w 67"/>
                <a:gd name="T93" fmla="*/ 53 h 140"/>
                <a:gd name="T94" fmla="*/ 57 w 67"/>
                <a:gd name="T95" fmla="*/ 53 h 140"/>
                <a:gd name="T96" fmla="*/ 67 w 67"/>
                <a:gd name="T97" fmla="*/ 44 h 140"/>
                <a:gd name="T98" fmla="*/ 67 w 67"/>
                <a:gd name="T99" fmla="*/ 18 h 140"/>
                <a:gd name="T100" fmla="*/ 67 w 67"/>
                <a:gd name="T101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140">
                  <a:moveTo>
                    <a:pt x="10" y="130"/>
                  </a:moveTo>
                  <a:cubicBezTo>
                    <a:pt x="10" y="130"/>
                    <a:pt x="10" y="130"/>
                    <a:pt x="10" y="130"/>
                  </a:cubicBezTo>
                  <a:cubicBezTo>
                    <a:pt x="10" y="129"/>
                    <a:pt x="11" y="127"/>
                    <a:pt x="13" y="127"/>
                  </a:cubicBezTo>
                  <a:cubicBezTo>
                    <a:pt x="15" y="127"/>
                    <a:pt x="16" y="129"/>
                    <a:pt x="16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6" y="132"/>
                    <a:pt x="15" y="133"/>
                    <a:pt x="13" y="133"/>
                  </a:cubicBezTo>
                  <a:cubicBezTo>
                    <a:pt x="11" y="133"/>
                    <a:pt x="10" y="132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25"/>
                    <a:pt x="11" y="23"/>
                    <a:pt x="13" y="23"/>
                  </a:cubicBezTo>
                  <a:cubicBezTo>
                    <a:pt x="15" y="23"/>
                    <a:pt x="16" y="25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5" y="29"/>
                    <a:pt x="13" y="29"/>
                  </a:cubicBezTo>
                  <a:cubicBezTo>
                    <a:pt x="11" y="29"/>
                    <a:pt x="10" y="28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moveTo>
                    <a:pt x="55" y="26"/>
                  </a:moveTo>
                  <a:cubicBezTo>
                    <a:pt x="55" y="26"/>
                    <a:pt x="55" y="26"/>
                    <a:pt x="55" y="26"/>
                  </a:cubicBezTo>
                  <a:cubicBezTo>
                    <a:pt x="55" y="25"/>
                    <a:pt x="57" y="23"/>
                    <a:pt x="58" y="23"/>
                  </a:cubicBezTo>
                  <a:cubicBezTo>
                    <a:pt x="60" y="23"/>
                    <a:pt x="61" y="25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8"/>
                    <a:pt x="60" y="29"/>
                    <a:pt x="58" y="29"/>
                  </a:cubicBezTo>
                  <a:cubicBezTo>
                    <a:pt x="57" y="29"/>
                    <a:pt x="55" y="28"/>
                    <a:pt x="55" y="26"/>
                  </a:cubicBezTo>
                  <a:cubicBezTo>
                    <a:pt x="55" y="26"/>
                    <a:pt x="55" y="26"/>
                    <a:pt x="55" y="26"/>
                  </a:cubicBezTo>
                  <a:moveTo>
                    <a:pt x="67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7" y="106"/>
                    <a:pt x="7" y="106"/>
                    <a:pt x="7" y="106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5" y="125"/>
                    <a:pt x="3" y="127"/>
                    <a:pt x="3" y="130"/>
                  </a:cubicBezTo>
                  <a:cubicBezTo>
                    <a:pt x="3" y="136"/>
                    <a:pt x="8" y="140"/>
                    <a:pt x="13" y="140"/>
                  </a:cubicBezTo>
                  <a:cubicBezTo>
                    <a:pt x="18" y="140"/>
                    <a:pt x="23" y="136"/>
                    <a:pt x="23" y="130"/>
                  </a:cubicBezTo>
                  <a:cubicBezTo>
                    <a:pt x="23" y="127"/>
                    <a:pt x="21" y="124"/>
                    <a:pt x="18" y="122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12" name="자유형: 도형 411">
            <a:extLst>
              <a:ext uri="{FF2B5EF4-FFF2-40B4-BE49-F238E27FC236}">
                <a16:creationId xmlns:a16="http://schemas.microsoft.com/office/drawing/2014/main" xmlns="" id="{653F0DC2-DF30-4DE8-9242-BEF82B8D6A36}"/>
              </a:ext>
            </a:extLst>
          </p:cNvPr>
          <p:cNvSpPr>
            <a:spLocks/>
          </p:cNvSpPr>
          <p:nvPr/>
        </p:nvSpPr>
        <p:spPr bwMode="auto">
          <a:xfrm>
            <a:off x="573528" y="4986009"/>
            <a:ext cx="4989383" cy="5016953"/>
          </a:xfrm>
          <a:custGeom>
            <a:avLst/>
            <a:gdLst>
              <a:gd name="connsiteX0" fmla="*/ 3320912 w 6604001"/>
              <a:gd name="connsiteY0" fmla="*/ 6640413 h 6640493"/>
              <a:gd name="connsiteX1" fmla="*/ 3319757 w 6604001"/>
              <a:gd name="connsiteY1" fmla="*/ 6640444 h 6640493"/>
              <a:gd name="connsiteX2" fmla="*/ 3317875 w 6604001"/>
              <a:gd name="connsiteY2" fmla="*/ 6640493 h 6640493"/>
              <a:gd name="connsiteX3" fmla="*/ 3320479 w 6604001"/>
              <a:gd name="connsiteY3" fmla="*/ 6640415 h 6640493"/>
              <a:gd name="connsiteX4" fmla="*/ 3283353 w 6604001"/>
              <a:gd name="connsiteY4" fmla="*/ 6639829 h 6640493"/>
              <a:gd name="connsiteX5" fmla="*/ 3297298 w 6604001"/>
              <a:gd name="connsiteY5" fmla="*/ 6640429 h 6640493"/>
              <a:gd name="connsiteX6" fmla="*/ 3294896 w 6604001"/>
              <a:gd name="connsiteY6" fmla="*/ 6640493 h 6640493"/>
              <a:gd name="connsiteX7" fmla="*/ 3807034 w 6604001"/>
              <a:gd name="connsiteY7" fmla="*/ 6600845 h 6640493"/>
              <a:gd name="connsiteX8" fmla="*/ 3770895 w 6604001"/>
              <a:gd name="connsiteY8" fmla="*/ 6605556 h 6640493"/>
              <a:gd name="connsiteX9" fmla="*/ 3744943 w 6604001"/>
              <a:gd name="connsiteY9" fmla="*/ 6608382 h 6640493"/>
              <a:gd name="connsiteX10" fmla="*/ 3792377 w 6604001"/>
              <a:gd name="connsiteY10" fmla="*/ 6602620 h 6640493"/>
              <a:gd name="connsiteX11" fmla="*/ 2793354 w 6604001"/>
              <a:gd name="connsiteY11" fmla="*/ 6599627 h 6640493"/>
              <a:gd name="connsiteX12" fmla="*/ 2910634 w 6604001"/>
              <a:gd name="connsiteY12" fmla="*/ 6612491 h 6640493"/>
              <a:gd name="connsiteX13" fmla="*/ 3173413 w 6604001"/>
              <a:gd name="connsiteY13" fmla="*/ 6633507 h 6640493"/>
              <a:gd name="connsiteX14" fmla="*/ 3283353 w 6604001"/>
              <a:gd name="connsiteY14" fmla="*/ 6639829 h 6640493"/>
              <a:gd name="connsiteX15" fmla="*/ 3236826 w 6604001"/>
              <a:gd name="connsiteY15" fmla="*/ 6637830 h 6640493"/>
              <a:gd name="connsiteX16" fmla="*/ 2843976 w 6604001"/>
              <a:gd name="connsiteY16" fmla="*/ 6608175 h 6640493"/>
              <a:gd name="connsiteX17" fmla="*/ 2787385 w 6604001"/>
              <a:gd name="connsiteY17" fmla="*/ 6598619 h 6640493"/>
              <a:gd name="connsiteX18" fmla="*/ 2793354 w 6604001"/>
              <a:gd name="connsiteY18" fmla="*/ 6599627 h 6640493"/>
              <a:gd name="connsiteX19" fmla="*/ 2789152 w 6604001"/>
              <a:gd name="connsiteY19" fmla="*/ 6599166 h 6640493"/>
              <a:gd name="connsiteX20" fmla="*/ 2708769 w 6604001"/>
              <a:gd name="connsiteY20" fmla="*/ 6584309 h 6640493"/>
              <a:gd name="connsiteX21" fmla="*/ 2764995 w 6604001"/>
              <a:gd name="connsiteY21" fmla="*/ 6594599 h 6640493"/>
              <a:gd name="connsiteX22" fmla="*/ 2778125 w 6604001"/>
              <a:gd name="connsiteY22" fmla="*/ 6599218 h 6640493"/>
              <a:gd name="connsiteX23" fmla="*/ 2748010 w 6604001"/>
              <a:gd name="connsiteY23" fmla="*/ 6592744 h 6640493"/>
              <a:gd name="connsiteX24" fmla="*/ 2702801 w 6604001"/>
              <a:gd name="connsiteY24" fmla="*/ 6583088 h 6640493"/>
              <a:gd name="connsiteX25" fmla="*/ 2705128 w 6604001"/>
              <a:gd name="connsiteY25" fmla="*/ 6583551 h 6640493"/>
              <a:gd name="connsiteX26" fmla="*/ 2706741 w 6604001"/>
              <a:gd name="connsiteY26" fmla="*/ 6583873 h 6640493"/>
              <a:gd name="connsiteX27" fmla="*/ 2708769 w 6604001"/>
              <a:gd name="connsiteY27" fmla="*/ 6584309 h 6640493"/>
              <a:gd name="connsiteX28" fmla="*/ 2706974 w 6604001"/>
              <a:gd name="connsiteY28" fmla="*/ 6583980 h 6640493"/>
              <a:gd name="connsiteX29" fmla="*/ 2681978 w 6604001"/>
              <a:gd name="connsiteY29" fmla="*/ 6562458 h 6640493"/>
              <a:gd name="connsiteX30" fmla="*/ 2733011 w 6604001"/>
              <a:gd name="connsiteY30" fmla="*/ 6581789 h 6640493"/>
              <a:gd name="connsiteX31" fmla="*/ 2787385 w 6604001"/>
              <a:gd name="connsiteY31" fmla="*/ 6598619 h 6640493"/>
              <a:gd name="connsiteX32" fmla="*/ 2781880 w 6604001"/>
              <a:gd name="connsiteY32" fmla="*/ 6597689 h 6640493"/>
              <a:gd name="connsiteX33" fmla="*/ 2764995 w 6604001"/>
              <a:gd name="connsiteY33" fmla="*/ 6594599 h 6640493"/>
              <a:gd name="connsiteX34" fmla="*/ 2722239 w 6604001"/>
              <a:gd name="connsiteY34" fmla="*/ 6579557 h 6640493"/>
              <a:gd name="connsiteX35" fmla="*/ 2679700 w 6604001"/>
              <a:gd name="connsiteY35" fmla="*/ 6561595 h 6640493"/>
              <a:gd name="connsiteX36" fmla="*/ 2679947 w 6604001"/>
              <a:gd name="connsiteY36" fmla="*/ 6561595 h 6640493"/>
              <a:gd name="connsiteX37" fmla="*/ 2681978 w 6604001"/>
              <a:gd name="connsiteY37" fmla="*/ 6562458 h 6640493"/>
              <a:gd name="connsiteX38" fmla="*/ 2585377 w 6604001"/>
              <a:gd name="connsiteY38" fmla="*/ 6557824 h 6640493"/>
              <a:gd name="connsiteX39" fmla="*/ 2595154 w 6604001"/>
              <a:gd name="connsiteY39" fmla="*/ 6559213 h 6640493"/>
              <a:gd name="connsiteX40" fmla="*/ 2588208 w 6604001"/>
              <a:gd name="connsiteY40" fmla="*/ 6558447 h 6640493"/>
              <a:gd name="connsiteX41" fmla="*/ 2567890 w 6604001"/>
              <a:gd name="connsiteY41" fmla="*/ 6556208 h 6640493"/>
              <a:gd name="connsiteX42" fmla="*/ 2588208 w 6604001"/>
              <a:gd name="connsiteY42" fmla="*/ 6558447 h 6640493"/>
              <a:gd name="connsiteX43" fmla="*/ 2595557 w 6604001"/>
              <a:gd name="connsiteY43" fmla="*/ 6560065 h 6640493"/>
              <a:gd name="connsiteX44" fmla="*/ 2647789 w 6604001"/>
              <a:gd name="connsiteY44" fmla="*/ 6571322 h 6640493"/>
              <a:gd name="connsiteX45" fmla="*/ 2702801 w 6604001"/>
              <a:gd name="connsiteY45" fmla="*/ 6583088 h 6640493"/>
              <a:gd name="connsiteX46" fmla="*/ 2693842 w 6604001"/>
              <a:gd name="connsiteY46" fmla="*/ 6581303 h 6640493"/>
              <a:gd name="connsiteX47" fmla="*/ 2603546 w 6604001"/>
              <a:gd name="connsiteY47" fmla="*/ 6563312 h 6640493"/>
              <a:gd name="connsiteX48" fmla="*/ 2460777 w 6604001"/>
              <a:gd name="connsiteY48" fmla="*/ 6529795 h 6640493"/>
              <a:gd name="connsiteX49" fmla="*/ 2509010 w 6604001"/>
              <a:gd name="connsiteY49" fmla="*/ 6541007 h 6640493"/>
              <a:gd name="connsiteX50" fmla="*/ 2585377 w 6604001"/>
              <a:gd name="connsiteY50" fmla="*/ 6557824 h 6640493"/>
              <a:gd name="connsiteX51" fmla="*/ 2552700 w 6604001"/>
              <a:gd name="connsiteY51" fmla="*/ 6553181 h 6640493"/>
              <a:gd name="connsiteX52" fmla="*/ 2567890 w 6604001"/>
              <a:gd name="connsiteY52" fmla="*/ 6556208 h 6640493"/>
              <a:gd name="connsiteX53" fmla="*/ 2544608 w 6604001"/>
              <a:gd name="connsiteY53" fmla="*/ 6553642 h 6640493"/>
              <a:gd name="connsiteX54" fmla="*/ 4195996 w 6604001"/>
              <a:gd name="connsiteY54" fmla="*/ 6516116 h 6640493"/>
              <a:gd name="connsiteX55" fmla="*/ 4191670 w 6604001"/>
              <a:gd name="connsiteY55" fmla="*/ 6517401 h 6640493"/>
              <a:gd name="connsiteX56" fmla="*/ 3852936 w 6604001"/>
              <a:gd name="connsiteY56" fmla="*/ 6595283 h 6640493"/>
              <a:gd name="connsiteX57" fmla="*/ 3807034 w 6604001"/>
              <a:gd name="connsiteY57" fmla="*/ 6600845 h 6640493"/>
              <a:gd name="connsiteX58" fmla="*/ 3852569 w 6604001"/>
              <a:gd name="connsiteY58" fmla="*/ 6594909 h 6640493"/>
              <a:gd name="connsiteX59" fmla="*/ 4114030 w 6604001"/>
              <a:gd name="connsiteY59" fmla="*/ 6536145 h 6640493"/>
              <a:gd name="connsiteX60" fmla="*/ 4181081 w 6604001"/>
              <a:gd name="connsiteY60" fmla="*/ 6519497 h 6640493"/>
              <a:gd name="connsiteX61" fmla="*/ 2433367 w 6604001"/>
              <a:gd name="connsiteY61" fmla="*/ 6515956 h 6640493"/>
              <a:gd name="connsiteX62" fmla="*/ 2485428 w 6604001"/>
              <a:gd name="connsiteY62" fmla="*/ 6525137 h 6640493"/>
              <a:gd name="connsiteX63" fmla="*/ 2553228 w 6604001"/>
              <a:gd name="connsiteY63" fmla="*/ 6536206 h 6640493"/>
              <a:gd name="connsiteX64" fmla="*/ 2634474 w 6604001"/>
              <a:gd name="connsiteY64" fmla="*/ 6549207 h 6640493"/>
              <a:gd name="connsiteX65" fmla="*/ 2634474 w 6604001"/>
              <a:gd name="connsiteY65" fmla="*/ 6550005 h 6640493"/>
              <a:gd name="connsiteX66" fmla="*/ 2509016 w 6604001"/>
              <a:gd name="connsiteY66" fmla="*/ 6531761 h 6640493"/>
              <a:gd name="connsiteX67" fmla="*/ 4195763 w 6604001"/>
              <a:gd name="connsiteY67" fmla="*/ 6515852 h 6640493"/>
              <a:gd name="connsiteX68" fmla="*/ 4181081 w 6604001"/>
              <a:gd name="connsiteY68" fmla="*/ 6519497 h 6640493"/>
              <a:gd name="connsiteX69" fmla="*/ 4174164 w 6604001"/>
              <a:gd name="connsiteY69" fmla="*/ 6521065 h 6640493"/>
              <a:gd name="connsiteX70" fmla="*/ 4170631 w 6604001"/>
              <a:gd name="connsiteY70" fmla="*/ 6521306 h 6640493"/>
              <a:gd name="connsiteX71" fmla="*/ 4291826 w 6604001"/>
              <a:gd name="connsiteY71" fmla="*/ 6487570 h 6640493"/>
              <a:gd name="connsiteX72" fmla="*/ 4286378 w 6604001"/>
              <a:gd name="connsiteY72" fmla="*/ 6490078 h 6640493"/>
              <a:gd name="connsiteX73" fmla="*/ 4211059 w 6604001"/>
              <a:gd name="connsiteY73" fmla="*/ 6512700 h 6640493"/>
              <a:gd name="connsiteX74" fmla="*/ 4195996 w 6604001"/>
              <a:gd name="connsiteY74" fmla="*/ 6516116 h 6640493"/>
              <a:gd name="connsiteX75" fmla="*/ 4276420 w 6604001"/>
              <a:gd name="connsiteY75" fmla="*/ 6492213 h 6640493"/>
              <a:gd name="connsiteX76" fmla="*/ 2233253 w 6604001"/>
              <a:gd name="connsiteY76" fmla="*/ 6462334 h 6640493"/>
              <a:gd name="connsiteX77" fmla="*/ 2244916 w 6604001"/>
              <a:gd name="connsiteY77" fmla="*/ 6466288 h 6640493"/>
              <a:gd name="connsiteX78" fmla="*/ 2295933 w 6604001"/>
              <a:gd name="connsiteY78" fmla="*/ 6482614 h 6640493"/>
              <a:gd name="connsiteX79" fmla="*/ 2357946 w 6604001"/>
              <a:gd name="connsiteY79" fmla="*/ 6499072 h 6640493"/>
              <a:gd name="connsiteX80" fmla="*/ 2363711 w 6604001"/>
              <a:gd name="connsiteY80" fmla="*/ 6500838 h 6640493"/>
              <a:gd name="connsiteX81" fmla="*/ 2457340 w 6604001"/>
              <a:gd name="connsiteY81" fmla="*/ 6528817 h 6640493"/>
              <a:gd name="connsiteX82" fmla="*/ 2460777 w 6604001"/>
              <a:gd name="connsiteY82" fmla="*/ 6529795 h 6640493"/>
              <a:gd name="connsiteX83" fmla="*/ 2441459 w 6604001"/>
              <a:gd name="connsiteY83" fmla="*/ 6525304 h 6640493"/>
              <a:gd name="connsiteX84" fmla="*/ 2243702 w 6604001"/>
              <a:gd name="connsiteY84" fmla="*/ 6466025 h 6640493"/>
              <a:gd name="connsiteX85" fmla="*/ 4378521 w 6604001"/>
              <a:gd name="connsiteY85" fmla="*/ 6461439 h 6640493"/>
              <a:gd name="connsiteX86" fmla="*/ 4373208 w 6604001"/>
              <a:gd name="connsiteY86" fmla="*/ 6463288 h 6640493"/>
              <a:gd name="connsiteX87" fmla="*/ 4297363 w 6604001"/>
              <a:gd name="connsiteY87" fmla="*/ 6489680 h 6640493"/>
              <a:gd name="connsiteX88" fmla="*/ 4316991 w 6604001"/>
              <a:gd name="connsiteY88" fmla="*/ 6479985 h 6640493"/>
              <a:gd name="connsiteX89" fmla="*/ 2182813 w 6604001"/>
              <a:gd name="connsiteY89" fmla="*/ 6445231 h 6640493"/>
              <a:gd name="connsiteX90" fmla="*/ 2198800 w 6604001"/>
              <a:gd name="connsiteY90" fmla="*/ 6450164 h 6640493"/>
              <a:gd name="connsiteX91" fmla="*/ 2233253 w 6604001"/>
              <a:gd name="connsiteY91" fmla="*/ 6462334 h 6640493"/>
              <a:gd name="connsiteX92" fmla="*/ 4181695 w 6604001"/>
              <a:gd name="connsiteY92" fmla="*/ 6441112 h 6640493"/>
              <a:gd name="connsiteX93" fmla="*/ 4162515 w 6604001"/>
              <a:gd name="connsiteY93" fmla="*/ 6450234 h 6640493"/>
              <a:gd name="connsiteX94" fmla="*/ 4114231 w 6604001"/>
              <a:gd name="connsiteY94" fmla="*/ 6470350 h 6640493"/>
              <a:gd name="connsiteX95" fmla="*/ 4142440 w 6604001"/>
              <a:gd name="connsiteY95" fmla="*/ 6458325 h 6640493"/>
              <a:gd name="connsiteX96" fmla="*/ 2058607 w 6604001"/>
              <a:gd name="connsiteY96" fmla="*/ 6394185 h 6640493"/>
              <a:gd name="connsiteX97" fmla="*/ 2080151 w 6604001"/>
              <a:gd name="connsiteY97" fmla="*/ 6403037 h 6640493"/>
              <a:gd name="connsiteX98" fmla="*/ 2095843 w 6604001"/>
              <a:gd name="connsiteY98" fmla="*/ 6409376 h 6640493"/>
              <a:gd name="connsiteX99" fmla="*/ 2106613 w 6604001"/>
              <a:gd name="connsiteY99" fmla="*/ 6415068 h 6640493"/>
              <a:gd name="connsiteX100" fmla="*/ 3818167 w 6604001"/>
              <a:gd name="connsiteY100" fmla="*/ 6327756 h 6640493"/>
              <a:gd name="connsiteX101" fmla="*/ 3810635 w 6604001"/>
              <a:gd name="connsiteY101" fmla="*/ 6331527 h 6640493"/>
              <a:gd name="connsiteX102" fmla="*/ 3482975 w 6604001"/>
              <a:gd name="connsiteY102" fmla="*/ 6629381 h 6640493"/>
              <a:gd name="connsiteX103" fmla="*/ 3486741 w 6604001"/>
              <a:gd name="connsiteY103" fmla="*/ 6629381 h 6640493"/>
              <a:gd name="connsiteX104" fmla="*/ 3490507 w 6604001"/>
              <a:gd name="connsiteY104" fmla="*/ 6629381 h 6640493"/>
              <a:gd name="connsiteX105" fmla="*/ 3494274 w 6604001"/>
              <a:gd name="connsiteY105" fmla="*/ 6629381 h 6640493"/>
              <a:gd name="connsiteX106" fmla="*/ 4010244 w 6604001"/>
              <a:gd name="connsiteY106" fmla="*/ 6512502 h 6640493"/>
              <a:gd name="connsiteX107" fmla="*/ 4029075 w 6604001"/>
              <a:gd name="connsiteY107" fmla="*/ 6497420 h 6640493"/>
              <a:gd name="connsiteX108" fmla="*/ 3825700 w 6604001"/>
              <a:gd name="connsiteY108" fmla="*/ 6327756 h 6640493"/>
              <a:gd name="connsiteX109" fmla="*/ 3821934 w 6604001"/>
              <a:gd name="connsiteY109" fmla="*/ 6327756 h 6640493"/>
              <a:gd name="connsiteX110" fmla="*/ 3818167 w 6604001"/>
              <a:gd name="connsiteY110" fmla="*/ 6327756 h 6640493"/>
              <a:gd name="connsiteX111" fmla="*/ 4832350 w 6604001"/>
              <a:gd name="connsiteY111" fmla="*/ 6264256 h 6640493"/>
              <a:gd name="connsiteX112" fmla="*/ 4740625 w 6604001"/>
              <a:gd name="connsiteY112" fmla="*/ 6308221 h 6640493"/>
              <a:gd name="connsiteX113" fmla="*/ 4714661 w 6604001"/>
              <a:gd name="connsiteY113" fmla="*/ 6319939 h 6640493"/>
              <a:gd name="connsiteX114" fmla="*/ 4775364 w 6604001"/>
              <a:gd name="connsiteY114" fmla="*/ 6290085 h 6640493"/>
              <a:gd name="connsiteX115" fmla="*/ 4815944 w 6604001"/>
              <a:gd name="connsiteY115" fmla="*/ 6270048 h 6640493"/>
              <a:gd name="connsiteX116" fmla="*/ 1772497 w 6604001"/>
              <a:gd name="connsiteY116" fmla="*/ 6262424 h 6640493"/>
              <a:gd name="connsiteX117" fmla="*/ 1834316 w 6604001"/>
              <a:gd name="connsiteY117" fmla="*/ 6291543 h 6640493"/>
              <a:gd name="connsiteX118" fmla="*/ 2019607 w 6604001"/>
              <a:gd name="connsiteY118" fmla="*/ 6377220 h 6640493"/>
              <a:gd name="connsiteX119" fmla="*/ 2058607 w 6604001"/>
              <a:gd name="connsiteY119" fmla="*/ 6394185 h 6640493"/>
              <a:gd name="connsiteX120" fmla="*/ 1999877 w 6604001"/>
              <a:gd name="connsiteY120" fmla="*/ 6370056 h 6640493"/>
              <a:gd name="connsiteX121" fmla="*/ 1797614 w 6604001"/>
              <a:gd name="connsiteY121" fmla="*/ 6276104 h 6640493"/>
              <a:gd name="connsiteX122" fmla="*/ 1749425 w 6604001"/>
              <a:gd name="connsiteY122" fmla="*/ 6251556 h 6640493"/>
              <a:gd name="connsiteX123" fmla="*/ 1764725 w 6604001"/>
              <a:gd name="connsiteY123" fmla="*/ 6258191 h 6640493"/>
              <a:gd name="connsiteX124" fmla="*/ 1772497 w 6604001"/>
              <a:gd name="connsiteY124" fmla="*/ 6262424 h 6640493"/>
              <a:gd name="connsiteX125" fmla="*/ 4866826 w 6604001"/>
              <a:gd name="connsiteY125" fmla="*/ 6244925 h 6640493"/>
              <a:gd name="connsiteX126" fmla="*/ 4861390 w 6604001"/>
              <a:gd name="connsiteY126" fmla="*/ 6248315 h 6640493"/>
              <a:gd name="connsiteX127" fmla="*/ 4843975 w 6604001"/>
              <a:gd name="connsiteY127" fmla="*/ 6259176 h 6640493"/>
              <a:gd name="connsiteX128" fmla="*/ 4816370 w 6604001"/>
              <a:gd name="connsiteY128" fmla="*/ 6269838 h 6640493"/>
              <a:gd name="connsiteX129" fmla="*/ 3000177 w 6604001"/>
              <a:gd name="connsiteY129" fmla="*/ 6240443 h 6640493"/>
              <a:gd name="connsiteX130" fmla="*/ 2679700 w 6604001"/>
              <a:gd name="connsiteY130" fmla="*/ 6549800 h 6640493"/>
              <a:gd name="connsiteX131" fmla="*/ 2683471 w 6604001"/>
              <a:gd name="connsiteY131" fmla="*/ 6553573 h 6640493"/>
              <a:gd name="connsiteX132" fmla="*/ 2687241 w 6604001"/>
              <a:gd name="connsiteY132" fmla="*/ 6553573 h 6640493"/>
              <a:gd name="connsiteX133" fmla="*/ 3207544 w 6604001"/>
              <a:gd name="connsiteY133" fmla="*/ 6527164 h 6640493"/>
              <a:gd name="connsiteX134" fmla="*/ 3218855 w 6604001"/>
              <a:gd name="connsiteY134" fmla="*/ 6512074 h 6640493"/>
              <a:gd name="connsiteX135" fmla="*/ 3222625 w 6604001"/>
              <a:gd name="connsiteY135" fmla="*/ 6512074 h 6640493"/>
              <a:gd name="connsiteX136" fmla="*/ 3011488 w 6604001"/>
              <a:gd name="connsiteY136" fmla="*/ 6240443 h 6640493"/>
              <a:gd name="connsiteX137" fmla="*/ 3007717 w 6604001"/>
              <a:gd name="connsiteY137" fmla="*/ 6240443 h 6640493"/>
              <a:gd name="connsiteX138" fmla="*/ 3000177 w 6604001"/>
              <a:gd name="connsiteY138" fmla="*/ 6240443 h 6640493"/>
              <a:gd name="connsiteX139" fmla="*/ 2981725 w 6604001"/>
              <a:gd name="connsiteY139" fmla="*/ 6234093 h 6640493"/>
              <a:gd name="connsiteX140" fmla="*/ 2480464 w 6604001"/>
              <a:gd name="connsiteY140" fmla="*/ 6331876 h 6640493"/>
              <a:gd name="connsiteX141" fmla="*/ 2465388 w 6604001"/>
              <a:gd name="connsiteY141" fmla="*/ 6346919 h 6640493"/>
              <a:gd name="connsiteX142" fmla="*/ 2657601 w 6604001"/>
              <a:gd name="connsiteY142" fmla="*/ 6546244 h 6640493"/>
              <a:gd name="connsiteX143" fmla="*/ 2661370 w 6604001"/>
              <a:gd name="connsiteY143" fmla="*/ 6546244 h 6640493"/>
              <a:gd name="connsiteX144" fmla="*/ 2665139 w 6604001"/>
              <a:gd name="connsiteY144" fmla="*/ 6546244 h 6640493"/>
              <a:gd name="connsiteX145" fmla="*/ 2668908 w 6604001"/>
              <a:gd name="connsiteY145" fmla="*/ 6550005 h 6640493"/>
              <a:gd name="connsiteX146" fmla="*/ 2672677 w 6604001"/>
              <a:gd name="connsiteY146" fmla="*/ 6550005 h 6640493"/>
              <a:gd name="connsiteX147" fmla="*/ 2989263 w 6604001"/>
              <a:gd name="connsiteY147" fmla="*/ 6237854 h 6640493"/>
              <a:gd name="connsiteX148" fmla="*/ 2985494 w 6604001"/>
              <a:gd name="connsiteY148" fmla="*/ 6237854 h 6640493"/>
              <a:gd name="connsiteX149" fmla="*/ 2981725 w 6604001"/>
              <a:gd name="connsiteY149" fmla="*/ 6234093 h 6640493"/>
              <a:gd name="connsiteX150" fmla="*/ 4879290 w 6604001"/>
              <a:gd name="connsiteY150" fmla="*/ 6216651 h 6640493"/>
              <a:gd name="connsiteX151" fmla="*/ 4860055 w 6604001"/>
              <a:gd name="connsiteY151" fmla="*/ 6229209 h 6640493"/>
              <a:gd name="connsiteX152" fmla="*/ 4833550 w 6604001"/>
              <a:gd name="connsiteY152" fmla="*/ 6245196 h 6640493"/>
              <a:gd name="connsiteX153" fmla="*/ 4864346 w 6604001"/>
              <a:gd name="connsiteY153" fmla="*/ 6226154 h 6640493"/>
              <a:gd name="connsiteX154" fmla="*/ 4599318 w 6604001"/>
              <a:gd name="connsiteY154" fmla="*/ 6188391 h 6640493"/>
              <a:gd name="connsiteX155" fmla="*/ 4610627 w 6604001"/>
              <a:gd name="connsiteY155" fmla="*/ 6203461 h 6640493"/>
              <a:gd name="connsiteX156" fmla="*/ 4606858 w 6604001"/>
              <a:gd name="connsiteY156" fmla="*/ 6203461 h 6640493"/>
              <a:gd name="connsiteX157" fmla="*/ 4606858 w 6604001"/>
              <a:gd name="connsiteY157" fmla="*/ 6207229 h 6640493"/>
              <a:gd name="connsiteX158" fmla="*/ 4603088 w 6604001"/>
              <a:gd name="connsiteY158" fmla="*/ 6207229 h 6640493"/>
              <a:gd name="connsiteX159" fmla="*/ 4603088 w 6604001"/>
              <a:gd name="connsiteY159" fmla="*/ 6210996 h 6640493"/>
              <a:gd name="connsiteX160" fmla="*/ 4599318 w 6604001"/>
              <a:gd name="connsiteY160" fmla="*/ 6210996 h 6640493"/>
              <a:gd name="connsiteX161" fmla="*/ 4772720 w 6604001"/>
              <a:gd name="connsiteY161" fmla="*/ 6278812 h 6640493"/>
              <a:gd name="connsiteX162" fmla="*/ 4820665 w 6604001"/>
              <a:gd name="connsiteY162" fmla="*/ 6252969 h 6640493"/>
              <a:gd name="connsiteX163" fmla="*/ 4833550 w 6604001"/>
              <a:gd name="connsiteY163" fmla="*/ 6245196 h 6640493"/>
              <a:gd name="connsiteX164" fmla="*/ 4798790 w 6604001"/>
              <a:gd name="connsiteY164" fmla="*/ 6266690 h 6640493"/>
              <a:gd name="connsiteX165" fmla="*/ 4779963 w 6604001"/>
              <a:gd name="connsiteY165" fmla="*/ 6281718 h 6640493"/>
              <a:gd name="connsiteX166" fmla="*/ 4814793 w 6604001"/>
              <a:gd name="connsiteY166" fmla="*/ 6270447 h 6640493"/>
              <a:gd name="connsiteX167" fmla="*/ 4816370 w 6604001"/>
              <a:gd name="connsiteY167" fmla="*/ 6269838 h 6640493"/>
              <a:gd name="connsiteX168" fmla="*/ 4815944 w 6604001"/>
              <a:gd name="connsiteY168" fmla="*/ 6270048 h 6640493"/>
              <a:gd name="connsiteX169" fmla="*/ 4800384 w 6604001"/>
              <a:gd name="connsiteY169" fmla="*/ 6275541 h 6640493"/>
              <a:gd name="connsiteX170" fmla="*/ 4768418 w 6604001"/>
              <a:gd name="connsiteY170" fmla="*/ 6286826 h 6640493"/>
              <a:gd name="connsiteX171" fmla="*/ 4753376 w 6604001"/>
              <a:gd name="connsiteY171" fmla="*/ 6294350 h 6640493"/>
              <a:gd name="connsiteX172" fmla="*/ 4445000 w 6604001"/>
              <a:gd name="connsiteY172" fmla="*/ 6437293 h 6640493"/>
              <a:gd name="connsiteX173" fmla="*/ 4640085 w 6604001"/>
              <a:gd name="connsiteY173" fmla="*/ 6353596 h 6640493"/>
              <a:gd name="connsiteX174" fmla="*/ 4714661 w 6604001"/>
              <a:gd name="connsiteY174" fmla="*/ 6319939 h 6640493"/>
              <a:gd name="connsiteX175" fmla="*/ 4697741 w 6604001"/>
              <a:gd name="connsiteY175" fmla="*/ 6328260 h 6640493"/>
              <a:gd name="connsiteX176" fmla="*/ 4384450 w 6604001"/>
              <a:gd name="connsiteY176" fmla="*/ 6459652 h 6640493"/>
              <a:gd name="connsiteX177" fmla="*/ 4378521 w 6604001"/>
              <a:gd name="connsiteY177" fmla="*/ 6461439 h 6640493"/>
              <a:gd name="connsiteX178" fmla="*/ 4382689 w 6604001"/>
              <a:gd name="connsiteY178" fmla="*/ 6459989 h 6640493"/>
              <a:gd name="connsiteX179" fmla="*/ 4384043 w 6604001"/>
              <a:gd name="connsiteY179" fmla="*/ 6459518 h 6640493"/>
              <a:gd name="connsiteX180" fmla="*/ 4425499 w 6604001"/>
              <a:gd name="connsiteY180" fmla="*/ 6444437 h 6640493"/>
              <a:gd name="connsiteX181" fmla="*/ 4745838 w 6604001"/>
              <a:gd name="connsiteY181" fmla="*/ 6297395 h 6640493"/>
              <a:gd name="connsiteX182" fmla="*/ 4760913 w 6604001"/>
              <a:gd name="connsiteY182" fmla="*/ 6282313 h 6640493"/>
              <a:gd name="connsiteX183" fmla="*/ 4591322 w 6604001"/>
              <a:gd name="connsiteY183" fmla="*/ 6218218 h 6640493"/>
              <a:gd name="connsiteX184" fmla="*/ 4587553 w 6604001"/>
              <a:gd name="connsiteY184" fmla="*/ 6218218 h 6640493"/>
              <a:gd name="connsiteX185" fmla="*/ 4587553 w 6604001"/>
              <a:gd name="connsiteY185" fmla="*/ 6221989 h 6640493"/>
              <a:gd name="connsiteX186" fmla="*/ 4576247 w 6604001"/>
              <a:gd name="connsiteY186" fmla="*/ 6225759 h 6640493"/>
              <a:gd name="connsiteX187" fmla="*/ 4367967 w 6604001"/>
              <a:gd name="connsiteY187" fmla="*/ 6454805 h 6640493"/>
              <a:gd name="connsiteX188" fmla="*/ 4316991 w 6604001"/>
              <a:gd name="connsiteY188" fmla="*/ 6479985 h 6640493"/>
              <a:gd name="connsiteX189" fmla="*/ 4291826 w 6604001"/>
              <a:gd name="connsiteY189" fmla="*/ 6487570 h 6640493"/>
              <a:gd name="connsiteX190" fmla="*/ 4357519 w 6604001"/>
              <a:gd name="connsiteY190" fmla="*/ 6457324 h 6640493"/>
              <a:gd name="connsiteX191" fmla="*/ 4568826 w 6604001"/>
              <a:gd name="connsiteY191" fmla="*/ 6226156 h 6640493"/>
              <a:gd name="connsiteX192" fmla="*/ 4565060 w 6604001"/>
              <a:gd name="connsiteY192" fmla="*/ 6229927 h 6640493"/>
              <a:gd name="connsiteX193" fmla="*/ 4561294 w 6604001"/>
              <a:gd name="connsiteY193" fmla="*/ 6226156 h 6640493"/>
              <a:gd name="connsiteX194" fmla="*/ 4202762 w 6604001"/>
              <a:gd name="connsiteY194" fmla="*/ 6431874 h 6640493"/>
              <a:gd name="connsiteX195" fmla="*/ 4181695 w 6604001"/>
              <a:gd name="connsiteY195" fmla="*/ 6441112 h 6640493"/>
              <a:gd name="connsiteX196" fmla="*/ 4233099 w 6604001"/>
              <a:gd name="connsiteY196" fmla="*/ 6416664 h 6640493"/>
              <a:gd name="connsiteX197" fmla="*/ 4557853 w 6604001"/>
              <a:gd name="connsiteY197" fmla="*/ 6226066 h 6640493"/>
              <a:gd name="connsiteX198" fmla="*/ 4557853 w 6604001"/>
              <a:gd name="connsiteY198" fmla="*/ 6222299 h 6640493"/>
              <a:gd name="connsiteX199" fmla="*/ 4557853 w 6604001"/>
              <a:gd name="connsiteY199" fmla="*/ 6218531 h 6640493"/>
              <a:gd name="connsiteX200" fmla="*/ 4561622 w 6604001"/>
              <a:gd name="connsiteY200" fmla="*/ 6214764 h 6640493"/>
              <a:gd name="connsiteX201" fmla="*/ 4599318 w 6604001"/>
              <a:gd name="connsiteY201" fmla="*/ 6188391 h 6640493"/>
              <a:gd name="connsiteX202" fmla="*/ 1673122 w 6604001"/>
              <a:gd name="connsiteY202" fmla="*/ 6178515 h 6640493"/>
              <a:gd name="connsiteX203" fmla="*/ 1715843 w 6604001"/>
              <a:gd name="connsiteY203" fmla="*/ 6196818 h 6640493"/>
              <a:gd name="connsiteX204" fmla="*/ 1828922 w 6604001"/>
              <a:gd name="connsiteY204" fmla="*/ 6239636 h 6640493"/>
              <a:gd name="connsiteX205" fmla="*/ 1842868 w 6604001"/>
              <a:gd name="connsiteY205" fmla="*/ 6244630 h 6640493"/>
              <a:gd name="connsiteX206" fmla="*/ 1836354 w 6604001"/>
              <a:gd name="connsiteY206" fmla="*/ 6242512 h 6640493"/>
              <a:gd name="connsiteX207" fmla="*/ 1694505 w 6604001"/>
              <a:gd name="connsiteY207" fmla="*/ 6188779 h 6640493"/>
              <a:gd name="connsiteX208" fmla="*/ 1621828 w 6604001"/>
              <a:gd name="connsiteY208" fmla="*/ 6175742 h 6640493"/>
              <a:gd name="connsiteX209" fmla="*/ 1692948 w 6604001"/>
              <a:gd name="connsiteY209" fmla="*/ 6218531 h 6640493"/>
              <a:gd name="connsiteX210" fmla="*/ 1711976 w 6604001"/>
              <a:gd name="connsiteY210" fmla="*/ 6229084 h 6640493"/>
              <a:gd name="connsiteX211" fmla="*/ 1692368 w 6604001"/>
              <a:gd name="connsiteY211" fmla="*/ 6218492 h 6640493"/>
              <a:gd name="connsiteX212" fmla="*/ 1648242 w 6604001"/>
              <a:gd name="connsiteY212" fmla="*/ 6191750 h 6640493"/>
              <a:gd name="connsiteX213" fmla="*/ 1667332 w 6604001"/>
              <a:gd name="connsiteY213" fmla="*/ 6175736 h 6640493"/>
              <a:gd name="connsiteX214" fmla="*/ 1673122 w 6604001"/>
              <a:gd name="connsiteY214" fmla="*/ 6178515 h 6640493"/>
              <a:gd name="connsiteX215" fmla="*/ 1671658 w 6604001"/>
              <a:gd name="connsiteY215" fmla="*/ 6177888 h 6640493"/>
              <a:gd name="connsiteX216" fmla="*/ 1638723 w 6604001"/>
              <a:gd name="connsiteY216" fmla="*/ 6161503 h 6640493"/>
              <a:gd name="connsiteX217" fmla="*/ 1667332 w 6604001"/>
              <a:gd name="connsiteY217" fmla="*/ 6175736 h 6640493"/>
              <a:gd name="connsiteX218" fmla="*/ 1651050 w 6604001"/>
              <a:gd name="connsiteY218" fmla="*/ 6167920 h 6640493"/>
              <a:gd name="connsiteX219" fmla="*/ 1572409 w 6604001"/>
              <a:gd name="connsiteY219" fmla="*/ 6145791 h 6640493"/>
              <a:gd name="connsiteX220" fmla="*/ 1616119 w 6604001"/>
              <a:gd name="connsiteY220" fmla="*/ 6172281 h 6640493"/>
              <a:gd name="connsiteX221" fmla="*/ 1621828 w 6604001"/>
              <a:gd name="connsiteY221" fmla="*/ 6175742 h 6640493"/>
              <a:gd name="connsiteX222" fmla="*/ 1598995 w 6604001"/>
              <a:gd name="connsiteY222" fmla="*/ 6162004 h 6640493"/>
              <a:gd name="connsiteX223" fmla="*/ 5041435 w 6604001"/>
              <a:gd name="connsiteY223" fmla="*/ 6143550 h 6640493"/>
              <a:gd name="connsiteX224" fmla="*/ 5008344 w 6604001"/>
              <a:gd name="connsiteY224" fmla="*/ 6162894 h 6640493"/>
              <a:gd name="connsiteX225" fmla="*/ 4874500 w 6604001"/>
              <a:gd name="connsiteY225" fmla="*/ 6241136 h 6640493"/>
              <a:gd name="connsiteX226" fmla="*/ 4866826 w 6604001"/>
              <a:gd name="connsiteY226" fmla="*/ 6244925 h 6640493"/>
              <a:gd name="connsiteX227" fmla="*/ 4870333 w 6604001"/>
              <a:gd name="connsiteY227" fmla="*/ 6242738 h 6640493"/>
              <a:gd name="connsiteX228" fmla="*/ 4874098 w 6604001"/>
              <a:gd name="connsiteY228" fmla="*/ 6240390 h 6640493"/>
              <a:gd name="connsiteX229" fmla="*/ 5038834 w 6604001"/>
              <a:gd name="connsiteY229" fmla="*/ 6145055 h 6640493"/>
              <a:gd name="connsiteX230" fmla="*/ 5063015 w 6604001"/>
              <a:gd name="connsiteY230" fmla="*/ 6130934 h 6640493"/>
              <a:gd name="connsiteX231" fmla="*/ 5062368 w 6604001"/>
              <a:gd name="connsiteY231" fmla="*/ 6131435 h 6640493"/>
              <a:gd name="connsiteX232" fmla="*/ 5052440 w 6604001"/>
              <a:gd name="connsiteY232" fmla="*/ 6137181 h 6640493"/>
              <a:gd name="connsiteX233" fmla="*/ 5041435 w 6604001"/>
              <a:gd name="connsiteY233" fmla="*/ 6143550 h 6640493"/>
              <a:gd name="connsiteX234" fmla="*/ 1508679 w 6604001"/>
              <a:gd name="connsiteY234" fmla="*/ 6106630 h 6640493"/>
              <a:gd name="connsiteX235" fmla="*/ 1525849 w 6604001"/>
              <a:gd name="connsiteY235" fmla="*/ 6117397 h 6640493"/>
              <a:gd name="connsiteX236" fmla="*/ 1572409 w 6604001"/>
              <a:gd name="connsiteY236" fmla="*/ 6145791 h 6640493"/>
              <a:gd name="connsiteX237" fmla="*/ 1571287 w 6604001"/>
              <a:gd name="connsiteY237" fmla="*/ 6145111 h 6640493"/>
              <a:gd name="connsiteX238" fmla="*/ 1511629 w 6604001"/>
              <a:gd name="connsiteY238" fmla="*/ 6108955 h 6640493"/>
              <a:gd name="connsiteX239" fmla="*/ 1510805 w 6604001"/>
              <a:gd name="connsiteY239" fmla="*/ 6108306 h 6640493"/>
              <a:gd name="connsiteX240" fmla="*/ 5129575 w 6604001"/>
              <a:gd name="connsiteY240" fmla="*/ 6079395 h 6640493"/>
              <a:gd name="connsiteX241" fmla="*/ 5116816 w 6604001"/>
              <a:gd name="connsiteY241" fmla="*/ 6091731 h 6640493"/>
              <a:gd name="connsiteX242" fmla="*/ 5074290 w 6604001"/>
              <a:gd name="connsiteY242" fmla="*/ 6124343 h 6640493"/>
              <a:gd name="connsiteX243" fmla="*/ 5063015 w 6604001"/>
              <a:gd name="connsiteY243" fmla="*/ 6130934 h 6640493"/>
              <a:gd name="connsiteX244" fmla="*/ 5129949 w 6604001"/>
              <a:gd name="connsiteY244" fmla="*/ 6079034 h 6640493"/>
              <a:gd name="connsiteX245" fmla="*/ 5129748 w 6604001"/>
              <a:gd name="connsiteY245" fmla="*/ 6079262 h 6640493"/>
              <a:gd name="connsiteX246" fmla="*/ 5129575 w 6604001"/>
              <a:gd name="connsiteY246" fmla="*/ 6079395 h 6640493"/>
              <a:gd name="connsiteX247" fmla="*/ 1433346 w 6604001"/>
              <a:gd name="connsiteY247" fmla="*/ 6058329 h 6640493"/>
              <a:gd name="connsiteX248" fmla="*/ 1468517 w 6604001"/>
              <a:gd name="connsiteY248" fmla="*/ 6081444 h 6640493"/>
              <a:gd name="connsiteX249" fmla="*/ 1487682 w 6604001"/>
              <a:gd name="connsiteY249" fmla="*/ 6093462 h 6640493"/>
              <a:gd name="connsiteX250" fmla="*/ 1500188 w 6604001"/>
              <a:gd name="connsiteY250" fmla="*/ 6105506 h 6640493"/>
              <a:gd name="connsiteX251" fmla="*/ 1438003 w 6604001"/>
              <a:gd name="connsiteY251" fmla="*/ 6061801 h 6640493"/>
              <a:gd name="connsiteX252" fmla="*/ 2231689 w 6604001"/>
              <a:gd name="connsiteY252" fmla="*/ 5981681 h 6640493"/>
              <a:gd name="connsiteX253" fmla="*/ 1944688 w 6604001"/>
              <a:gd name="connsiteY253" fmla="*/ 6271670 h 6640493"/>
              <a:gd name="connsiteX254" fmla="*/ 1948465 w 6604001"/>
              <a:gd name="connsiteY254" fmla="*/ 6275436 h 6640493"/>
              <a:gd name="connsiteX255" fmla="*/ 1952241 w 6604001"/>
              <a:gd name="connsiteY255" fmla="*/ 6275436 h 6640493"/>
              <a:gd name="connsiteX256" fmla="*/ 1952241 w 6604001"/>
              <a:gd name="connsiteY256" fmla="*/ 6279202 h 6640493"/>
              <a:gd name="connsiteX257" fmla="*/ 2428058 w 6604001"/>
              <a:gd name="connsiteY257" fmla="*/ 6335693 h 6640493"/>
              <a:gd name="connsiteX258" fmla="*/ 2443163 w 6604001"/>
              <a:gd name="connsiteY258" fmla="*/ 6320629 h 6640493"/>
              <a:gd name="connsiteX259" fmla="*/ 2258123 w 6604001"/>
              <a:gd name="connsiteY259" fmla="*/ 5992980 h 6640493"/>
              <a:gd name="connsiteX260" fmla="*/ 2231689 w 6604001"/>
              <a:gd name="connsiteY260" fmla="*/ 5981681 h 6640493"/>
              <a:gd name="connsiteX261" fmla="*/ 2197685 w 6604001"/>
              <a:gd name="connsiteY261" fmla="*/ 5962631 h 6640493"/>
              <a:gd name="connsiteX262" fmla="*/ 2214828 w 6604001"/>
              <a:gd name="connsiteY262" fmla="*/ 5972404 h 6640493"/>
              <a:gd name="connsiteX263" fmla="*/ 2193434 w 6604001"/>
              <a:gd name="connsiteY263" fmla="*/ 5963108 h 6640493"/>
              <a:gd name="connsiteX264" fmla="*/ 1246943 w 6604001"/>
              <a:gd name="connsiteY264" fmla="*/ 5919152 h 6640493"/>
              <a:gd name="connsiteX265" fmla="*/ 1306579 w 6604001"/>
              <a:gd name="connsiteY265" fmla="*/ 5963097 h 6640493"/>
              <a:gd name="connsiteX266" fmla="*/ 1372291 w 6604001"/>
              <a:gd name="connsiteY266" fmla="*/ 6012802 h 6640493"/>
              <a:gd name="connsiteX267" fmla="*/ 1433346 w 6604001"/>
              <a:gd name="connsiteY267" fmla="*/ 6058329 h 6640493"/>
              <a:gd name="connsiteX268" fmla="*/ 1422008 w 6604001"/>
              <a:gd name="connsiteY268" fmla="*/ 6050877 h 6640493"/>
              <a:gd name="connsiteX269" fmla="*/ 1297500 w 6604001"/>
              <a:gd name="connsiteY269" fmla="*/ 5958823 h 6640493"/>
              <a:gd name="connsiteX270" fmla="*/ 5266540 w 6604001"/>
              <a:gd name="connsiteY270" fmla="*/ 5905827 h 6640493"/>
              <a:gd name="connsiteX271" fmla="*/ 5270310 w 6604001"/>
              <a:gd name="connsiteY271" fmla="*/ 5917130 h 6640493"/>
              <a:gd name="connsiteX272" fmla="*/ 5270310 w 6604001"/>
              <a:gd name="connsiteY272" fmla="*/ 5920897 h 6640493"/>
              <a:gd name="connsiteX273" fmla="*/ 5266540 w 6604001"/>
              <a:gd name="connsiteY273" fmla="*/ 5920897 h 6640493"/>
              <a:gd name="connsiteX274" fmla="*/ 5262770 w 6604001"/>
              <a:gd name="connsiteY274" fmla="*/ 5924665 h 6640493"/>
              <a:gd name="connsiteX275" fmla="*/ 5311009 w 6604001"/>
              <a:gd name="connsiteY275" fmla="*/ 5928373 h 6640493"/>
              <a:gd name="connsiteX276" fmla="*/ 5311101 w 6604001"/>
              <a:gd name="connsiteY276" fmla="*/ 5928380 h 6640493"/>
              <a:gd name="connsiteX277" fmla="*/ 5303838 w 6604001"/>
              <a:gd name="connsiteY277" fmla="*/ 5935643 h 6640493"/>
              <a:gd name="connsiteX278" fmla="*/ 5305018 w 6604001"/>
              <a:gd name="connsiteY278" fmla="*/ 5935186 h 6640493"/>
              <a:gd name="connsiteX279" fmla="*/ 5304236 w 6604001"/>
              <a:gd name="connsiteY279" fmla="*/ 5935967 h 6640493"/>
              <a:gd name="connsiteX280" fmla="*/ 5255231 w 6604001"/>
              <a:gd name="connsiteY280" fmla="*/ 5932200 h 6640493"/>
              <a:gd name="connsiteX281" fmla="*/ 5251461 w 6604001"/>
              <a:gd name="connsiteY281" fmla="*/ 5935967 h 6640493"/>
              <a:gd name="connsiteX282" fmla="*/ 5160048 w 6604001"/>
              <a:gd name="connsiteY282" fmla="*/ 6049935 h 6640493"/>
              <a:gd name="connsiteX283" fmla="*/ 5129949 w 6604001"/>
              <a:gd name="connsiteY283" fmla="*/ 6079034 h 6640493"/>
              <a:gd name="connsiteX284" fmla="*/ 5194745 w 6604001"/>
              <a:gd name="connsiteY284" fmla="*/ 6005691 h 6640493"/>
              <a:gd name="connsiteX285" fmla="*/ 5233106 w 6604001"/>
              <a:gd name="connsiteY285" fmla="*/ 5947338 h 6640493"/>
              <a:gd name="connsiteX286" fmla="*/ 5235576 w 6604001"/>
              <a:gd name="connsiteY286" fmla="*/ 5947338 h 6640493"/>
              <a:gd name="connsiteX287" fmla="*/ 5235576 w 6604001"/>
              <a:gd name="connsiteY287" fmla="*/ 5943581 h 6640493"/>
              <a:gd name="connsiteX288" fmla="*/ 5233106 w 6604001"/>
              <a:gd name="connsiteY288" fmla="*/ 5947338 h 6640493"/>
              <a:gd name="connsiteX289" fmla="*/ 5231811 w 6604001"/>
              <a:gd name="connsiteY289" fmla="*/ 5947338 h 6640493"/>
              <a:gd name="connsiteX290" fmla="*/ 4917283 w 6604001"/>
              <a:gd name="connsiteY290" fmla="*/ 6192488 h 6640493"/>
              <a:gd name="connsiteX291" fmla="*/ 4879290 w 6604001"/>
              <a:gd name="connsiteY291" fmla="*/ 6216651 h 6640493"/>
              <a:gd name="connsiteX292" fmla="*/ 4910311 w 6604001"/>
              <a:gd name="connsiteY292" fmla="*/ 6196397 h 6640493"/>
              <a:gd name="connsiteX293" fmla="*/ 5228844 w 6604001"/>
              <a:gd name="connsiteY293" fmla="*/ 5947270 h 6640493"/>
              <a:gd name="connsiteX294" fmla="*/ 5228844 w 6604001"/>
              <a:gd name="connsiteY294" fmla="*/ 5943502 h 6640493"/>
              <a:gd name="connsiteX295" fmla="*/ 5232613 w 6604001"/>
              <a:gd name="connsiteY295" fmla="*/ 5939735 h 6640493"/>
              <a:gd name="connsiteX296" fmla="*/ 5266540 w 6604001"/>
              <a:gd name="connsiteY296" fmla="*/ 5905827 h 6640493"/>
              <a:gd name="connsiteX297" fmla="*/ 5402263 w 6604001"/>
              <a:gd name="connsiteY297" fmla="*/ 5886431 h 6640493"/>
              <a:gd name="connsiteX298" fmla="*/ 5390906 w 6604001"/>
              <a:gd name="connsiteY298" fmla="*/ 5894002 h 6640493"/>
              <a:gd name="connsiteX299" fmla="*/ 5350211 w 6604001"/>
              <a:gd name="connsiteY299" fmla="*/ 5917662 h 6640493"/>
              <a:gd name="connsiteX300" fmla="*/ 5305018 w 6604001"/>
              <a:gd name="connsiteY300" fmla="*/ 5935186 h 6640493"/>
              <a:gd name="connsiteX301" fmla="*/ 5311775 w 6604001"/>
              <a:gd name="connsiteY301" fmla="*/ 5928432 h 6640493"/>
              <a:gd name="connsiteX302" fmla="*/ 5311101 w 6604001"/>
              <a:gd name="connsiteY302" fmla="*/ 5928380 h 6640493"/>
              <a:gd name="connsiteX303" fmla="*/ 5311409 w 6604001"/>
              <a:gd name="connsiteY303" fmla="*/ 5928072 h 6640493"/>
              <a:gd name="connsiteX304" fmla="*/ 5402263 w 6604001"/>
              <a:gd name="connsiteY304" fmla="*/ 5886431 h 6640493"/>
              <a:gd name="connsiteX305" fmla="*/ 1154113 w 6604001"/>
              <a:gd name="connsiteY305" fmla="*/ 5841981 h 6640493"/>
              <a:gd name="connsiteX306" fmla="*/ 1206198 w 6604001"/>
              <a:gd name="connsiteY306" fmla="*/ 5884289 h 6640493"/>
              <a:gd name="connsiteX307" fmla="*/ 1244365 w 6604001"/>
              <a:gd name="connsiteY307" fmla="*/ 5917130 h 6640493"/>
              <a:gd name="connsiteX308" fmla="*/ 1246943 w 6604001"/>
              <a:gd name="connsiteY308" fmla="*/ 5919152 h 6640493"/>
              <a:gd name="connsiteX309" fmla="*/ 1244394 w 6604001"/>
              <a:gd name="connsiteY309" fmla="*/ 5917274 h 6640493"/>
              <a:gd name="connsiteX310" fmla="*/ 1154113 w 6604001"/>
              <a:gd name="connsiteY310" fmla="*/ 5841981 h 6640493"/>
              <a:gd name="connsiteX311" fmla="*/ 5494735 w 6604001"/>
              <a:gd name="connsiteY311" fmla="*/ 5805284 h 6640493"/>
              <a:gd name="connsiteX312" fmla="*/ 5443538 w 6604001"/>
              <a:gd name="connsiteY312" fmla="*/ 5853093 h 6640493"/>
              <a:gd name="connsiteX313" fmla="*/ 5483649 w 6604001"/>
              <a:gd name="connsiteY313" fmla="*/ 5815202 h 6640493"/>
              <a:gd name="connsiteX314" fmla="*/ 5520328 w 6604001"/>
              <a:gd name="connsiteY314" fmla="*/ 5780522 h 6640493"/>
              <a:gd name="connsiteX315" fmla="*/ 5507560 w 6604001"/>
              <a:gd name="connsiteY315" fmla="*/ 5792614 h 6640493"/>
              <a:gd name="connsiteX316" fmla="*/ 5483649 w 6604001"/>
              <a:gd name="connsiteY316" fmla="*/ 5815202 h 6640493"/>
              <a:gd name="connsiteX317" fmla="*/ 5462588 w 6604001"/>
              <a:gd name="connsiteY317" fmla="*/ 5834043 h 6640493"/>
              <a:gd name="connsiteX318" fmla="*/ 5535550 w 6604001"/>
              <a:gd name="connsiteY318" fmla="*/ 5766105 h 6640493"/>
              <a:gd name="connsiteX319" fmla="*/ 5525760 w 6604001"/>
              <a:gd name="connsiteY319" fmla="*/ 5775486 h 6640493"/>
              <a:gd name="connsiteX320" fmla="*/ 5520328 w 6604001"/>
              <a:gd name="connsiteY320" fmla="*/ 5780522 h 6640493"/>
              <a:gd name="connsiteX321" fmla="*/ 1052513 w 6604001"/>
              <a:gd name="connsiteY321" fmla="*/ 5751493 h 6640493"/>
              <a:gd name="connsiteX322" fmla="*/ 1058463 w 6604001"/>
              <a:gd name="connsiteY322" fmla="*/ 5756318 h 6640493"/>
              <a:gd name="connsiteX323" fmla="*/ 1091165 w 6604001"/>
              <a:gd name="connsiteY323" fmla="*/ 5785738 h 6640493"/>
              <a:gd name="connsiteX324" fmla="*/ 1143056 w 6604001"/>
              <a:gd name="connsiteY324" fmla="*/ 5830477 h 6640493"/>
              <a:gd name="connsiteX325" fmla="*/ 1184559 w 6604001"/>
              <a:gd name="connsiteY325" fmla="*/ 5865779 h 6640493"/>
              <a:gd name="connsiteX326" fmla="*/ 1135248 w 6604001"/>
              <a:gd name="connsiteY326" fmla="*/ 5826648 h 6640493"/>
              <a:gd name="connsiteX327" fmla="*/ 1052513 w 6604001"/>
              <a:gd name="connsiteY327" fmla="*/ 5751493 h 6640493"/>
              <a:gd name="connsiteX328" fmla="*/ 5591949 w 6604001"/>
              <a:gd name="connsiteY328" fmla="*/ 5712059 h 6640493"/>
              <a:gd name="connsiteX329" fmla="*/ 5586927 w 6604001"/>
              <a:gd name="connsiteY329" fmla="*/ 5717037 h 6640493"/>
              <a:gd name="connsiteX330" fmla="*/ 5558190 w 6604001"/>
              <a:gd name="connsiteY330" fmla="*/ 5744663 h 6640493"/>
              <a:gd name="connsiteX331" fmla="*/ 5535550 w 6604001"/>
              <a:gd name="connsiteY331" fmla="*/ 5766105 h 6640493"/>
              <a:gd name="connsiteX332" fmla="*/ 5446886 w 6604001"/>
              <a:gd name="connsiteY332" fmla="*/ 5695409 h 6640493"/>
              <a:gd name="connsiteX333" fmla="*/ 5443538 w 6604001"/>
              <a:gd name="connsiteY333" fmla="*/ 5705455 h 6640493"/>
              <a:gd name="connsiteX334" fmla="*/ 5444149 w 6604001"/>
              <a:gd name="connsiteY334" fmla="*/ 5704743 h 6640493"/>
              <a:gd name="connsiteX335" fmla="*/ 5443702 w 6604001"/>
              <a:gd name="connsiteY335" fmla="*/ 5706083 h 6640493"/>
              <a:gd name="connsiteX336" fmla="*/ 5307958 w 6604001"/>
              <a:gd name="connsiteY336" fmla="*/ 5845526 h 6640493"/>
              <a:gd name="connsiteX337" fmla="*/ 5445292 w 6604001"/>
              <a:gd name="connsiteY337" fmla="*/ 5697132 h 6640493"/>
              <a:gd name="connsiteX338" fmla="*/ 5637026 w 6604001"/>
              <a:gd name="connsiteY338" fmla="*/ 5667381 h 6640493"/>
              <a:gd name="connsiteX339" fmla="*/ 5635457 w 6604001"/>
              <a:gd name="connsiteY339" fmla="*/ 5669062 h 6640493"/>
              <a:gd name="connsiteX340" fmla="*/ 5593508 w 6604001"/>
              <a:gd name="connsiteY340" fmla="*/ 5710566 h 6640493"/>
              <a:gd name="connsiteX341" fmla="*/ 5591949 w 6604001"/>
              <a:gd name="connsiteY341" fmla="*/ 5712059 h 6640493"/>
              <a:gd name="connsiteX342" fmla="*/ 968375 w 6604001"/>
              <a:gd name="connsiteY342" fmla="*/ 5667356 h 6640493"/>
              <a:gd name="connsiteX343" fmla="*/ 975880 w 6604001"/>
              <a:gd name="connsiteY343" fmla="*/ 5671253 h 6640493"/>
              <a:gd name="connsiteX344" fmla="*/ 1009650 w 6604001"/>
              <a:gd name="connsiteY344" fmla="*/ 5710218 h 6640493"/>
              <a:gd name="connsiteX345" fmla="*/ 1002146 w 6604001"/>
              <a:gd name="connsiteY345" fmla="*/ 5702425 h 6640493"/>
              <a:gd name="connsiteX346" fmla="*/ 968375 w 6604001"/>
              <a:gd name="connsiteY346" fmla="*/ 5667356 h 6640493"/>
              <a:gd name="connsiteX347" fmla="*/ 5639281 w 6604001"/>
              <a:gd name="connsiteY347" fmla="*/ 5665278 h 6640493"/>
              <a:gd name="connsiteX348" fmla="*/ 5638556 w 6604001"/>
              <a:gd name="connsiteY348" fmla="*/ 5666073 h 6640493"/>
              <a:gd name="connsiteX349" fmla="*/ 5516684 w 6604001"/>
              <a:gd name="connsiteY349" fmla="*/ 5785648 h 6640493"/>
              <a:gd name="connsiteX350" fmla="*/ 5494735 w 6604001"/>
              <a:gd name="connsiteY350" fmla="*/ 5805284 h 6640493"/>
              <a:gd name="connsiteX351" fmla="*/ 5512435 w 6604001"/>
              <a:gd name="connsiteY351" fmla="*/ 5788755 h 6640493"/>
              <a:gd name="connsiteX352" fmla="*/ 5585913 w 6604001"/>
              <a:gd name="connsiteY352" fmla="*/ 5718042 h 6640493"/>
              <a:gd name="connsiteX353" fmla="*/ 5586927 w 6604001"/>
              <a:gd name="connsiteY353" fmla="*/ 5717037 h 6640493"/>
              <a:gd name="connsiteX354" fmla="*/ 5598953 w 6604001"/>
              <a:gd name="connsiteY354" fmla="*/ 5705477 h 6640493"/>
              <a:gd name="connsiteX355" fmla="*/ 5633372 w 6604001"/>
              <a:gd name="connsiteY355" fmla="*/ 5671293 h 6640493"/>
              <a:gd name="connsiteX356" fmla="*/ 5635457 w 6604001"/>
              <a:gd name="connsiteY356" fmla="*/ 5669062 h 6640493"/>
              <a:gd name="connsiteX357" fmla="*/ 5650937 w 6604001"/>
              <a:gd name="connsiteY357" fmla="*/ 5652490 h 6640493"/>
              <a:gd name="connsiteX358" fmla="*/ 5640519 w 6604001"/>
              <a:gd name="connsiteY358" fmla="*/ 5663919 h 6640493"/>
              <a:gd name="connsiteX359" fmla="*/ 5637026 w 6604001"/>
              <a:gd name="connsiteY359" fmla="*/ 5667381 h 6640493"/>
              <a:gd name="connsiteX360" fmla="*/ 1017345 w 6604001"/>
              <a:gd name="connsiteY360" fmla="*/ 5640846 h 6640493"/>
              <a:gd name="connsiteX361" fmla="*/ 1080003 w 6604001"/>
              <a:gd name="connsiteY361" fmla="*/ 5686986 h 6640493"/>
              <a:gd name="connsiteX362" fmla="*/ 1139032 w 6604001"/>
              <a:gd name="connsiteY362" fmla="*/ 5727680 h 6640493"/>
              <a:gd name="connsiteX363" fmla="*/ 1135262 w 6604001"/>
              <a:gd name="connsiteY363" fmla="*/ 5727680 h 6640493"/>
              <a:gd name="connsiteX364" fmla="*/ 1019325 w 6604001"/>
              <a:gd name="connsiteY364" fmla="*/ 5642405 h 6640493"/>
              <a:gd name="connsiteX365" fmla="*/ 995591 w 6604001"/>
              <a:gd name="connsiteY365" fmla="*/ 5623718 h 6640493"/>
              <a:gd name="connsiteX366" fmla="*/ 1017345 w 6604001"/>
              <a:gd name="connsiteY366" fmla="*/ 5640846 h 6640493"/>
              <a:gd name="connsiteX367" fmla="*/ 1011784 w 6604001"/>
              <a:gd name="connsiteY367" fmla="*/ 5636751 h 6640493"/>
              <a:gd name="connsiteX368" fmla="*/ 5722118 w 6604001"/>
              <a:gd name="connsiteY368" fmla="*/ 5580766 h 6640493"/>
              <a:gd name="connsiteX369" fmla="*/ 5721612 w 6604001"/>
              <a:gd name="connsiteY369" fmla="*/ 5581433 h 6640493"/>
              <a:gd name="connsiteX370" fmla="*/ 5660552 w 6604001"/>
              <a:gd name="connsiteY370" fmla="*/ 5644232 h 6640493"/>
              <a:gd name="connsiteX371" fmla="*/ 5639281 w 6604001"/>
              <a:gd name="connsiteY371" fmla="*/ 5665278 h 6640493"/>
              <a:gd name="connsiteX372" fmla="*/ 5640519 w 6604001"/>
              <a:gd name="connsiteY372" fmla="*/ 5663919 h 6640493"/>
              <a:gd name="connsiteX373" fmla="*/ 5658687 w 6604001"/>
              <a:gd name="connsiteY373" fmla="*/ 5645912 h 6640493"/>
              <a:gd name="connsiteX374" fmla="*/ 1533816 w 6604001"/>
              <a:gd name="connsiteY374" fmla="*/ 5573693 h 6640493"/>
              <a:gd name="connsiteX375" fmla="*/ 1568014 w 6604001"/>
              <a:gd name="connsiteY375" fmla="*/ 5599393 h 6640493"/>
              <a:gd name="connsiteX376" fmla="*/ 1533133 w 6604001"/>
              <a:gd name="connsiteY376" fmla="*/ 5574785 h 6640493"/>
              <a:gd name="connsiteX377" fmla="*/ 1527085 w 6604001"/>
              <a:gd name="connsiteY377" fmla="*/ 5570518 h 6640493"/>
              <a:gd name="connsiteX378" fmla="*/ 1533133 w 6604001"/>
              <a:gd name="connsiteY378" fmla="*/ 5574785 h 6640493"/>
              <a:gd name="connsiteX379" fmla="*/ 1476639 w 6604001"/>
              <a:gd name="connsiteY379" fmla="*/ 5665145 h 6640493"/>
              <a:gd name="connsiteX380" fmla="*/ 1300163 w 6604001"/>
              <a:gd name="connsiteY380" fmla="*/ 5819139 h 6640493"/>
              <a:gd name="connsiteX381" fmla="*/ 1303932 w 6604001"/>
              <a:gd name="connsiteY381" fmla="*/ 5822915 h 6640493"/>
              <a:gd name="connsiteX382" fmla="*/ 1307700 w 6604001"/>
              <a:gd name="connsiteY382" fmla="*/ 5826691 h 6640493"/>
              <a:gd name="connsiteX383" fmla="*/ 1718477 w 6604001"/>
              <a:gd name="connsiteY383" fmla="*/ 5962630 h 6640493"/>
              <a:gd name="connsiteX384" fmla="*/ 1733551 w 6604001"/>
              <a:gd name="connsiteY384" fmla="*/ 5947526 h 6640493"/>
              <a:gd name="connsiteX385" fmla="*/ 1579039 w 6604001"/>
              <a:gd name="connsiteY385" fmla="*/ 5607678 h 6640493"/>
              <a:gd name="connsiteX386" fmla="*/ 1568014 w 6604001"/>
              <a:gd name="connsiteY386" fmla="*/ 5599393 h 6640493"/>
              <a:gd name="connsiteX387" fmla="*/ 1591169 w 6604001"/>
              <a:gd name="connsiteY387" fmla="*/ 5615728 h 6640493"/>
              <a:gd name="connsiteX388" fmla="*/ 1741953 w 6604001"/>
              <a:gd name="connsiteY388" fmla="*/ 5951038 h 6640493"/>
              <a:gd name="connsiteX389" fmla="*/ 2182998 w 6604001"/>
              <a:gd name="connsiteY389" fmla="*/ 5958573 h 6640493"/>
              <a:gd name="connsiteX390" fmla="*/ 2193434 w 6604001"/>
              <a:gd name="connsiteY390" fmla="*/ 5963108 h 6640493"/>
              <a:gd name="connsiteX391" fmla="*/ 2120420 w 6604001"/>
              <a:gd name="connsiteY391" fmla="*/ 5971289 h 6640493"/>
              <a:gd name="connsiteX392" fmla="*/ 1767688 w 6604001"/>
              <a:gd name="connsiteY392" fmla="*/ 5970157 h 6640493"/>
              <a:gd name="connsiteX393" fmla="*/ 1767688 w 6604001"/>
              <a:gd name="connsiteY393" fmla="*/ 5973920 h 6640493"/>
              <a:gd name="connsiteX394" fmla="*/ 1752600 w 6604001"/>
              <a:gd name="connsiteY394" fmla="*/ 5985209 h 6640493"/>
              <a:gd name="connsiteX395" fmla="*/ 1926108 w 6604001"/>
              <a:gd name="connsiteY395" fmla="*/ 6263668 h 6640493"/>
              <a:gd name="connsiteX396" fmla="*/ 1929880 w 6604001"/>
              <a:gd name="connsiteY396" fmla="*/ 6263668 h 6640493"/>
              <a:gd name="connsiteX397" fmla="*/ 1933652 w 6604001"/>
              <a:gd name="connsiteY397" fmla="*/ 6263668 h 6640493"/>
              <a:gd name="connsiteX398" fmla="*/ 1937424 w 6604001"/>
              <a:gd name="connsiteY398" fmla="*/ 6267431 h 6640493"/>
              <a:gd name="connsiteX399" fmla="*/ 2224088 w 6604001"/>
              <a:gd name="connsiteY399" fmla="*/ 5977683 h 6640493"/>
              <a:gd name="connsiteX400" fmla="*/ 2214828 w 6604001"/>
              <a:gd name="connsiteY400" fmla="*/ 5972404 h 6640493"/>
              <a:gd name="connsiteX401" fmla="*/ 2269699 w 6604001"/>
              <a:gd name="connsiteY401" fmla="*/ 5996248 h 6640493"/>
              <a:gd name="connsiteX402" fmla="*/ 2454410 w 6604001"/>
              <a:gd name="connsiteY402" fmla="*/ 6320254 h 6640493"/>
              <a:gd name="connsiteX403" fmla="*/ 2978386 w 6604001"/>
              <a:gd name="connsiteY403" fmla="*/ 6226066 h 6640493"/>
              <a:gd name="connsiteX404" fmla="*/ 2978386 w 6604001"/>
              <a:gd name="connsiteY404" fmla="*/ 6222299 h 6640493"/>
              <a:gd name="connsiteX405" fmla="*/ 3027391 w 6604001"/>
              <a:gd name="connsiteY405" fmla="*/ 6233601 h 6640493"/>
              <a:gd name="connsiteX406" fmla="*/ 3023621 w 6604001"/>
              <a:gd name="connsiteY406" fmla="*/ 6237369 h 6640493"/>
              <a:gd name="connsiteX407" fmla="*/ 3234719 w 6604001"/>
              <a:gd name="connsiteY407" fmla="*/ 6508630 h 6640493"/>
              <a:gd name="connsiteX408" fmla="*/ 3788852 w 6604001"/>
              <a:gd name="connsiteY408" fmla="*/ 6324022 h 6640493"/>
              <a:gd name="connsiteX409" fmla="*/ 3788852 w 6604001"/>
              <a:gd name="connsiteY409" fmla="*/ 6320254 h 6640493"/>
              <a:gd name="connsiteX410" fmla="*/ 3788852 w 6604001"/>
              <a:gd name="connsiteY410" fmla="*/ 6316487 h 6640493"/>
              <a:gd name="connsiteX411" fmla="*/ 3792622 w 6604001"/>
              <a:gd name="connsiteY411" fmla="*/ 6312719 h 6640493"/>
              <a:gd name="connsiteX412" fmla="*/ 3803930 w 6604001"/>
              <a:gd name="connsiteY412" fmla="*/ 6297649 h 6640493"/>
              <a:gd name="connsiteX413" fmla="*/ 3845396 w 6604001"/>
              <a:gd name="connsiteY413" fmla="*/ 6297649 h 6640493"/>
              <a:gd name="connsiteX414" fmla="*/ 3849166 w 6604001"/>
              <a:gd name="connsiteY414" fmla="*/ 6297649 h 6640493"/>
              <a:gd name="connsiteX415" fmla="*/ 3845396 w 6604001"/>
              <a:gd name="connsiteY415" fmla="*/ 6312719 h 6640493"/>
              <a:gd name="connsiteX416" fmla="*/ 3841626 w 6604001"/>
              <a:gd name="connsiteY416" fmla="*/ 6316487 h 6640493"/>
              <a:gd name="connsiteX417" fmla="*/ 3837857 w 6604001"/>
              <a:gd name="connsiteY417" fmla="*/ 6320254 h 6640493"/>
              <a:gd name="connsiteX418" fmla="*/ 3834087 w 6604001"/>
              <a:gd name="connsiteY418" fmla="*/ 6320254 h 6640493"/>
              <a:gd name="connsiteX419" fmla="*/ 4041416 w 6604001"/>
              <a:gd name="connsiteY419" fmla="*/ 6493560 h 6640493"/>
              <a:gd name="connsiteX420" fmla="*/ 4109070 w 6604001"/>
              <a:gd name="connsiteY420" fmla="*/ 6472500 h 6640493"/>
              <a:gd name="connsiteX421" fmla="*/ 4114231 w 6604001"/>
              <a:gd name="connsiteY421" fmla="*/ 6470350 h 6640493"/>
              <a:gd name="connsiteX422" fmla="*/ 4067952 w 6604001"/>
              <a:gd name="connsiteY422" fmla="*/ 6490078 h 6640493"/>
              <a:gd name="connsiteX423" fmla="*/ 4071718 w 6604001"/>
              <a:gd name="connsiteY423" fmla="*/ 6493848 h 6640493"/>
              <a:gd name="connsiteX424" fmla="*/ 4052888 w 6604001"/>
              <a:gd name="connsiteY424" fmla="*/ 6505159 h 6640493"/>
              <a:gd name="connsiteX425" fmla="*/ 4144683 w 6604001"/>
              <a:gd name="connsiteY425" fmla="*/ 6523068 h 6640493"/>
              <a:gd name="connsiteX426" fmla="*/ 4170631 w 6604001"/>
              <a:gd name="connsiteY426" fmla="*/ 6521306 h 6640493"/>
              <a:gd name="connsiteX427" fmla="*/ 4163235 w 6604001"/>
              <a:gd name="connsiteY427" fmla="*/ 6522910 h 6640493"/>
              <a:gd name="connsiteX428" fmla="*/ 4127878 w 6604001"/>
              <a:gd name="connsiteY428" fmla="*/ 6527146 h 6640493"/>
              <a:gd name="connsiteX429" fmla="*/ 4063176 w 6604001"/>
              <a:gd name="connsiteY429" fmla="*/ 6509146 h 6640493"/>
              <a:gd name="connsiteX430" fmla="*/ 4041137 w 6604001"/>
              <a:gd name="connsiteY430" fmla="*/ 6512087 h 6640493"/>
              <a:gd name="connsiteX431" fmla="*/ 4018509 w 6604001"/>
              <a:gd name="connsiteY431" fmla="*/ 6512087 h 6640493"/>
              <a:gd name="connsiteX432" fmla="*/ 3494289 w 6604001"/>
              <a:gd name="connsiteY432" fmla="*/ 6632555 h 6640493"/>
              <a:gd name="connsiteX433" fmla="*/ 3498060 w 6604001"/>
              <a:gd name="connsiteY433" fmla="*/ 6632555 h 6640493"/>
              <a:gd name="connsiteX434" fmla="*/ 3500418 w 6604001"/>
              <a:gd name="connsiteY434" fmla="*/ 6632555 h 6640493"/>
              <a:gd name="connsiteX435" fmla="*/ 3513146 w 6604001"/>
              <a:gd name="connsiteY435" fmla="*/ 6632555 h 6640493"/>
              <a:gd name="connsiteX436" fmla="*/ 3682858 w 6604001"/>
              <a:gd name="connsiteY436" fmla="*/ 6615144 h 6640493"/>
              <a:gd name="connsiteX437" fmla="*/ 3744943 w 6604001"/>
              <a:gd name="connsiteY437" fmla="*/ 6608382 h 6640493"/>
              <a:gd name="connsiteX438" fmla="*/ 3738831 w 6604001"/>
              <a:gd name="connsiteY438" fmla="*/ 6609124 h 6640493"/>
              <a:gd name="connsiteX439" fmla="*/ 3365904 w 6604001"/>
              <a:gd name="connsiteY439" fmla="*/ 6640250 h 6640493"/>
              <a:gd name="connsiteX440" fmla="*/ 3320912 w 6604001"/>
              <a:gd name="connsiteY440" fmla="*/ 6640413 h 6640493"/>
              <a:gd name="connsiteX441" fmla="*/ 3332934 w 6604001"/>
              <a:gd name="connsiteY441" fmla="*/ 6640096 h 6640493"/>
              <a:gd name="connsiteX442" fmla="*/ 3438344 w 6604001"/>
              <a:gd name="connsiteY442" fmla="*/ 6637318 h 6640493"/>
              <a:gd name="connsiteX443" fmla="*/ 3433763 w 6604001"/>
              <a:gd name="connsiteY443" fmla="*/ 6637318 h 6640493"/>
              <a:gd name="connsiteX444" fmla="*/ 3498851 w 6604001"/>
              <a:gd name="connsiteY444" fmla="*/ 6632556 h 6640493"/>
              <a:gd name="connsiteX445" fmla="*/ 3475400 w 6604001"/>
              <a:gd name="connsiteY445" fmla="*/ 6632556 h 6640493"/>
              <a:gd name="connsiteX446" fmla="*/ 3472222 w 6604001"/>
              <a:gd name="connsiteY446" fmla="*/ 6632556 h 6640493"/>
              <a:gd name="connsiteX447" fmla="*/ 3800476 w 6604001"/>
              <a:gd name="connsiteY447" fmla="*/ 6331519 h 6640493"/>
              <a:gd name="connsiteX448" fmla="*/ 3796703 w 6604001"/>
              <a:gd name="connsiteY448" fmla="*/ 6331519 h 6640493"/>
              <a:gd name="connsiteX449" fmla="*/ 3792930 w 6604001"/>
              <a:gd name="connsiteY449" fmla="*/ 6327756 h 6640493"/>
              <a:gd name="connsiteX450" fmla="*/ 3264705 w 6604001"/>
              <a:gd name="connsiteY450" fmla="*/ 6512141 h 6640493"/>
              <a:gd name="connsiteX451" fmla="*/ 3253386 w 6604001"/>
              <a:gd name="connsiteY451" fmla="*/ 6527193 h 6640493"/>
              <a:gd name="connsiteX452" fmla="*/ 3249613 w 6604001"/>
              <a:gd name="connsiteY452" fmla="*/ 6527193 h 6640493"/>
              <a:gd name="connsiteX453" fmla="*/ 3249613 w 6604001"/>
              <a:gd name="connsiteY453" fmla="*/ 6530956 h 6640493"/>
              <a:gd name="connsiteX454" fmla="*/ 3460903 w 6604001"/>
              <a:gd name="connsiteY454" fmla="*/ 6632556 h 6640493"/>
              <a:gd name="connsiteX455" fmla="*/ 3460564 w 6604001"/>
              <a:gd name="connsiteY455" fmla="*/ 6632556 h 6640493"/>
              <a:gd name="connsiteX456" fmla="*/ 3433763 w 6604001"/>
              <a:gd name="connsiteY456" fmla="*/ 6637318 h 6640493"/>
              <a:gd name="connsiteX457" fmla="*/ 3423285 w 6604001"/>
              <a:gd name="connsiteY457" fmla="*/ 6637318 h 6640493"/>
              <a:gd name="connsiteX458" fmla="*/ 3352669 w 6604001"/>
              <a:gd name="connsiteY458" fmla="*/ 6639445 h 6640493"/>
              <a:gd name="connsiteX459" fmla="*/ 3320479 w 6604001"/>
              <a:gd name="connsiteY459" fmla="*/ 6640415 h 6640493"/>
              <a:gd name="connsiteX460" fmla="*/ 3298802 w 6604001"/>
              <a:gd name="connsiteY460" fmla="*/ 6640493 h 6640493"/>
              <a:gd name="connsiteX461" fmla="*/ 3297298 w 6604001"/>
              <a:gd name="connsiteY461" fmla="*/ 6640429 h 6640493"/>
              <a:gd name="connsiteX462" fmla="*/ 3340990 w 6604001"/>
              <a:gd name="connsiteY462" fmla="*/ 6639253 h 6640493"/>
              <a:gd name="connsiteX463" fmla="*/ 3434541 w 6604001"/>
              <a:gd name="connsiteY463" fmla="*/ 6636736 h 6640493"/>
              <a:gd name="connsiteX464" fmla="*/ 3434541 w 6604001"/>
              <a:gd name="connsiteY464" fmla="*/ 6632979 h 6640493"/>
              <a:gd name="connsiteX465" fmla="*/ 3438315 w 6604001"/>
              <a:gd name="connsiteY465" fmla="*/ 6632979 h 6640493"/>
              <a:gd name="connsiteX466" fmla="*/ 3442090 w 6604001"/>
              <a:gd name="connsiteY466" fmla="*/ 6632979 h 6640493"/>
              <a:gd name="connsiteX467" fmla="*/ 3445864 w 6604001"/>
              <a:gd name="connsiteY467" fmla="*/ 6632979 h 6640493"/>
              <a:gd name="connsiteX468" fmla="*/ 3449638 w 6604001"/>
              <a:gd name="connsiteY468" fmla="*/ 6632979 h 6640493"/>
              <a:gd name="connsiteX469" fmla="*/ 3234508 w 6604001"/>
              <a:gd name="connsiteY469" fmla="*/ 6531538 h 6640493"/>
              <a:gd name="connsiteX470" fmla="*/ 3230734 w 6604001"/>
              <a:gd name="connsiteY470" fmla="*/ 6531538 h 6640493"/>
              <a:gd name="connsiteX471" fmla="*/ 3211863 w 6604001"/>
              <a:gd name="connsiteY471" fmla="*/ 6527781 h 6640493"/>
              <a:gd name="connsiteX472" fmla="*/ 2691023 w 6604001"/>
              <a:gd name="connsiteY472" fmla="*/ 6557838 h 6640493"/>
              <a:gd name="connsiteX473" fmla="*/ 2687249 w 6604001"/>
              <a:gd name="connsiteY473" fmla="*/ 6561595 h 6640493"/>
              <a:gd name="connsiteX474" fmla="*/ 2683474 w 6604001"/>
              <a:gd name="connsiteY474" fmla="*/ 6561595 h 6640493"/>
              <a:gd name="connsiteX475" fmla="*/ 2679947 w 6604001"/>
              <a:gd name="connsiteY475" fmla="*/ 6561595 h 6640493"/>
              <a:gd name="connsiteX476" fmla="*/ 2669170 w 6604001"/>
              <a:gd name="connsiteY476" fmla="*/ 6557018 h 6640493"/>
              <a:gd name="connsiteX477" fmla="*/ 2665413 w 6604001"/>
              <a:gd name="connsiteY477" fmla="*/ 6557018 h 6640493"/>
              <a:gd name="connsiteX478" fmla="*/ 2661656 w 6604001"/>
              <a:gd name="connsiteY478" fmla="*/ 6557018 h 6640493"/>
              <a:gd name="connsiteX479" fmla="*/ 2657899 w 6604001"/>
              <a:gd name="connsiteY479" fmla="*/ 6557018 h 6640493"/>
              <a:gd name="connsiteX480" fmla="*/ 2606708 w 6604001"/>
              <a:gd name="connsiteY480" fmla="*/ 6560854 h 6640493"/>
              <a:gd name="connsiteX481" fmla="*/ 2595154 w 6604001"/>
              <a:gd name="connsiteY481" fmla="*/ 6559213 h 6640493"/>
              <a:gd name="connsiteX482" fmla="*/ 2595486 w 6604001"/>
              <a:gd name="connsiteY482" fmla="*/ 6559249 h 6640493"/>
              <a:gd name="connsiteX483" fmla="*/ 2646363 w 6604001"/>
              <a:gd name="connsiteY483" fmla="*/ 6553642 h 6640493"/>
              <a:gd name="connsiteX484" fmla="*/ 2642595 w 6604001"/>
              <a:gd name="connsiteY484" fmla="*/ 6553642 h 6640493"/>
              <a:gd name="connsiteX485" fmla="*/ 2638826 w 6604001"/>
              <a:gd name="connsiteY485" fmla="*/ 6553642 h 6640493"/>
              <a:gd name="connsiteX486" fmla="*/ 2638826 w 6604001"/>
              <a:gd name="connsiteY486" fmla="*/ 6549903 h 6640493"/>
              <a:gd name="connsiteX487" fmla="*/ 2634474 w 6604001"/>
              <a:gd name="connsiteY487" fmla="*/ 6549207 h 6640493"/>
              <a:gd name="connsiteX488" fmla="*/ 2634474 w 6604001"/>
              <a:gd name="connsiteY488" fmla="*/ 6546227 h 6640493"/>
              <a:gd name="connsiteX489" fmla="*/ 2638240 w 6604001"/>
              <a:gd name="connsiteY489" fmla="*/ 6546227 h 6640493"/>
              <a:gd name="connsiteX490" fmla="*/ 2642006 w 6604001"/>
              <a:gd name="connsiteY490" fmla="*/ 6546227 h 6640493"/>
              <a:gd name="connsiteX491" fmla="*/ 2645772 w 6604001"/>
              <a:gd name="connsiteY491" fmla="*/ 6546227 h 6640493"/>
              <a:gd name="connsiteX492" fmla="*/ 2649538 w 6604001"/>
              <a:gd name="connsiteY492" fmla="*/ 6546227 h 6640493"/>
              <a:gd name="connsiteX493" fmla="*/ 2577983 w 6604001"/>
              <a:gd name="connsiteY493" fmla="*/ 6489546 h 6640493"/>
              <a:gd name="connsiteX494" fmla="*/ 2506427 w 6604001"/>
              <a:gd name="connsiteY494" fmla="*/ 6413972 h 6640493"/>
              <a:gd name="connsiteX495" fmla="*/ 2453702 w 6604001"/>
              <a:gd name="connsiteY495" fmla="*/ 6345956 h 6640493"/>
              <a:gd name="connsiteX496" fmla="*/ 2434871 w 6604001"/>
              <a:gd name="connsiteY496" fmla="*/ 6338399 h 6640493"/>
              <a:gd name="connsiteX497" fmla="*/ 1956578 w 6604001"/>
              <a:gd name="connsiteY497" fmla="*/ 6281718 h 6640493"/>
              <a:gd name="connsiteX498" fmla="*/ 1952812 w 6604001"/>
              <a:gd name="connsiteY498" fmla="*/ 6285497 h 6640493"/>
              <a:gd name="connsiteX499" fmla="*/ 1949045 w 6604001"/>
              <a:gd name="connsiteY499" fmla="*/ 6285497 h 6640493"/>
              <a:gd name="connsiteX500" fmla="*/ 1949045 w 6604001"/>
              <a:gd name="connsiteY500" fmla="*/ 6281718 h 6640493"/>
              <a:gd name="connsiteX501" fmla="*/ 1945279 w 6604001"/>
              <a:gd name="connsiteY501" fmla="*/ 6281718 h 6640493"/>
              <a:gd name="connsiteX502" fmla="*/ 1941513 w 6604001"/>
              <a:gd name="connsiteY502" fmla="*/ 6281718 h 6640493"/>
              <a:gd name="connsiteX503" fmla="*/ 2118519 w 6604001"/>
              <a:gd name="connsiteY503" fmla="*/ 6417751 h 6640493"/>
              <a:gd name="connsiteX504" fmla="*/ 2163713 w 6604001"/>
              <a:gd name="connsiteY504" fmla="*/ 6436645 h 6640493"/>
              <a:gd name="connsiteX505" fmla="*/ 2413216 w 6604001"/>
              <a:gd name="connsiteY505" fmla="*/ 6511746 h 6640493"/>
              <a:gd name="connsiteX506" fmla="*/ 2433367 w 6604001"/>
              <a:gd name="connsiteY506" fmla="*/ 6515956 h 6640493"/>
              <a:gd name="connsiteX507" fmla="*/ 2430613 w 6604001"/>
              <a:gd name="connsiteY507" fmla="*/ 6515470 h 6640493"/>
              <a:gd name="connsiteX508" fmla="*/ 2383968 w 6604001"/>
              <a:gd name="connsiteY508" fmla="*/ 6505979 h 6640493"/>
              <a:gd name="connsiteX509" fmla="*/ 2357946 w 6604001"/>
              <a:gd name="connsiteY509" fmla="*/ 6499072 h 6640493"/>
              <a:gd name="connsiteX510" fmla="*/ 2270082 w 6604001"/>
              <a:gd name="connsiteY510" fmla="*/ 6472159 h 6640493"/>
              <a:gd name="connsiteX511" fmla="*/ 2198800 w 6604001"/>
              <a:gd name="connsiteY511" fmla="*/ 6450164 h 6640493"/>
              <a:gd name="connsiteX512" fmla="*/ 2182998 w 6604001"/>
              <a:gd name="connsiteY512" fmla="*/ 6444582 h 6640493"/>
              <a:gd name="connsiteX513" fmla="*/ 2095843 w 6604001"/>
              <a:gd name="connsiteY513" fmla="*/ 6409376 h 6640493"/>
              <a:gd name="connsiteX514" fmla="*/ 2075433 w 6604001"/>
              <a:gd name="connsiteY514" fmla="*/ 6398588 h 6640493"/>
              <a:gd name="connsiteX515" fmla="*/ 1933659 w 6604001"/>
              <a:gd name="connsiteY515" fmla="*/ 6281977 h 6640493"/>
              <a:gd name="connsiteX516" fmla="*/ 1929899 w 6604001"/>
              <a:gd name="connsiteY516" fmla="*/ 6281977 h 6640493"/>
              <a:gd name="connsiteX517" fmla="*/ 1926139 w 6604001"/>
              <a:gd name="connsiteY517" fmla="*/ 6278174 h 6640493"/>
              <a:gd name="connsiteX518" fmla="*/ 1922379 w 6604001"/>
              <a:gd name="connsiteY518" fmla="*/ 6278174 h 6640493"/>
              <a:gd name="connsiteX519" fmla="*/ 1792311 w 6604001"/>
              <a:gd name="connsiteY519" fmla="*/ 6270153 h 6640493"/>
              <a:gd name="connsiteX520" fmla="*/ 1764725 w 6604001"/>
              <a:gd name="connsiteY520" fmla="*/ 6258191 h 6640493"/>
              <a:gd name="connsiteX521" fmla="*/ 1750030 w 6604001"/>
              <a:gd name="connsiteY521" fmla="*/ 6250187 h 6640493"/>
              <a:gd name="connsiteX522" fmla="*/ 1711976 w 6604001"/>
              <a:gd name="connsiteY522" fmla="*/ 6229084 h 6640493"/>
              <a:gd name="connsiteX523" fmla="*/ 1720667 w 6604001"/>
              <a:gd name="connsiteY523" fmla="*/ 6233778 h 6640493"/>
              <a:gd name="connsiteX524" fmla="*/ 1741318 w 6604001"/>
              <a:gd name="connsiteY524" fmla="*/ 6244933 h 6640493"/>
              <a:gd name="connsiteX525" fmla="*/ 1914526 w 6604001"/>
              <a:gd name="connsiteY525" fmla="*/ 6271373 h 6640493"/>
              <a:gd name="connsiteX526" fmla="*/ 1910761 w 6604001"/>
              <a:gd name="connsiteY526" fmla="*/ 6271373 h 6640493"/>
              <a:gd name="connsiteX527" fmla="*/ 1906995 w 6604001"/>
              <a:gd name="connsiteY527" fmla="*/ 6271373 h 6640493"/>
              <a:gd name="connsiteX528" fmla="*/ 1906995 w 6604001"/>
              <a:gd name="connsiteY528" fmla="*/ 6267595 h 6640493"/>
              <a:gd name="connsiteX529" fmla="*/ 1842868 w 6604001"/>
              <a:gd name="connsiteY529" fmla="*/ 6244630 h 6640493"/>
              <a:gd name="connsiteX530" fmla="*/ 1903219 w 6604001"/>
              <a:gd name="connsiteY530" fmla="*/ 6264255 h 6640493"/>
              <a:gd name="connsiteX531" fmla="*/ 1903219 w 6604001"/>
              <a:gd name="connsiteY531" fmla="*/ 6260481 h 6640493"/>
              <a:gd name="connsiteX532" fmla="*/ 1906988 w 6604001"/>
              <a:gd name="connsiteY532" fmla="*/ 6260481 h 6640493"/>
              <a:gd name="connsiteX533" fmla="*/ 1910757 w 6604001"/>
              <a:gd name="connsiteY533" fmla="*/ 6260481 h 6640493"/>
              <a:gd name="connsiteX534" fmla="*/ 1914526 w 6604001"/>
              <a:gd name="connsiteY534" fmla="*/ 6260481 h 6640493"/>
              <a:gd name="connsiteX535" fmla="*/ 1854221 w 6604001"/>
              <a:gd name="connsiteY535" fmla="*/ 6173684 h 6640493"/>
              <a:gd name="connsiteX536" fmla="*/ 1790146 w 6604001"/>
              <a:gd name="connsiteY536" fmla="*/ 6068018 h 6640493"/>
              <a:gd name="connsiteX537" fmla="*/ 1741148 w 6604001"/>
              <a:gd name="connsiteY537" fmla="*/ 5984995 h 6640493"/>
              <a:gd name="connsiteX538" fmla="*/ 1726071 w 6604001"/>
              <a:gd name="connsiteY538" fmla="*/ 5969900 h 6640493"/>
              <a:gd name="connsiteX539" fmla="*/ 1311471 w 6604001"/>
              <a:gd name="connsiteY539" fmla="*/ 5834043 h 6640493"/>
              <a:gd name="connsiteX540" fmla="*/ 1307701 w 6604001"/>
              <a:gd name="connsiteY540" fmla="*/ 5837817 h 6640493"/>
              <a:gd name="connsiteX541" fmla="*/ 1303932 w 6604001"/>
              <a:gd name="connsiteY541" fmla="*/ 5837817 h 6640493"/>
              <a:gd name="connsiteX542" fmla="*/ 1302272 w 6604001"/>
              <a:gd name="connsiteY542" fmla="*/ 5837817 h 6640493"/>
              <a:gd name="connsiteX543" fmla="*/ 1300163 w 6604001"/>
              <a:gd name="connsiteY543" fmla="*/ 5834043 h 6640493"/>
              <a:gd name="connsiteX544" fmla="*/ 1300163 w 6604001"/>
              <a:gd name="connsiteY544" fmla="*/ 5837817 h 6640493"/>
              <a:gd name="connsiteX545" fmla="*/ 1302272 w 6604001"/>
              <a:gd name="connsiteY545" fmla="*/ 5837817 h 6640493"/>
              <a:gd name="connsiteX546" fmla="*/ 1339857 w 6604001"/>
              <a:gd name="connsiteY546" fmla="*/ 5905097 h 6640493"/>
              <a:gd name="connsiteX547" fmla="*/ 1466004 w 6604001"/>
              <a:gd name="connsiteY547" fmla="*/ 6068018 h 6640493"/>
              <a:gd name="connsiteX548" fmla="*/ 1601632 w 6604001"/>
              <a:gd name="connsiteY548" fmla="*/ 6142197 h 6640493"/>
              <a:gd name="connsiteX549" fmla="*/ 1638723 w 6604001"/>
              <a:gd name="connsiteY549" fmla="*/ 6161503 h 6640493"/>
              <a:gd name="connsiteX550" fmla="*/ 1585054 w 6604001"/>
              <a:gd name="connsiteY550" fmla="*/ 6134805 h 6640493"/>
              <a:gd name="connsiteX551" fmla="*/ 1470209 w 6604001"/>
              <a:gd name="connsiteY551" fmla="*/ 6071183 h 6640493"/>
              <a:gd name="connsiteX552" fmla="*/ 1473975 w 6604001"/>
              <a:gd name="connsiteY552" fmla="*/ 6074961 h 6640493"/>
              <a:gd name="connsiteX553" fmla="*/ 1458913 w 6604001"/>
              <a:gd name="connsiteY553" fmla="*/ 6067406 h 6640493"/>
              <a:gd name="connsiteX554" fmla="*/ 1505039 w 6604001"/>
              <a:gd name="connsiteY554" fmla="*/ 6103761 h 6640493"/>
              <a:gd name="connsiteX555" fmla="*/ 1508679 w 6604001"/>
              <a:gd name="connsiteY555" fmla="*/ 6106630 h 6640493"/>
              <a:gd name="connsiteX556" fmla="*/ 1487682 w 6604001"/>
              <a:gd name="connsiteY556" fmla="*/ 6093462 h 6640493"/>
              <a:gd name="connsiteX557" fmla="*/ 1475267 w 6604001"/>
              <a:gd name="connsiteY557" fmla="*/ 6081507 h 6640493"/>
              <a:gd name="connsiteX558" fmla="*/ 1447525 w 6604001"/>
              <a:gd name="connsiteY558" fmla="*/ 6060331 h 6640493"/>
              <a:gd name="connsiteX559" fmla="*/ 1428716 w 6604001"/>
              <a:gd name="connsiteY559" fmla="*/ 6049037 h 6640493"/>
              <a:gd name="connsiteX560" fmla="*/ 1218709 w 6604001"/>
              <a:gd name="connsiteY560" fmla="*/ 5894451 h 6640493"/>
              <a:gd name="connsiteX561" fmla="*/ 1206198 w 6604001"/>
              <a:gd name="connsiteY561" fmla="*/ 5884289 h 6640493"/>
              <a:gd name="connsiteX562" fmla="*/ 1195654 w 6604001"/>
              <a:gd name="connsiteY562" fmla="*/ 5875216 h 6640493"/>
              <a:gd name="connsiteX563" fmla="*/ 1184559 w 6604001"/>
              <a:gd name="connsiteY563" fmla="*/ 5865779 h 6640493"/>
              <a:gd name="connsiteX564" fmla="*/ 1239629 w 6604001"/>
              <a:gd name="connsiteY564" fmla="*/ 5909480 h 6640493"/>
              <a:gd name="connsiteX565" fmla="*/ 1354719 w 6604001"/>
              <a:gd name="connsiteY565" fmla="*/ 5994690 h 6640493"/>
              <a:gd name="connsiteX566" fmla="*/ 1426983 w 6604001"/>
              <a:gd name="connsiteY566" fmla="*/ 6043517 h 6640493"/>
              <a:gd name="connsiteX567" fmla="*/ 1424821 w 6604001"/>
              <a:gd name="connsiteY567" fmla="*/ 6044597 h 6640493"/>
              <a:gd name="connsiteX568" fmla="*/ 1428581 w 6604001"/>
              <a:gd name="connsiteY568" fmla="*/ 6044597 h 6640493"/>
              <a:gd name="connsiteX569" fmla="*/ 1426983 w 6604001"/>
              <a:gd name="connsiteY569" fmla="*/ 6043517 h 6640493"/>
              <a:gd name="connsiteX570" fmla="*/ 1429521 w 6604001"/>
              <a:gd name="connsiteY570" fmla="*/ 6042249 h 6640493"/>
              <a:gd name="connsiteX571" fmla="*/ 1439863 w 6604001"/>
              <a:gd name="connsiteY571" fmla="*/ 6048355 h 6640493"/>
              <a:gd name="connsiteX572" fmla="*/ 1293197 w 6604001"/>
              <a:gd name="connsiteY572" fmla="*/ 5830406 h 6640493"/>
              <a:gd name="connsiteX573" fmla="*/ 1289436 w 6604001"/>
              <a:gd name="connsiteY573" fmla="*/ 5830406 h 6640493"/>
              <a:gd name="connsiteX574" fmla="*/ 1285675 w 6604001"/>
              <a:gd name="connsiteY574" fmla="*/ 5826648 h 6640493"/>
              <a:gd name="connsiteX575" fmla="*/ 1281915 w 6604001"/>
              <a:gd name="connsiteY575" fmla="*/ 5826648 h 6640493"/>
              <a:gd name="connsiteX576" fmla="*/ 1107396 w 6604001"/>
              <a:gd name="connsiteY576" fmla="*/ 5795999 h 6640493"/>
              <a:gd name="connsiteX577" fmla="*/ 1058463 w 6604001"/>
              <a:gd name="connsiteY577" fmla="*/ 5756318 h 6640493"/>
              <a:gd name="connsiteX578" fmla="*/ 1044575 w 6604001"/>
              <a:gd name="connsiteY578" fmla="*/ 5743824 h 6640493"/>
              <a:gd name="connsiteX579" fmla="*/ 1274522 w 6604001"/>
              <a:gd name="connsiteY579" fmla="*/ 5819174 h 6640493"/>
              <a:gd name="connsiteX580" fmla="*/ 1274522 w 6604001"/>
              <a:gd name="connsiteY580" fmla="*/ 5815407 h 6640493"/>
              <a:gd name="connsiteX581" fmla="*/ 1270752 w 6604001"/>
              <a:gd name="connsiteY581" fmla="*/ 5815407 h 6640493"/>
              <a:gd name="connsiteX582" fmla="*/ 1270752 w 6604001"/>
              <a:gd name="connsiteY582" fmla="*/ 5811639 h 6640493"/>
              <a:gd name="connsiteX583" fmla="*/ 1135046 w 6604001"/>
              <a:gd name="connsiteY583" fmla="*/ 5728754 h 6640493"/>
              <a:gd name="connsiteX584" fmla="*/ 1138816 w 6604001"/>
              <a:gd name="connsiteY584" fmla="*/ 5728754 h 6640493"/>
              <a:gd name="connsiteX585" fmla="*/ 1266982 w 6604001"/>
              <a:gd name="connsiteY585" fmla="*/ 5807872 h 6640493"/>
              <a:gd name="connsiteX586" fmla="*/ 1266982 w 6604001"/>
              <a:gd name="connsiteY586" fmla="*/ 5804104 h 6640493"/>
              <a:gd name="connsiteX587" fmla="*/ 1266982 w 6604001"/>
              <a:gd name="connsiteY587" fmla="*/ 5800337 h 6640493"/>
              <a:gd name="connsiteX588" fmla="*/ 1270752 w 6604001"/>
              <a:gd name="connsiteY588" fmla="*/ 5800337 h 6640493"/>
              <a:gd name="connsiteX589" fmla="*/ 1274522 w 6604001"/>
              <a:gd name="connsiteY589" fmla="*/ 5800337 h 6640493"/>
              <a:gd name="connsiteX590" fmla="*/ 1278291 w 6604001"/>
              <a:gd name="connsiteY590" fmla="*/ 5804104 h 6640493"/>
              <a:gd name="connsiteX591" fmla="*/ 1229286 w 6604001"/>
              <a:gd name="connsiteY591" fmla="*/ 5698614 h 6640493"/>
              <a:gd name="connsiteX592" fmla="*/ 1233056 w 6604001"/>
              <a:gd name="connsiteY592" fmla="*/ 5694846 h 6640493"/>
              <a:gd name="connsiteX593" fmla="*/ 1285830 w 6604001"/>
              <a:gd name="connsiteY593" fmla="*/ 5807872 h 6640493"/>
              <a:gd name="connsiteX594" fmla="*/ 1289600 w 6604001"/>
              <a:gd name="connsiteY594" fmla="*/ 5807872 h 6640493"/>
              <a:gd name="connsiteX595" fmla="*/ 1289600 w 6604001"/>
              <a:gd name="connsiteY595" fmla="*/ 5811639 h 6640493"/>
              <a:gd name="connsiteX596" fmla="*/ 1293370 w 6604001"/>
              <a:gd name="connsiteY596" fmla="*/ 5811639 h 6640493"/>
              <a:gd name="connsiteX597" fmla="*/ 1527085 w 6604001"/>
              <a:gd name="connsiteY597" fmla="*/ 5570518 h 6640493"/>
              <a:gd name="connsiteX598" fmla="*/ 5763726 w 6604001"/>
              <a:gd name="connsiteY598" fmla="*/ 5525917 h 6640493"/>
              <a:gd name="connsiteX599" fmla="*/ 5762252 w 6604001"/>
              <a:gd name="connsiteY599" fmla="*/ 5527860 h 6640493"/>
              <a:gd name="connsiteX600" fmla="*/ 5733810 w 6604001"/>
              <a:gd name="connsiteY600" fmla="*/ 5561129 h 6640493"/>
              <a:gd name="connsiteX601" fmla="*/ 5697277 w 6604001"/>
              <a:gd name="connsiteY601" fmla="*/ 5602882 h 6640493"/>
              <a:gd name="connsiteX602" fmla="*/ 5650937 w 6604001"/>
              <a:gd name="connsiteY602" fmla="*/ 5652490 h 6640493"/>
              <a:gd name="connsiteX603" fmla="*/ 5675861 w 6604001"/>
              <a:gd name="connsiteY603" fmla="*/ 5625145 h 6640493"/>
              <a:gd name="connsiteX604" fmla="*/ 5721260 w 6604001"/>
              <a:gd name="connsiteY604" fmla="*/ 5574142 h 6640493"/>
              <a:gd name="connsiteX605" fmla="*/ 1394643 w 6604001"/>
              <a:gd name="connsiteY605" fmla="*/ 5518152 h 6640493"/>
              <a:gd name="connsiteX606" fmla="*/ 1438015 w 6604001"/>
              <a:gd name="connsiteY606" fmla="*/ 5522261 h 6640493"/>
              <a:gd name="connsiteX607" fmla="*/ 1469827 w 6604001"/>
              <a:gd name="connsiteY607" fmla="*/ 5525275 h 6640493"/>
              <a:gd name="connsiteX608" fmla="*/ 1481138 w 6604001"/>
              <a:gd name="connsiteY608" fmla="*/ 5532418 h 6640493"/>
              <a:gd name="connsiteX609" fmla="*/ 1390650 w 6604001"/>
              <a:gd name="connsiteY609" fmla="*/ 5525275 h 6640493"/>
              <a:gd name="connsiteX610" fmla="*/ 1391290 w 6604001"/>
              <a:gd name="connsiteY610" fmla="*/ 5524063 h 6640493"/>
              <a:gd name="connsiteX611" fmla="*/ 1391643 w 6604001"/>
              <a:gd name="connsiteY611" fmla="*/ 5524150 h 6640493"/>
              <a:gd name="connsiteX612" fmla="*/ 5778097 w 6604001"/>
              <a:gd name="connsiteY612" fmla="*/ 5506974 h 6640493"/>
              <a:gd name="connsiteX613" fmla="*/ 5778097 w 6604001"/>
              <a:gd name="connsiteY613" fmla="*/ 5509326 h 6640493"/>
              <a:gd name="connsiteX614" fmla="*/ 5770136 w 6604001"/>
              <a:gd name="connsiteY614" fmla="*/ 5518639 h 6640493"/>
              <a:gd name="connsiteX615" fmla="*/ 5763726 w 6604001"/>
              <a:gd name="connsiteY615" fmla="*/ 5525917 h 6640493"/>
              <a:gd name="connsiteX616" fmla="*/ 5835650 w 6604001"/>
              <a:gd name="connsiteY616" fmla="*/ 5453043 h 6640493"/>
              <a:gd name="connsiteX617" fmla="*/ 5734050 w 6604001"/>
              <a:gd name="connsiteY617" fmla="*/ 5573693 h 6640493"/>
              <a:gd name="connsiteX618" fmla="*/ 5764373 w 6604001"/>
              <a:gd name="connsiteY618" fmla="*/ 5533183 h 6640493"/>
              <a:gd name="connsiteX619" fmla="*/ 5774631 w 6604001"/>
              <a:gd name="connsiteY619" fmla="*/ 5521545 h 6640493"/>
              <a:gd name="connsiteX620" fmla="*/ 5803536 w 6604001"/>
              <a:gd name="connsiteY620" fmla="*/ 5488748 h 6640493"/>
              <a:gd name="connsiteX621" fmla="*/ 5832510 w 6604001"/>
              <a:gd name="connsiteY621" fmla="*/ 5455875 h 6640493"/>
              <a:gd name="connsiteX622" fmla="*/ 5812776 w 6604001"/>
              <a:gd name="connsiteY622" fmla="*/ 5449221 h 6640493"/>
              <a:gd name="connsiteX623" fmla="*/ 5812776 w 6604001"/>
              <a:gd name="connsiteY623" fmla="*/ 5449221 h 6640493"/>
              <a:gd name="connsiteX624" fmla="*/ 5812776 w 6604001"/>
              <a:gd name="connsiteY624" fmla="*/ 5452989 h 6640493"/>
              <a:gd name="connsiteX625" fmla="*/ 5809008 w 6604001"/>
              <a:gd name="connsiteY625" fmla="*/ 5452989 h 6640493"/>
              <a:gd name="connsiteX626" fmla="*/ 5812776 w 6604001"/>
              <a:gd name="connsiteY626" fmla="*/ 5445453 h 6640493"/>
              <a:gd name="connsiteX627" fmla="*/ 5816543 w 6604001"/>
              <a:gd name="connsiteY627" fmla="*/ 5445453 h 6640493"/>
              <a:gd name="connsiteX628" fmla="*/ 5812776 w 6604001"/>
              <a:gd name="connsiteY628" fmla="*/ 5449221 h 6640493"/>
              <a:gd name="connsiteX629" fmla="*/ 5842001 w 6604001"/>
              <a:gd name="connsiteY629" fmla="*/ 5445106 h 6640493"/>
              <a:gd name="connsiteX630" fmla="*/ 5832510 w 6604001"/>
              <a:gd name="connsiteY630" fmla="*/ 5455875 h 6640493"/>
              <a:gd name="connsiteX631" fmla="*/ 5813895 w 6604001"/>
              <a:gd name="connsiteY631" fmla="*/ 5472661 h 6640493"/>
              <a:gd name="connsiteX632" fmla="*/ 5798020 w 6604001"/>
              <a:gd name="connsiteY632" fmla="*/ 5486976 h 6640493"/>
              <a:gd name="connsiteX633" fmla="*/ 5798020 w 6604001"/>
              <a:gd name="connsiteY633" fmla="*/ 5490746 h 6640493"/>
              <a:gd name="connsiteX634" fmla="*/ 5790494 w 6604001"/>
              <a:gd name="connsiteY634" fmla="*/ 5498287 h 6640493"/>
              <a:gd name="connsiteX635" fmla="*/ 5764373 w 6604001"/>
              <a:gd name="connsiteY635" fmla="*/ 5533183 h 6640493"/>
              <a:gd name="connsiteX636" fmla="*/ 5753919 w 6604001"/>
              <a:gd name="connsiteY636" fmla="*/ 5545044 h 6640493"/>
              <a:gd name="connsiteX637" fmla="*/ 5725469 w 6604001"/>
              <a:gd name="connsiteY637" fmla="*/ 5577324 h 6640493"/>
              <a:gd name="connsiteX638" fmla="*/ 5722118 w 6604001"/>
              <a:gd name="connsiteY638" fmla="*/ 5580766 h 6640493"/>
              <a:gd name="connsiteX639" fmla="*/ 5762252 w 6604001"/>
              <a:gd name="connsiteY639" fmla="*/ 5527860 h 6640493"/>
              <a:gd name="connsiteX640" fmla="*/ 5770136 w 6604001"/>
              <a:gd name="connsiteY640" fmla="*/ 5518639 h 6640493"/>
              <a:gd name="connsiteX641" fmla="*/ 5777922 w 6604001"/>
              <a:gd name="connsiteY641" fmla="*/ 5509797 h 6640493"/>
              <a:gd name="connsiteX642" fmla="*/ 5781676 w 6604001"/>
              <a:gd name="connsiteY642" fmla="*/ 5506027 h 6640493"/>
              <a:gd name="connsiteX643" fmla="*/ 5781676 w 6604001"/>
              <a:gd name="connsiteY643" fmla="*/ 5502256 h 6640493"/>
              <a:gd name="connsiteX644" fmla="*/ 5778097 w 6604001"/>
              <a:gd name="connsiteY644" fmla="*/ 5506974 h 6640493"/>
              <a:gd name="connsiteX645" fmla="*/ 5778097 w 6604001"/>
              <a:gd name="connsiteY645" fmla="*/ 5505549 h 6640493"/>
              <a:gd name="connsiteX646" fmla="*/ 5800651 w 6604001"/>
              <a:gd name="connsiteY646" fmla="*/ 5479105 h 6640493"/>
              <a:gd name="connsiteX647" fmla="*/ 5811928 w 6604001"/>
              <a:gd name="connsiteY647" fmla="*/ 5463995 h 6640493"/>
              <a:gd name="connsiteX648" fmla="*/ 5811928 w 6604001"/>
              <a:gd name="connsiteY648" fmla="*/ 5471550 h 6640493"/>
              <a:gd name="connsiteX649" fmla="*/ 5808169 w 6604001"/>
              <a:gd name="connsiteY649" fmla="*/ 5471550 h 6640493"/>
              <a:gd name="connsiteX650" fmla="*/ 5808169 w 6604001"/>
              <a:gd name="connsiteY650" fmla="*/ 5475328 h 6640493"/>
              <a:gd name="connsiteX651" fmla="*/ 5804410 w 6604001"/>
              <a:gd name="connsiteY651" fmla="*/ 5479105 h 6640493"/>
              <a:gd name="connsiteX652" fmla="*/ 5842001 w 6604001"/>
              <a:gd name="connsiteY652" fmla="*/ 5445106 h 6640493"/>
              <a:gd name="connsiteX653" fmla="*/ 5824015 w 6604001"/>
              <a:gd name="connsiteY653" fmla="*/ 5437981 h 6640493"/>
              <a:gd name="connsiteX654" fmla="*/ 5824015 w 6604001"/>
              <a:gd name="connsiteY654" fmla="*/ 5438167 h 6640493"/>
              <a:gd name="connsiteX655" fmla="*/ 5823824 w 6604001"/>
              <a:gd name="connsiteY655" fmla="*/ 5438172 h 6640493"/>
              <a:gd name="connsiteX656" fmla="*/ 4146238 w 6604001"/>
              <a:gd name="connsiteY656" fmla="*/ 5430818 h 6640493"/>
              <a:gd name="connsiteX657" fmla="*/ 4146238 w 6604001"/>
              <a:gd name="connsiteY657" fmla="*/ 5434589 h 6640493"/>
              <a:gd name="connsiteX658" fmla="*/ 4142472 w 6604001"/>
              <a:gd name="connsiteY658" fmla="*/ 5434589 h 6640493"/>
              <a:gd name="connsiteX659" fmla="*/ 4138706 w 6604001"/>
              <a:gd name="connsiteY659" fmla="*/ 5434589 h 6640493"/>
              <a:gd name="connsiteX660" fmla="*/ 4138706 w 6604001"/>
              <a:gd name="connsiteY660" fmla="*/ 5438359 h 6640493"/>
              <a:gd name="connsiteX661" fmla="*/ 4134940 w 6604001"/>
              <a:gd name="connsiteY661" fmla="*/ 5438359 h 6640493"/>
              <a:gd name="connsiteX662" fmla="*/ 3875088 w 6604001"/>
              <a:gd name="connsiteY662" fmla="*/ 6215043 h 6640493"/>
              <a:gd name="connsiteX663" fmla="*/ 3878854 w 6604001"/>
              <a:gd name="connsiteY663" fmla="*/ 6215043 h 6640493"/>
              <a:gd name="connsiteX664" fmla="*/ 3882620 w 6604001"/>
              <a:gd name="connsiteY664" fmla="*/ 6215043 h 6640493"/>
              <a:gd name="connsiteX665" fmla="*/ 4375962 w 6604001"/>
              <a:gd name="connsiteY665" fmla="*/ 5868174 h 6640493"/>
              <a:gd name="connsiteX666" fmla="*/ 4391026 w 6604001"/>
              <a:gd name="connsiteY666" fmla="*/ 5830471 h 6640493"/>
              <a:gd name="connsiteX667" fmla="*/ 4146238 w 6604001"/>
              <a:gd name="connsiteY667" fmla="*/ 5430818 h 6640493"/>
              <a:gd name="connsiteX668" fmla="*/ 4113002 w 6604001"/>
              <a:gd name="connsiteY668" fmla="*/ 5430818 h 6640493"/>
              <a:gd name="connsiteX669" fmla="*/ 3626062 w 6604001"/>
              <a:gd name="connsiteY669" fmla="*/ 5818867 h 6640493"/>
              <a:gd name="connsiteX670" fmla="*/ 3618513 w 6604001"/>
              <a:gd name="connsiteY670" fmla="*/ 5856542 h 6640493"/>
              <a:gd name="connsiteX671" fmla="*/ 3614738 w 6604001"/>
              <a:gd name="connsiteY671" fmla="*/ 5856542 h 6640493"/>
              <a:gd name="connsiteX672" fmla="*/ 3614738 w 6604001"/>
              <a:gd name="connsiteY672" fmla="*/ 5860309 h 6640493"/>
              <a:gd name="connsiteX673" fmla="*/ 3852546 w 6604001"/>
              <a:gd name="connsiteY673" fmla="*/ 6218218 h 6640493"/>
              <a:gd name="connsiteX674" fmla="*/ 3852546 w 6604001"/>
              <a:gd name="connsiteY674" fmla="*/ 6214451 h 6640493"/>
              <a:gd name="connsiteX675" fmla="*/ 3856320 w 6604001"/>
              <a:gd name="connsiteY675" fmla="*/ 6214451 h 6640493"/>
              <a:gd name="connsiteX676" fmla="*/ 3863870 w 6604001"/>
              <a:gd name="connsiteY676" fmla="*/ 6214451 h 6640493"/>
              <a:gd name="connsiteX677" fmla="*/ 4124326 w 6604001"/>
              <a:gd name="connsiteY677" fmla="*/ 5438353 h 6640493"/>
              <a:gd name="connsiteX678" fmla="*/ 4120551 w 6604001"/>
              <a:gd name="connsiteY678" fmla="*/ 5438353 h 6640493"/>
              <a:gd name="connsiteX679" fmla="*/ 4120551 w 6604001"/>
              <a:gd name="connsiteY679" fmla="*/ 5434586 h 6640493"/>
              <a:gd name="connsiteX680" fmla="*/ 4116777 w 6604001"/>
              <a:gd name="connsiteY680" fmla="*/ 5434586 h 6640493"/>
              <a:gd name="connsiteX681" fmla="*/ 4113002 w 6604001"/>
              <a:gd name="connsiteY681" fmla="*/ 5430818 h 6640493"/>
              <a:gd name="connsiteX682" fmla="*/ 4874026 w 6604001"/>
              <a:gd name="connsiteY682" fmla="*/ 5381606 h 6640493"/>
              <a:gd name="connsiteX683" fmla="*/ 4429319 w 6604001"/>
              <a:gd name="connsiteY683" fmla="*/ 5822851 h 6640493"/>
              <a:gd name="connsiteX684" fmla="*/ 4418013 w 6604001"/>
              <a:gd name="connsiteY684" fmla="*/ 5864335 h 6640493"/>
              <a:gd name="connsiteX685" fmla="*/ 4617754 w 6604001"/>
              <a:gd name="connsiteY685" fmla="*/ 6124556 h 6640493"/>
              <a:gd name="connsiteX686" fmla="*/ 4621523 w 6604001"/>
              <a:gd name="connsiteY686" fmla="*/ 6120785 h 6640493"/>
              <a:gd name="connsiteX687" fmla="*/ 4629060 w 6604001"/>
              <a:gd name="connsiteY687" fmla="*/ 6117014 h 6640493"/>
              <a:gd name="connsiteX688" fmla="*/ 4881563 w 6604001"/>
              <a:gd name="connsiteY688" fmla="*/ 5385378 h 6640493"/>
              <a:gd name="connsiteX689" fmla="*/ 4877794 w 6604001"/>
              <a:gd name="connsiteY689" fmla="*/ 5385378 h 6640493"/>
              <a:gd name="connsiteX690" fmla="*/ 4874026 w 6604001"/>
              <a:gd name="connsiteY690" fmla="*/ 5381606 h 6640493"/>
              <a:gd name="connsiteX691" fmla="*/ 4900639 w 6604001"/>
              <a:gd name="connsiteY691" fmla="*/ 5378431 h 6640493"/>
              <a:gd name="connsiteX692" fmla="*/ 4896865 w 6604001"/>
              <a:gd name="connsiteY692" fmla="*/ 5382198 h 6640493"/>
              <a:gd name="connsiteX693" fmla="*/ 4893092 w 6604001"/>
              <a:gd name="connsiteY693" fmla="*/ 5385964 h 6640493"/>
              <a:gd name="connsiteX694" fmla="*/ 4640263 w 6604001"/>
              <a:gd name="connsiteY694" fmla="*/ 6116618 h 6640493"/>
              <a:gd name="connsiteX695" fmla="*/ 4644037 w 6604001"/>
              <a:gd name="connsiteY695" fmla="*/ 6116618 h 6640493"/>
              <a:gd name="connsiteX696" fmla="*/ 4647810 w 6604001"/>
              <a:gd name="connsiteY696" fmla="*/ 6116618 h 6640493"/>
              <a:gd name="connsiteX697" fmla="*/ 5089317 w 6604001"/>
              <a:gd name="connsiteY697" fmla="*/ 5717395 h 6640493"/>
              <a:gd name="connsiteX698" fmla="*/ 5089317 w 6604001"/>
              <a:gd name="connsiteY698" fmla="*/ 5713628 h 6640493"/>
              <a:gd name="connsiteX699" fmla="*/ 5100638 w 6604001"/>
              <a:gd name="connsiteY699" fmla="*/ 5679732 h 6640493"/>
              <a:gd name="connsiteX700" fmla="*/ 4904413 w 6604001"/>
              <a:gd name="connsiteY700" fmla="*/ 5378431 h 6640493"/>
              <a:gd name="connsiteX701" fmla="*/ 4900639 w 6604001"/>
              <a:gd name="connsiteY701" fmla="*/ 5378431 h 6640493"/>
              <a:gd name="connsiteX702" fmla="*/ 5878624 w 6604001"/>
              <a:gd name="connsiteY702" fmla="*/ 5366881 h 6640493"/>
              <a:gd name="connsiteX703" fmla="*/ 5843166 w 6604001"/>
              <a:gd name="connsiteY703" fmla="*/ 5415934 h 6640493"/>
              <a:gd name="connsiteX704" fmla="*/ 5842918 w 6604001"/>
              <a:gd name="connsiteY704" fmla="*/ 5415934 h 6640493"/>
              <a:gd name="connsiteX705" fmla="*/ 5842918 w 6604001"/>
              <a:gd name="connsiteY705" fmla="*/ 5415308 h 6640493"/>
              <a:gd name="connsiteX706" fmla="*/ 3313215 w 6604001"/>
              <a:gd name="connsiteY706" fmla="*/ 5351443 h 6640493"/>
              <a:gd name="connsiteX707" fmla="*/ 3060700 w 6604001"/>
              <a:gd name="connsiteY707" fmla="*/ 6123962 h 6640493"/>
              <a:gd name="connsiteX708" fmla="*/ 3064469 w 6604001"/>
              <a:gd name="connsiteY708" fmla="*/ 6123962 h 6640493"/>
              <a:gd name="connsiteX709" fmla="*/ 3068238 w 6604001"/>
              <a:gd name="connsiteY709" fmla="*/ 6123962 h 6640493"/>
              <a:gd name="connsiteX710" fmla="*/ 3072007 w 6604001"/>
              <a:gd name="connsiteY710" fmla="*/ 6127730 h 6640493"/>
              <a:gd name="connsiteX711" fmla="*/ 3573268 w 6604001"/>
              <a:gd name="connsiteY711" fmla="*/ 5856407 h 6640493"/>
              <a:gd name="connsiteX712" fmla="*/ 3580806 w 6604001"/>
              <a:gd name="connsiteY712" fmla="*/ 5822491 h 6640493"/>
              <a:gd name="connsiteX713" fmla="*/ 3580806 w 6604001"/>
              <a:gd name="connsiteY713" fmla="*/ 5818723 h 6640493"/>
              <a:gd name="connsiteX714" fmla="*/ 3584575 w 6604001"/>
              <a:gd name="connsiteY714" fmla="*/ 5818723 h 6640493"/>
              <a:gd name="connsiteX715" fmla="*/ 3324522 w 6604001"/>
              <a:gd name="connsiteY715" fmla="*/ 5351443 h 6640493"/>
              <a:gd name="connsiteX716" fmla="*/ 3320753 w 6604001"/>
              <a:gd name="connsiteY716" fmla="*/ 5351443 h 6640493"/>
              <a:gd name="connsiteX717" fmla="*/ 3316984 w 6604001"/>
              <a:gd name="connsiteY717" fmla="*/ 5351443 h 6640493"/>
              <a:gd name="connsiteX718" fmla="*/ 3313215 w 6604001"/>
              <a:gd name="connsiteY718" fmla="*/ 5351443 h 6640493"/>
              <a:gd name="connsiteX719" fmla="*/ 3290695 w 6604001"/>
              <a:gd name="connsiteY719" fmla="*/ 5343506 h 6640493"/>
              <a:gd name="connsiteX720" fmla="*/ 2823363 w 6604001"/>
              <a:gd name="connsiteY720" fmla="*/ 5656681 h 6640493"/>
              <a:gd name="connsiteX721" fmla="*/ 2808288 w 6604001"/>
              <a:gd name="connsiteY721" fmla="*/ 5694413 h 6640493"/>
              <a:gd name="connsiteX722" fmla="*/ 3038185 w 6604001"/>
              <a:gd name="connsiteY722" fmla="*/ 6124556 h 6640493"/>
              <a:gd name="connsiteX723" fmla="*/ 3041954 w 6604001"/>
              <a:gd name="connsiteY723" fmla="*/ 6120783 h 6640493"/>
              <a:gd name="connsiteX724" fmla="*/ 3053260 w 6604001"/>
              <a:gd name="connsiteY724" fmla="*/ 6120783 h 6640493"/>
              <a:gd name="connsiteX725" fmla="*/ 3302001 w 6604001"/>
              <a:gd name="connsiteY725" fmla="*/ 5351053 h 6640493"/>
              <a:gd name="connsiteX726" fmla="*/ 3298232 w 6604001"/>
              <a:gd name="connsiteY726" fmla="*/ 5351053 h 6640493"/>
              <a:gd name="connsiteX727" fmla="*/ 3294463 w 6604001"/>
              <a:gd name="connsiteY727" fmla="*/ 5347279 h 6640493"/>
              <a:gd name="connsiteX728" fmla="*/ 3290695 w 6604001"/>
              <a:gd name="connsiteY728" fmla="*/ 5343506 h 6640493"/>
              <a:gd name="connsiteX729" fmla="*/ 5934254 w 6604001"/>
              <a:gd name="connsiteY729" fmla="*/ 5289103 h 6640493"/>
              <a:gd name="connsiteX730" fmla="*/ 5925985 w 6604001"/>
              <a:gd name="connsiteY730" fmla="*/ 5301263 h 6640493"/>
              <a:gd name="connsiteX731" fmla="*/ 5888006 w 6604001"/>
              <a:gd name="connsiteY731" fmla="*/ 5354157 h 6640493"/>
              <a:gd name="connsiteX732" fmla="*/ 5878624 w 6604001"/>
              <a:gd name="connsiteY732" fmla="*/ 5366881 h 6640493"/>
              <a:gd name="connsiteX733" fmla="*/ 5896890 w 6604001"/>
              <a:gd name="connsiteY733" fmla="*/ 5341612 h 6640493"/>
              <a:gd name="connsiteX734" fmla="*/ 654036 w 6604001"/>
              <a:gd name="connsiteY734" fmla="*/ 5278159 h 6640493"/>
              <a:gd name="connsiteX735" fmla="*/ 670099 w 6604001"/>
              <a:gd name="connsiteY735" fmla="*/ 5297063 h 6640493"/>
              <a:gd name="connsiteX736" fmla="*/ 810404 w 6604001"/>
              <a:gd name="connsiteY736" fmla="*/ 5454481 h 6640493"/>
              <a:gd name="connsiteX737" fmla="*/ 832553 w 6604001"/>
              <a:gd name="connsiteY737" fmla="*/ 5479052 h 6640493"/>
              <a:gd name="connsiteX738" fmla="*/ 827089 w 6604001"/>
              <a:gd name="connsiteY738" fmla="*/ 5473704 h 6640493"/>
              <a:gd name="connsiteX739" fmla="*/ 664229 w 6604001"/>
              <a:gd name="connsiteY739" fmla="*/ 5291395 h 6640493"/>
              <a:gd name="connsiteX740" fmla="*/ 822964 w 6604001"/>
              <a:gd name="connsiteY740" fmla="*/ 5267128 h 6640493"/>
              <a:gd name="connsiteX741" fmla="*/ 866391 w 6604001"/>
              <a:gd name="connsiteY741" fmla="*/ 5297475 h 6640493"/>
              <a:gd name="connsiteX742" fmla="*/ 1045952 w 6604001"/>
              <a:gd name="connsiteY742" fmla="*/ 5405718 h 6640493"/>
              <a:gd name="connsiteX743" fmla="*/ 1067019 w 6604001"/>
              <a:gd name="connsiteY743" fmla="*/ 5420962 h 6640493"/>
              <a:gd name="connsiteX744" fmla="*/ 1059795 w 6604001"/>
              <a:gd name="connsiteY744" fmla="*/ 5417569 h 6640493"/>
              <a:gd name="connsiteX745" fmla="*/ 834976 w 6604001"/>
              <a:gd name="connsiteY745" fmla="*/ 5276340 h 6640493"/>
              <a:gd name="connsiteX746" fmla="*/ 585986 w 6604001"/>
              <a:gd name="connsiteY746" fmla="*/ 5209332 h 6640493"/>
              <a:gd name="connsiteX747" fmla="*/ 586335 w 6604001"/>
              <a:gd name="connsiteY747" fmla="*/ 5209849 h 6640493"/>
              <a:gd name="connsiteX748" fmla="*/ 611188 w 6604001"/>
              <a:gd name="connsiteY748" fmla="*/ 5246668 h 6640493"/>
              <a:gd name="connsiteX749" fmla="*/ 608259 w 6604001"/>
              <a:gd name="connsiteY749" fmla="*/ 5241613 h 6640493"/>
              <a:gd name="connsiteX750" fmla="*/ 614959 w 6604001"/>
              <a:gd name="connsiteY750" fmla="*/ 5252776 h 6640493"/>
              <a:gd name="connsiteX751" fmla="*/ 587446 w 6604001"/>
              <a:gd name="connsiteY751" fmla="*/ 5205702 h 6640493"/>
              <a:gd name="connsiteX752" fmla="*/ 608259 w 6604001"/>
              <a:gd name="connsiteY752" fmla="*/ 5241613 h 6640493"/>
              <a:gd name="connsiteX753" fmla="*/ 590923 w 6604001"/>
              <a:gd name="connsiteY753" fmla="*/ 5212730 h 6640493"/>
              <a:gd name="connsiteX754" fmla="*/ 5515365 w 6604001"/>
              <a:gd name="connsiteY754" fmla="*/ 5200631 h 6640493"/>
              <a:gd name="connsiteX755" fmla="*/ 5134185 w 6604001"/>
              <a:gd name="connsiteY755" fmla="*/ 5667867 h 6640493"/>
              <a:gd name="connsiteX756" fmla="*/ 5122863 w 6604001"/>
              <a:gd name="connsiteY756" fmla="*/ 5701779 h 6640493"/>
              <a:gd name="connsiteX757" fmla="*/ 5281373 w 6604001"/>
              <a:gd name="connsiteY757" fmla="*/ 5856268 h 6640493"/>
              <a:gd name="connsiteX758" fmla="*/ 5285147 w 6604001"/>
              <a:gd name="connsiteY758" fmla="*/ 5856268 h 6640493"/>
              <a:gd name="connsiteX759" fmla="*/ 5285147 w 6604001"/>
              <a:gd name="connsiteY759" fmla="*/ 5852500 h 6640493"/>
              <a:gd name="connsiteX760" fmla="*/ 5288921 w 6604001"/>
              <a:gd name="connsiteY760" fmla="*/ 5848732 h 6640493"/>
              <a:gd name="connsiteX761" fmla="*/ 5522913 w 6604001"/>
              <a:gd name="connsiteY761" fmla="*/ 5204399 h 6640493"/>
              <a:gd name="connsiteX762" fmla="*/ 5519139 w 6604001"/>
              <a:gd name="connsiteY762" fmla="*/ 5204399 h 6640493"/>
              <a:gd name="connsiteX763" fmla="*/ 5515365 w 6604001"/>
              <a:gd name="connsiteY763" fmla="*/ 5204399 h 6640493"/>
              <a:gd name="connsiteX764" fmla="*/ 5515365 w 6604001"/>
              <a:gd name="connsiteY764" fmla="*/ 5200631 h 6640493"/>
              <a:gd name="connsiteX765" fmla="*/ 572363 w 6604001"/>
              <a:gd name="connsiteY765" fmla="*/ 5176273 h 6640493"/>
              <a:gd name="connsiteX766" fmla="*/ 573403 w 6604001"/>
              <a:gd name="connsiteY766" fmla="*/ 5177313 h 6640493"/>
              <a:gd name="connsiteX767" fmla="*/ 587446 w 6604001"/>
              <a:gd name="connsiteY767" fmla="*/ 5205702 h 6640493"/>
              <a:gd name="connsiteX768" fmla="*/ 587153 w 6604001"/>
              <a:gd name="connsiteY768" fmla="*/ 5205195 h 6640493"/>
              <a:gd name="connsiteX769" fmla="*/ 569715 w 6604001"/>
              <a:gd name="connsiteY769" fmla="*/ 5171095 h 6640493"/>
              <a:gd name="connsiteX770" fmla="*/ 572363 w 6604001"/>
              <a:gd name="connsiteY770" fmla="*/ 5176273 h 6640493"/>
              <a:gd name="connsiteX771" fmla="*/ 570657 w 6604001"/>
              <a:gd name="connsiteY771" fmla="*/ 5174568 h 6640493"/>
              <a:gd name="connsiteX772" fmla="*/ 569715 w 6604001"/>
              <a:gd name="connsiteY772" fmla="*/ 5173626 h 6640493"/>
              <a:gd name="connsiteX773" fmla="*/ 570119 w 6604001"/>
              <a:gd name="connsiteY773" fmla="*/ 5170674 h 6640493"/>
              <a:gd name="connsiteX774" fmla="*/ 573681 w 6604001"/>
              <a:gd name="connsiteY774" fmla="*/ 5174234 h 6640493"/>
              <a:gd name="connsiteX775" fmla="*/ 577449 w 6604001"/>
              <a:gd name="connsiteY775" fmla="*/ 5178000 h 6640493"/>
              <a:gd name="connsiteX776" fmla="*/ 625476 w 6604001"/>
              <a:gd name="connsiteY776" fmla="*/ 5241075 h 6640493"/>
              <a:gd name="connsiteX777" fmla="*/ 654036 w 6604001"/>
              <a:gd name="connsiteY777" fmla="*/ 5278159 h 6640493"/>
              <a:gd name="connsiteX778" fmla="*/ 644127 w 6604001"/>
              <a:gd name="connsiteY778" fmla="*/ 5266498 h 6640493"/>
              <a:gd name="connsiteX779" fmla="*/ 577255 w 6604001"/>
              <a:gd name="connsiteY779" fmla="*/ 5181164 h 6640493"/>
              <a:gd name="connsiteX780" fmla="*/ 573403 w 6604001"/>
              <a:gd name="connsiteY780" fmla="*/ 5177313 h 6640493"/>
              <a:gd name="connsiteX781" fmla="*/ 569913 w 6604001"/>
              <a:gd name="connsiteY781" fmla="*/ 5170468 h 6640493"/>
              <a:gd name="connsiteX782" fmla="*/ 570078 w 6604001"/>
              <a:gd name="connsiteY782" fmla="*/ 5170591 h 6640493"/>
              <a:gd name="connsiteX783" fmla="*/ 570119 w 6604001"/>
              <a:gd name="connsiteY783" fmla="*/ 5170674 h 6640493"/>
              <a:gd name="connsiteX784" fmla="*/ 2525542 w 6604001"/>
              <a:gd name="connsiteY784" fmla="*/ 5143481 h 6640493"/>
              <a:gd name="connsiteX785" fmla="*/ 2525542 w 6604001"/>
              <a:gd name="connsiteY785" fmla="*/ 5147252 h 6640493"/>
              <a:gd name="connsiteX786" fmla="*/ 2521781 w 6604001"/>
              <a:gd name="connsiteY786" fmla="*/ 5147252 h 6640493"/>
              <a:gd name="connsiteX787" fmla="*/ 2518019 w 6604001"/>
              <a:gd name="connsiteY787" fmla="*/ 5147252 h 6640493"/>
              <a:gd name="connsiteX788" fmla="*/ 2292350 w 6604001"/>
              <a:gd name="connsiteY788" fmla="*/ 5859841 h 6640493"/>
              <a:gd name="connsiteX789" fmla="*/ 2296111 w 6604001"/>
              <a:gd name="connsiteY789" fmla="*/ 5863611 h 6640493"/>
              <a:gd name="connsiteX790" fmla="*/ 2299873 w 6604001"/>
              <a:gd name="connsiteY790" fmla="*/ 5863611 h 6640493"/>
              <a:gd name="connsiteX791" fmla="*/ 2299873 w 6604001"/>
              <a:gd name="connsiteY791" fmla="*/ 5867381 h 6640493"/>
              <a:gd name="connsiteX792" fmla="*/ 2303634 w 6604001"/>
              <a:gd name="connsiteY792" fmla="*/ 5867381 h 6640493"/>
              <a:gd name="connsiteX793" fmla="*/ 2770017 w 6604001"/>
              <a:gd name="connsiteY793" fmla="*/ 5686406 h 6640493"/>
              <a:gd name="connsiteX794" fmla="*/ 2781300 w 6604001"/>
              <a:gd name="connsiteY794" fmla="*/ 5648703 h 6640493"/>
              <a:gd name="connsiteX795" fmla="*/ 2529303 w 6604001"/>
              <a:gd name="connsiteY795" fmla="*/ 5143481 h 6640493"/>
              <a:gd name="connsiteX796" fmla="*/ 2525542 w 6604001"/>
              <a:gd name="connsiteY796" fmla="*/ 5143481 h 6640493"/>
              <a:gd name="connsiteX797" fmla="*/ 2498542 w 6604001"/>
              <a:gd name="connsiteY797" fmla="*/ 5137131 h 6640493"/>
              <a:gd name="connsiteX798" fmla="*/ 2065521 w 6604001"/>
              <a:gd name="connsiteY798" fmla="*/ 5359273 h 6640493"/>
              <a:gd name="connsiteX799" fmla="*/ 2065521 w 6604001"/>
              <a:gd name="connsiteY799" fmla="*/ 5363038 h 6640493"/>
              <a:gd name="connsiteX800" fmla="*/ 2069287 w 6604001"/>
              <a:gd name="connsiteY800" fmla="*/ 5363038 h 6640493"/>
              <a:gd name="connsiteX801" fmla="*/ 2054225 w 6604001"/>
              <a:gd name="connsiteY801" fmla="*/ 5393159 h 6640493"/>
              <a:gd name="connsiteX802" fmla="*/ 2272618 w 6604001"/>
              <a:gd name="connsiteY802" fmla="*/ 5856268 h 6640493"/>
              <a:gd name="connsiteX803" fmla="*/ 2276384 w 6604001"/>
              <a:gd name="connsiteY803" fmla="*/ 5856268 h 6640493"/>
              <a:gd name="connsiteX804" fmla="*/ 2283914 w 6604001"/>
              <a:gd name="connsiteY804" fmla="*/ 5856268 h 6640493"/>
              <a:gd name="connsiteX805" fmla="*/ 2509838 w 6604001"/>
              <a:gd name="connsiteY805" fmla="*/ 5144661 h 6640493"/>
              <a:gd name="connsiteX806" fmla="*/ 2506073 w 6604001"/>
              <a:gd name="connsiteY806" fmla="*/ 5144661 h 6640493"/>
              <a:gd name="connsiteX807" fmla="*/ 2502307 w 6604001"/>
              <a:gd name="connsiteY807" fmla="*/ 5140896 h 6640493"/>
              <a:gd name="connsiteX808" fmla="*/ 2498542 w 6604001"/>
              <a:gd name="connsiteY808" fmla="*/ 5137131 h 6640493"/>
              <a:gd name="connsiteX809" fmla="*/ 6035542 w 6604001"/>
              <a:gd name="connsiteY809" fmla="*/ 5135852 h 6640493"/>
              <a:gd name="connsiteX810" fmla="*/ 6027237 w 6604001"/>
              <a:gd name="connsiteY810" fmla="*/ 5149519 h 6640493"/>
              <a:gd name="connsiteX811" fmla="*/ 5938989 w 6604001"/>
              <a:gd name="connsiteY811" fmla="*/ 5282450 h 6640493"/>
              <a:gd name="connsiteX812" fmla="*/ 5934254 w 6604001"/>
              <a:gd name="connsiteY812" fmla="*/ 5289103 h 6640493"/>
              <a:gd name="connsiteX813" fmla="*/ 5990331 w 6604001"/>
              <a:gd name="connsiteY813" fmla="*/ 5206647 h 6640493"/>
              <a:gd name="connsiteX814" fmla="*/ 6021555 w 6604001"/>
              <a:gd name="connsiteY814" fmla="*/ 5158125 h 6640493"/>
              <a:gd name="connsiteX815" fmla="*/ 500343 w 6604001"/>
              <a:gd name="connsiteY815" fmla="*/ 5078766 h 6640493"/>
              <a:gd name="connsiteX816" fmla="*/ 542127 w 6604001"/>
              <a:gd name="connsiteY816" fmla="*/ 5134478 h 6640493"/>
              <a:gd name="connsiteX817" fmla="*/ 516962 w 6604001"/>
              <a:gd name="connsiteY817" fmla="*/ 5105397 h 6640493"/>
              <a:gd name="connsiteX818" fmla="*/ 507625 w 6604001"/>
              <a:gd name="connsiteY818" fmla="*/ 5091411 h 6640493"/>
              <a:gd name="connsiteX819" fmla="*/ 491737 w 6604001"/>
              <a:gd name="connsiteY819" fmla="*/ 5067610 h 6640493"/>
              <a:gd name="connsiteX820" fmla="*/ 507625 w 6604001"/>
              <a:gd name="connsiteY820" fmla="*/ 5091411 h 6640493"/>
              <a:gd name="connsiteX821" fmla="*/ 509390 w 6604001"/>
              <a:gd name="connsiteY821" fmla="*/ 5094475 h 6640493"/>
              <a:gd name="connsiteX822" fmla="*/ 580113 w 6604001"/>
              <a:gd name="connsiteY822" fmla="*/ 5200525 h 6640493"/>
              <a:gd name="connsiteX823" fmla="*/ 585986 w 6604001"/>
              <a:gd name="connsiteY823" fmla="*/ 5209332 h 6640493"/>
              <a:gd name="connsiteX824" fmla="*/ 568242 w 6604001"/>
              <a:gd name="connsiteY824" fmla="*/ 5183044 h 6640493"/>
              <a:gd name="connsiteX825" fmla="*/ 509390 w 6604001"/>
              <a:gd name="connsiteY825" fmla="*/ 5095856 h 6640493"/>
              <a:gd name="connsiteX826" fmla="*/ 501437 w 6604001"/>
              <a:gd name="connsiteY826" fmla="*/ 5083131 h 6640493"/>
              <a:gd name="connsiteX827" fmla="*/ 949570 w 6604001"/>
              <a:gd name="connsiteY827" fmla="*/ 5042621 h 6640493"/>
              <a:gd name="connsiteX828" fmla="*/ 1010841 w 6604001"/>
              <a:gd name="connsiteY828" fmla="*/ 5109551 h 6640493"/>
              <a:gd name="connsiteX829" fmla="*/ 1131491 w 6604001"/>
              <a:gd name="connsiteY829" fmla="*/ 5433692 h 6640493"/>
              <a:gd name="connsiteX830" fmla="*/ 1395413 w 6604001"/>
              <a:gd name="connsiteY830" fmla="*/ 5516612 h 6640493"/>
              <a:gd name="connsiteX831" fmla="*/ 1394643 w 6604001"/>
              <a:gd name="connsiteY831" fmla="*/ 5518152 h 6640493"/>
              <a:gd name="connsiteX832" fmla="*/ 1394421 w 6604001"/>
              <a:gd name="connsiteY832" fmla="*/ 5518131 h 6640493"/>
              <a:gd name="connsiteX833" fmla="*/ 1391290 w 6604001"/>
              <a:gd name="connsiteY833" fmla="*/ 5524063 h 6640493"/>
              <a:gd name="connsiteX834" fmla="*/ 1331672 w 6604001"/>
              <a:gd name="connsiteY834" fmla="*/ 5509309 h 6640493"/>
              <a:gd name="connsiteX835" fmla="*/ 1150343 w 6604001"/>
              <a:gd name="connsiteY835" fmla="*/ 5456306 h 6640493"/>
              <a:gd name="connsiteX836" fmla="*/ 1233290 w 6604001"/>
              <a:gd name="connsiteY836" fmla="*/ 5693758 h 6640493"/>
              <a:gd name="connsiteX837" fmla="*/ 1229519 w 6604001"/>
              <a:gd name="connsiteY837" fmla="*/ 5697527 h 6640493"/>
              <a:gd name="connsiteX838" fmla="*/ 1131491 w 6604001"/>
              <a:gd name="connsiteY838" fmla="*/ 5467614 h 6640493"/>
              <a:gd name="connsiteX839" fmla="*/ 1067019 w 6604001"/>
              <a:gd name="connsiteY839" fmla="*/ 5420962 h 6640493"/>
              <a:gd name="connsiteX840" fmla="*/ 1111665 w 6604001"/>
              <a:gd name="connsiteY840" fmla="*/ 5441931 h 6640493"/>
              <a:gd name="connsiteX841" fmla="*/ 1119188 w 6604001"/>
              <a:gd name="connsiteY841" fmla="*/ 5430626 h 6640493"/>
              <a:gd name="connsiteX842" fmla="*/ 998814 w 6604001"/>
              <a:gd name="connsiteY842" fmla="*/ 5099002 h 6640493"/>
              <a:gd name="connsiteX843" fmla="*/ 946151 w 6604001"/>
              <a:gd name="connsiteY843" fmla="*/ 5038706 h 6640493"/>
              <a:gd name="connsiteX844" fmla="*/ 949570 w 6604001"/>
              <a:gd name="connsiteY844" fmla="*/ 5042621 h 6640493"/>
              <a:gd name="connsiteX845" fmla="*/ 946083 w 6604001"/>
              <a:gd name="connsiteY845" fmla="*/ 5038812 h 6640493"/>
              <a:gd name="connsiteX846" fmla="*/ 448489 w 6604001"/>
              <a:gd name="connsiteY846" fmla="*/ 4979674 h 6640493"/>
              <a:gd name="connsiteX847" fmla="*/ 471731 w 6604001"/>
              <a:gd name="connsiteY847" fmla="*/ 5016938 h 6640493"/>
              <a:gd name="connsiteX848" fmla="*/ 506410 w 6604001"/>
              <a:gd name="connsiteY848" fmla="*/ 5071651 h 6640493"/>
              <a:gd name="connsiteX849" fmla="*/ 547264 w 6604001"/>
              <a:gd name="connsiteY849" fmla="*/ 5135957 h 6640493"/>
              <a:gd name="connsiteX850" fmla="*/ 546508 w 6604001"/>
              <a:gd name="connsiteY850" fmla="*/ 5135957 h 6640493"/>
              <a:gd name="connsiteX851" fmla="*/ 479969 w 6604001"/>
              <a:gd name="connsiteY851" fmla="*/ 5031906 h 6640493"/>
              <a:gd name="connsiteX852" fmla="*/ 438241 w 6604001"/>
              <a:gd name="connsiteY852" fmla="*/ 4962670 h 6640493"/>
              <a:gd name="connsiteX853" fmla="*/ 448489 w 6604001"/>
              <a:gd name="connsiteY853" fmla="*/ 4979674 h 6640493"/>
              <a:gd name="connsiteX854" fmla="*/ 443829 w 6604001"/>
              <a:gd name="connsiteY854" fmla="*/ 4972201 h 6640493"/>
              <a:gd name="connsiteX855" fmla="*/ 429496 w 6604001"/>
              <a:gd name="connsiteY855" fmla="*/ 4947754 h 6640493"/>
              <a:gd name="connsiteX856" fmla="*/ 438241 w 6604001"/>
              <a:gd name="connsiteY856" fmla="*/ 4962670 h 6640493"/>
              <a:gd name="connsiteX857" fmla="*/ 432139 w 6604001"/>
              <a:gd name="connsiteY857" fmla="*/ 4952545 h 6640493"/>
              <a:gd name="connsiteX858" fmla="*/ 1237061 w 6604001"/>
              <a:gd name="connsiteY858" fmla="*/ 4944461 h 6640493"/>
              <a:gd name="connsiteX859" fmla="*/ 1282832 w 6604001"/>
              <a:gd name="connsiteY859" fmla="*/ 4947162 h 6640493"/>
              <a:gd name="connsiteX860" fmla="*/ 1327459 w 6604001"/>
              <a:gd name="connsiteY860" fmla="*/ 4957428 h 6640493"/>
              <a:gd name="connsiteX861" fmla="*/ 1296571 w 6604001"/>
              <a:gd name="connsiteY861" fmla="*/ 4960289 h 6640493"/>
              <a:gd name="connsiteX862" fmla="*/ 1109180 w 6604001"/>
              <a:gd name="connsiteY862" fmla="*/ 4959074 h 6640493"/>
              <a:gd name="connsiteX863" fmla="*/ 1084969 w 6604001"/>
              <a:gd name="connsiteY863" fmla="*/ 4955841 h 6640493"/>
              <a:gd name="connsiteX864" fmla="*/ 1098249 w 6604001"/>
              <a:gd name="connsiteY864" fmla="*/ 4955524 h 6640493"/>
              <a:gd name="connsiteX865" fmla="*/ 1237061 w 6604001"/>
              <a:gd name="connsiteY865" fmla="*/ 4944461 h 6640493"/>
              <a:gd name="connsiteX866" fmla="*/ 479112 w 6604001"/>
              <a:gd name="connsiteY866" fmla="*/ 4914638 h 6640493"/>
              <a:gd name="connsiteX867" fmla="*/ 487911 w 6604001"/>
              <a:gd name="connsiteY867" fmla="*/ 4932147 h 6640493"/>
              <a:gd name="connsiteX868" fmla="*/ 501325 w 6604001"/>
              <a:gd name="connsiteY868" fmla="*/ 4974649 h 6640493"/>
              <a:gd name="connsiteX869" fmla="*/ 522414 w 6604001"/>
              <a:gd name="connsiteY869" fmla="*/ 5054989 h 6640493"/>
              <a:gd name="connsiteX870" fmla="*/ 518084 w 6604001"/>
              <a:gd name="connsiteY870" fmla="*/ 5043608 h 6640493"/>
              <a:gd name="connsiteX871" fmla="*/ 488616 w 6604001"/>
              <a:gd name="connsiteY871" fmla="*/ 4948029 h 6640493"/>
              <a:gd name="connsiteX872" fmla="*/ 4632926 w 6604001"/>
              <a:gd name="connsiteY872" fmla="*/ 4906943 h 6640493"/>
              <a:gd name="connsiteX873" fmla="*/ 4610323 w 6604001"/>
              <a:gd name="connsiteY873" fmla="*/ 4910713 h 6640493"/>
              <a:gd name="connsiteX874" fmla="*/ 4165790 w 6604001"/>
              <a:gd name="connsiteY874" fmla="*/ 5385669 h 6640493"/>
              <a:gd name="connsiteX875" fmla="*/ 4165790 w 6604001"/>
              <a:gd name="connsiteY875" fmla="*/ 5389438 h 6640493"/>
              <a:gd name="connsiteX876" fmla="*/ 4165790 w 6604001"/>
              <a:gd name="connsiteY876" fmla="*/ 5393208 h 6640493"/>
              <a:gd name="connsiteX877" fmla="*/ 4165790 w 6604001"/>
              <a:gd name="connsiteY877" fmla="*/ 5396977 h 6640493"/>
              <a:gd name="connsiteX878" fmla="*/ 4165790 w 6604001"/>
              <a:gd name="connsiteY878" fmla="*/ 5404516 h 6640493"/>
              <a:gd name="connsiteX879" fmla="*/ 4162022 w 6604001"/>
              <a:gd name="connsiteY879" fmla="*/ 5408286 h 6640493"/>
              <a:gd name="connsiteX880" fmla="*/ 4162022 w 6604001"/>
              <a:gd name="connsiteY880" fmla="*/ 5412055 h 6640493"/>
              <a:gd name="connsiteX881" fmla="*/ 4162022 w 6604001"/>
              <a:gd name="connsiteY881" fmla="*/ 5415825 h 6640493"/>
              <a:gd name="connsiteX882" fmla="*/ 4158255 w 6604001"/>
              <a:gd name="connsiteY882" fmla="*/ 5415825 h 6640493"/>
              <a:gd name="connsiteX883" fmla="*/ 4158255 w 6604001"/>
              <a:gd name="connsiteY883" fmla="*/ 5419594 h 6640493"/>
              <a:gd name="connsiteX884" fmla="*/ 4158255 w 6604001"/>
              <a:gd name="connsiteY884" fmla="*/ 5423364 h 6640493"/>
              <a:gd name="connsiteX885" fmla="*/ 4154488 w 6604001"/>
              <a:gd name="connsiteY885" fmla="*/ 5423364 h 6640493"/>
              <a:gd name="connsiteX886" fmla="*/ 4399358 w 6604001"/>
              <a:gd name="connsiteY886" fmla="*/ 5822930 h 6640493"/>
              <a:gd name="connsiteX887" fmla="*/ 4421961 w 6604001"/>
              <a:gd name="connsiteY887" fmla="*/ 5819161 h 6640493"/>
              <a:gd name="connsiteX888" fmla="*/ 4870261 w 6604001"/>
              <a:gd name="connsiteY888" fmla="*/ 5374360 h 6640493"/>
              <a:gd name="connsiteX889" fmla="*/ 4870261 w 6604001"/>
              <a:gd name="connsiteY889" fmla="*/ 5370591 h 6640493"/>
              <a:gd name="connsiteX890" fmla="*/ 4870261 w 6604001"/>
              <a:gd name="connsiteY890" fmla="*/ 5366821 h 6640493"/>
              <a:gd name="connsiteX891" fmla="*/ 4870261 w 6604001"/>
              <a:gd name="connsiteY891" fmla="*/ 5363052 h 6640493"/>
              <a:gd name="connsiteX892" fmla="*/ 4870261 w 6604001"/>
              <a:gd name="connsiteY892" fmla="*/ 5359282 h 6640493"/>
              <a:gd name="connsiteX893" fmla="*/ 4870261 w 6604001"/>
              <a:gd name="connsiteY893" fmla="*/ 5351744 h 6640493"/>
              <a:gd name="connsiteX894" fmla="*/ 4874029 w 6604001"/>
              <a:gd name="connsiteY894" fmla="*/ 5351744 h 6640493"/>
              <a:gd name="connsiteX895" fmla="*/ 4874029 w 6604001"/>
              <a:gd name="connsiteY895" fmla="*/ 5347974 h 6640493"/>
              <a:gd name="connsiteX896" fmla="*/ 4874029 w 6604001"/>
              <a:gd name="connsiteY896" fmla="*/ 5344205 h 6640493"/>
              <a:gd name="connsiteX897" fmla="*/ 4877796 w 6604001"/>
              <a:gd name="connsiteY897" fmla="*/ 5340435 h 6640493"/>
              <a:gd name="connsiteX898" fmla="*/ 4881563 w 6604001"/>
              <a:gd name="connsiteY898" fmla="*/ 5336666 h 6640493"/>
              <a:gd name="connsiteX899" fmla="*/ 4632926 w 6604001"/>
              <a:gd name="connsiteY899" fmla="*/ 4906943 h 6640493"/>
              <a:gd name="connsiteX900" fmla="*/ 6176850 w 6604001"/>
              <a:gd name="connsiteY900" fmla="*/ 4888751 h 6640493"/>
              <a:gd name="connsiteX901" fmla="*/ 6152165 w 6604001"/>
              <a:gd name="connsiteY901" fmla="*/ 4936323 h 6640493"/>
              <a:gd name="connsiteX902" fmla="*/ 6151025 w 6604001"/>
              <a:gd name="connsiteY902" fmla="*/ 4937839 h 6640493"/>
              <a:gd name="connsiteX903" fmla="*/ 6151213 w 6604001"/>
              <a:gd name="connsiteY903" fmla="*/ 4936719 h 6640493"/>
              <a:gd name="connsiteX904" fmla="*/ 3803213 w 6604001"/>
              <a:gd name="connsiteY904" fmla="*/ 4884718 h 6640493"/>
              <a:gd name="connsiteX905" fmla="*/ 3342884 w 6604001"/>
              <a:gd name="connsiteY905" fmla="*/ 5303044 h 6640493"/>
              <a:gd name="connsiteX906" fmla="*/ 3342884 w 6604001"/>
              <a:gd name="connsiteY906" fmla="*/ 5306813 h 6640493"/>
              <a:gd name="connsiteX907" fmla="*/ 3342884 w 6604001"/>
              <a:gd name="connsiteY907" fmla="*/ 5310581 h 6640493"/>
              <a:gd name="connsiteX908" fmla="*/ 3342884 w 6604001"/>
              <a:gd name="connsiteY908" fmla="*/ 5314350 h 6640493"/>
              <a:gd name="connsiteX909" fmla="*/ 3342884 w 6604001"/>
              <a:gd name="connsiteY909" fmla="*/ 5318119 h 6640493"/>
              <a:gd name="connsiteX910" fmla="*/ 3342884 w 6604001"/>
              <a:gd name="connsiteY910" fmla="*/ 5325656 h 6640493"/>
              <a:gd name="connsiteX911" fmla="*/ 3339111 w 6604001"/>
              <a:gd name="connsiteY911" fmla="*/ 5329425 h 6640493"/>
              <a:gd name="connsiteX912" fmla="*/ 3339111 w 6604001"/>
              <a:gd name="connsiteY912" fmla="*/ 5333193 h 6640493"/>
              <a:gd name="connsiteX913" fmla="*/ 3335338 w 6604001"/>
              <a:gd name="connsiteY913" fmla="*/ 5336962 h 6640493"/>
              <a:gd name="connsiteX914" fmla="*/ 3335338 w 6604001"/>
              <a:gd name="connsiteY914" fmla="*/ 5340731 h 6640493"/>
              <a:gd name="connsiteX915" fmla="*/ 3335338 w 6604001"/>
              <a:gd name="connsiteY915" fmla="*/ 5344500 h 6640493"/>
              <a:gd name="connsiteX916" fmla="*/ 3595688 w 6604001"/>
              <a:gd name="connsiteY916" fmla="*/ 5811818 h 6640493"/>
              <a:gd name="connsiteX917" fmla="*/ 3603234 w 6604001"/>
              <a:gd name="connsiteY917" fmla="*/ 5811818 h 6640493"/>
              <a:gd name="connsiteX918" fmla="*/ 3618327 w 6604001"/>
              <a:gd name="connsiteY918" fmla="*/ 5811818 h 6640493"/>
              <a:gd name="connsiteX919" fmla="*/ 4108842 w 6604001"/>
              <a:gd name="connsiteY919" fmla="*/ 5423642 h 6640493"/>
              <a:gd name="connsiteX920" fmla="*/ 4108842 w 6604001"/>
              <a:gd name="connsiteY920" fmla="*/ 5419874 h 6640493"/>
              <a:gd name="connsiteX921" fmla="*/ 4108842 w 6604001"/>
              <a:gd name="connsiteY921" fmla="*/ 5416105 h 6640493"/>
              <a:gd name="connsiteX922" fmla="*/ 4108842 w 6604001"/>
              <a:gd name="connsiteY922" fmla="*/ 5412336 h 6640493"/>
              <a:gd name="connsiteX923" fmla="*/ 4108842 w 6604001"/>
              <a:gd name="connsiteY923" fmla="*/ 5404799 h 6640493"/>
              <a:gd name="connsiteX924" fmla="*/ 4108842 w 6604001"/>
              <a:gd name="connsiteY924" fmla="*/ 5397261 h 6640493"/>
              <a:gd name="connsiteX925" fmla="*/ 4112615 w 6604001"/>
              <a:gd name="connsiteY925" fmla="*/ 5397261 h 6640493"/>
              <a:gd name="connsiteX926" fmla="*/ 4112615 w 6604001"/>
              <a:gd name="connsiteY926" fmla="*/ 5393493 h 6640493"/>
              <a:gd name="connsiteX927" fmla="*/ 4112615 w 6604001"/>
              <a:gd name="connsiteY927" fmla="*/ 5389724 h 6640493"/>
              <a:gd name="connsiteX928" fmla="*/ 4116388 w 6604001"/>
              <a:gd name="connsiteY928" fmla="*/ 5389724 h 6640493"/>
              <a:gd name="connsiteX929" fmla="*/ 4116388 w 6604001"/>
              <a:gd name="connsiteY929" fmla="*/ 5385955 h 6640493"/>
              <a:gd name="connsiteX930" fmla="*/ 3829626 w 6604001"/>
              <a:gd name="connsiteY930" fmla="*/ 4884718 h 6640493"/>
              <a:gd name="connsiteX931" fmla="*/ 3822079 w 6604001"/>
              <a:gd name="connsiteY931" fmla="*/ 4884718 h 6640493"/>
              <a:gd name="connsiteX932" fmla="*/ 3803213 w 6604001"/>
              <a:gd name="connsiteY932" fmla="*/ 4884718 h 6640493"/>
              <a:gd name="connsiteX933" fmla="*/ 382586 w 6604001"/>
              <a:gd name="connsiteY933" fmla="*/ 4868612 h 6640493"/>
              <a:gd name="connsiteX934" fmla="*/ 440405 w 6604001"/>
              <a:gd name="connsiteY934" fmla="*/ 4974689 h 6640493"/>
              <a:gd name="connsiteX935" fmla="*/ 500343 w 6604001"/>
              <a:gd name="connsiteY935" fmla="*/ 5078766 h 6640493"/>
              <a:gd name="connsiteX936" fmla="*/ 490538 w 6604001"/>
              <a:gd name="connsiteY936" fmla="*/ 5065693 h 6640493"/>
              <a:gd name="connsiteX937" fmla="*/ 491737 w 6604001"/>
              <a:gd name="connsiteY937" fmla="*/ 5067610 h 6640493"/>
              <a:gd name="connsiteX938" fmla="*/ 482701 w 6604001"/>
              <a:gd name="connsiteY938" fmla="*/ 5054076 h 6640493"/>
              <a:gd name="connsiteX939" fmla="*/ 408079 w 6604001"/>
              <a:gd name="connsiteY939" fmla="*/ 4916591 h 6640493"/>
              <a:gd name="connsiteX940" fmla="*/ 369852 w 6604001"/>
              <a:gd name="connsiteY940" fmla="*/ 4844620 h 6640493"/>
              <a:gd name="connsiteX941" fmla="*/ 370240 w 6604001"/>
              <a:gd name="connsiteY941" fmla="*/ 4845377 h 6640493"/>
              <a:gd name="connsiteX942" fmla="*/ 382586 w 6604001"/>
              <a:gd name="connsiteY942" fmla="*/ 4868612 h 6640493"/>
              <a:gd name="connsiteX943" fmla="*/ 373188 w 6604001"/>
              <a:gd name="connsiteY943" fmla="*/ 4851369 h 6640493"/>
              <a:gd name="connsiteX944" fmla="*/ 647174 w 6604001"/>
              <a:gd name="connsiteY944" fmla="*/ 4844515 h 6640493"/>
              <a:gd name="connsiteX945" fmla="*/ 650607 w 6604001"/>
              <a:gd name="connsiteY945" fmla="*/ 4850576 h 6640493"/>
              <a:gd name="connsiteX946" fmla="*/ 658547 w 6604001"/>
              <a:gd name="connsiteY946" fmla="*/ 4878526 h 6640493"/>
              <a:gd name="connsiteX947" fmla="*/ 662654 w 6604001"/>
              <a:gd name="connsiteY947" fmla="*/ 4896026 h 6640493"/>
              <a:gd name="connsiteX948" fmla="*/ 661432 w 6604001"/>
              <a:gd name="connsiteY948" fmla="*/ 4891942 h 6640493"/>
              <a:gd name="connsiteX949" fmla="*/ 1782970 w 6604001"/>
              <a:gd name="connsiteY949" fmla="*/ 4843443 h 6640493"/>
              <a:gd name="connsiteX950" fmla="*/ 1593850 w 6604001"/>
              <a:gd name="connsiteY950" fmla="*/ 5452870 h 6640493"/>
              <a:gd name="connsiteX951" fmla="*/ 1597633 w 6604001"/>
              <a:gd name="connsiteY951" fmla="*/ 5456631 h 6640493"/>
              <a:gd name="connsiteX952" fmla="*/ 1597633 w 6604001"/>
              <a:gd name="connsiteY952" fmla="*/ 5460393 h 6640493"/>
              <a:gd name="connsiteX953" fmla="*/ 1601415 w 6604001"/>
              <a:gd name="connsiteY953" fmla="*/ 5464155 h 6640493"/>
              <a:gd name="connsiteX954" fmla="*/ 2021260 w 6604001"/>
              <a:gd name="connsiteY954" fmla="*/ 5377632 h 6640493"/>
              <a:gd name="connsiteX955" fmla="*/ 2017478 w 6604001"/>
              <a:gd name="connsiteY955" fmla="*/ 5373870 h 6640493"/>
              <a:gd name="connsiteX956" fmla="*/ 2028825 w 6604001"/>
              <a:gd name="connsiteY956" fmla="*/ 5343775 h 6640493"/>
              <a:gd name="connsiteX957" fmla="*/ 1794317 w 6604001"/>
              <a:gd name="connsiteY957" fmla="*/ 4843443 h 6640493"/>
              <a:gd name="connsiteX958" fmla="*/ 1790535 w 6604001"/>
              <a:gd name="connsiteY958" fmla="*/ 4843443 h 6640493"/>
              <a:gd name="connsiteX959" fmla="*/ 1786752 w 6604001"/>
              <a:gd name="connsiteY959" fmla="*/ 4843443 h 6640493"/>
              <a:gd name="connsiteX960" fmla="*/ 1782970 w 6604001"/>
              <a:gd name="connsiteY960" fmla="*/ 4843443 h 6640493"/>
              <a:gd name="connsiteX961" fmla="*/ 5326053 w 6604001"/>
              <a:gd name="connsiteY961" fmla="*/ 4827568 h 6640493"/>
              <a:gd name="connsiteX962" fmla="*/ 5307220 w 6604001"/>
              <a:gd name="connsiteY962" fmla="*/ 4835109 h 6640493"/>
              <a:gd name="connsiteX963" fmla="*/ 4919258 w 6604001"/>
              <a:gd name="connsiteY963" fmla="*/ 5329020 h 6640493"/>
              <a:gd name="connsiteX964" fmla="*/ 4919258 w 6604001"/>
              <a:gd name="connsiteY964" fmla="*/ 5332790 h 6640493"/>
              <a:gd name="connsiteX965" fmla="*/ 4919258 w 6604001"/>
              <a:gd name="connsiteY965" fmla="*/ 5336560 h 6640493"/>
              <a:gd name="connsiteX966" fmla="*/ 4919258 w 6604001"/>
              <a:gd name="connsiteY966" fmla="*/ 5340331 h 6640493"/>
              <a:gd name="connsiteX967" fmla="*/ 4919258 w 6604001"/>
              <a:gd name="connsiteY967" fmla="*/ 5344101 h 6640493"/>
              <a:gd name="connsiteX968" fmla="*/ 4919258 w 6604001"/>
              <a:gd name="connsiteY968" fmla="*/ 5347871 h 6640493"/>
              <a:gd name="connsiteX969" fmla="*/ 4915492 w 6604001"/>
              <a:gd name="connsiteY969" fmla="*/ 5351642 h 6640493"/>
              <a:gd name="connsiteX970" fmla="*/ 4915492 w 6604001"/>
              <a:gd name="connsiteY970" fmla="*/ 5355412 h 6640493"/>
              <a:gd name="connsiteX971" fmla="*/ 4915492 w 6604001"/>
              <a:gd name="connsiteY971" fmla="*/ 5359182 h 6640493"/>
              <a:gd name="connsiteX972" fmla="*/ 4911725 w 6604001"/>
              <a:gd name="connsiteY972" fmla="*/ 5362953 h 6640493"/>
              <a:gd name="connsiteX973" fmla="*/ 4911725 w 6604001"/>
              <a:gd name="connsiteY973" fmla="*/ 5366723 h 6640493"/>
              <a:gd name="connsiteX974" fmla="*/ 5111356 w 6604001"/>
              <a:gd name="connsiteY974" fmla="*/ 5672118 h 6640493"/>
              <a:gd name="connsiteX975" fmla="*/ 5130189 w 6604001"/>
              <a:gd name="connsiteY975" fmla="*/ 5664578 h 6640493"/>
              <a:gd name="connsiteX976" fmla="*/ 5510617 w 6604001"/>
              <a:gd name="connsiteY976" fmla="*/ 5197059 h 6640493"/>
              <a:gd name="connsiteX977" fmla="*/ 5510617 w 6604001"/>
              <a:gd name="connsiteY977" fmla="*/ 5193289 h 6640493"/>
              <a:gd name="connsiteX978" fmla="*/ 5510617 w 6604001"/>
              <a:gd name="connsiteY978" fmla="*/ 5189518 h 6640493"/>
              <a:gd name="connsiteX979" fmla="*/ 5510617 w 6604001"/>
              <a:gd name="connsiteY979" fmla="*/ 5185748 h 6640493"/>
              <a:gd name="connsiteX980" fmla="*/ 5510617 w 6604001"/>
              <a:gd name="connsiteY980" fmla="*/ 5181978 h 6640493"/>
              <a:gd name="connsiteX981" fmla="*/ 5514383 w 6604001"/>
              <a:gd name="connsiteY981" fmla="*/ 5178207 h 6640493"/>
              <a:gd name="connsiteX982" fmla="*/ 5514383 w 6604001"/>
              <a:gd name="connsiteY982" fmla="*/ 5174437 h 6640493"/>
              <a:gd name="connsiteX983" fmla="*/ 5518150 w 6604001"/>
              <a:gd name="connsiteY983" fmla="*/ 5170667 h 6640493"/>
              <a:gd name="connsiteX984" fmla="*/ 5518150 w 6604001"/>
              <a:gd name="connsiteY984" fmla="*/ 5166896 h 6640493"/>
              <a:gd name="connsiteX985" fmla="*/ 5518150 w 6604001"/>
              <a:gd name="connsiteY985" fmla="*/ 5163126 h 6640493"/>
              <a:gd name="connsiteX986" fmla="*/ 5326053 w 6604001"/>
              <a:gd name="connsiteY986" fmla="*/ 4827568 h 6640493"/>
              <a:gd name="connsiteX987" fmla="*/ 329928 w 6604001"/>
              <a:gd name="connsiteY987" fmla="*/ 4763828 h 6640493"/>
              <a:gd name="connsiteX988" fmla="*/ 369852 w 6604001"/>
              <a:gd name="connsiteY988" fmla="*/ 4844620 h 6640493"/>
              <a:gd name="connsiteX989" fmla="*/ 336273 w 6604001"/>
              <a:gd name="connsiteY989" fmla="*/ 4779107 h 6640493"/>
              <a:gd name="connsiteX990" fmla="*/ 335283 w 6604001"/>
              <a:gd name="connsiteY990" fmla="*/ 4776723 h 6640493"/>
              <a:gd name="connsiteX991" fmla="*/ 2985140 w 6604001"/>
              <a:gd name="connsiteY991" fmla="*/ 4756131 h 6640493"/>
              <a:gd name="connsiteX992" fmla="*/ 2548127 w 6604001"/>
              <a:gd name="connsiteY992" fmla="*/ 5103077 h 6640493"/>
              <a:gd name="connsiteX993" fmla="*/ 2548127 w 6604001"/>
              <a:gd name="connsiteY993" fmla="*/ 5106848 h 6640493"/>
              <a:gd name="connsiteX994" fmla="*/ 2548127 w 6604001"/>
              <a:gd name="connsiteY994" fmla="*/ 5110619 h 6640493"/>
              <a:gd name="connsiteX995" fmla="*/ 2548127 w 6604001"/>
              <a:gd name="connsiteY995" fmla="*/ 5114390 h 6640493"/>
              <a:gd name="connsiteX996" fmla="*/ 2548127 w 6604001"/>
              <a:gd name="connsiteY996" fmla="*/ 5118161 h 6640493"/>
              <a:gd name="connsiteX997" fmla="*/ 2548127 w 6604001"/>
              <a:gd name="connsiteY997" fmla="*/ 5121933 h 6640493"/>
              <a:gd name="connsiteX998" fmla="*/ 2544360 w 6604001"/>
              <a:gd name="connsiteY998" fmla="*/ 5129475 h 6640493"/>
              <a:gd name="connsiteX999" fmla="*/ 2544360 w 6604001"/>
              <a:gd name="connsiteY999" fmla="*/ 5133246 h 6640493"/>
              <a:gd name="connsiteX1000" fmla="*/ 2540593 w 6604001"/>
              <a:gd name="connsiteY1000" fmla="*/ 5137017 h 6640493"/>
              <a:gd name="connsiteX1001" fmla="*/ 2540593 w 6604001"/>
              <a:gd name="connsiteY1001" fmla="*/ 5140788 h 6640493"/>
              <a:gd name="connsiteX1002" fmla="*/ 2536825 w 6604001"/>
              <a:gd name="connsiteY1002" fmla="*/ 5140788 h 6640493"/>
              <a:gd name="connsiteX1003" fmla="*/ 2793005 w 6604001"/>
              <a:gd name="connsiteY1003" fmla="*/ 5642351 h 6640493"/>
              <a:gd name="connsiteX1004" fmla="*/ 2815609 w 6604001"/>
              <a:gd name="connsiteY1004" fmla="*/ 5649893 h 6640493"/>
              <a:gd name="connsiteX1005" fmla="*/ 3286528 w 6604001"/>
              <a:gd name="connsiteY1005" fmla="*/ 5333117 h 6640493"/>
              <a:gd name="connsiteX1006" fmla="*/ 3286528 w 6604001"/>
              <a:gd name="connsiteY1006" fmla="*/ 5329346 h 6640493"/>
              <a:gd name="connsiteX1007" fmla="*/ 3286528 w 6604001"/>
              <a:gd name="connsiteY1007" fmla="*/ 5325575 h 6640493"/>
              <a:gd name="connsiteX1008" fmla="*/ 3286528 w 6604001"/>
              <a:gd name="connsiteY1008" fmla="*/ 5321803 h 6640493"/>
              <a:gd name="connsiteX1009" fmla="*/ 3286528 w 6604001"/>
              <a:gd name="connsiteY1009" fmla="*/ 5318032 h 6640493"/>
              <a:gd name="connsiteX1010" fmla="*/ 3286528 w 6604001"/>
              <a:gd name="connsiteY1010" fmla="*/ 5310490 h 6640493"/>
              <a:gd name="connsiteX1011" fmla="*/ 3290296 w 6604001"/>
              <a:gd name="connsiteY1011" fmla="*/ 5310490 h 6640493"/>
              <a:gd name="connsiteX1012" fmla="*/ 3290296 w 6604001"/>
              <a:gd name="connsiteY1012" fmla="*/ 5306719 h 6640493"/>
              <a:gd name="connsiteX1013" fmla="*/ 3290296 w 6604001"/>
              <a:gd name="connsiteY1013" fmla="*/ 5302948 h 6640493"/>
              <a:gd name="connsiteX1014" fmla="*/ 3294063 w 6604001"/>
              <a:gd name="connsiteY1014" fmla="*/ 5299176 h 6640493"/>
              <a:gd name="connsiteX1015" fmla="*/ 3007744 w 6604001"/>
              <a:gd name="connsiteY1015" fmla="*/ 4759902 h 6640493"/>
              <a:gd name="connsiteX1016" fmla="*/ 2985140 w 6604001"/>
              <a:gd name="connsiteY1016" fmla="*/ 4756131 h 6640493"/>
              <a:gd name="connsiteX1017" fmla="*/ 320831 w 6604001"/>
              <a:gd name="connsiteY1017" fmla="*/ 4741381 h 6640493"/>
              <a:gd name="connsiteX1018" fmla="*/ 356091 w 6604001"/>
              <a:gd name="connsiteY1018" fmla="*/ 4810357 h 6640493"/>
              <a:gd name="connsiteX1019" fmla="*/ 397714 w 6604001"/>
              <a:gd name="connsiteY1019" fmla="*/ 4890131 h 6640493"/>
              <a:gd name="connsiteX1020" fmla="*/ 429496 w 6604001"/>
              <a:gd name="connsiteY1020" fmla="*/ 4947754 h 6640493"/>
              <a:gd name="connsiteX1021" fmla="*/ 398671 w 6604001"/>
              <a:gd name="connsiteY1021" fmla="*/ 4895175 h 6640493"/>
              <a:gd name="connsiteX1022" fmla="*/ 351577 w 6604001"/>
              <a:gd name="connsiteY1022" fmla="*/ 4805613 h 6640493"/>
              <a:gd name="connsiteX1023" fmla="*/ 326694 w 6604001"/>
              <a:gd name="connsiteY1023" fmla="*/ 4756041 h 6640493"/>
              <a:gd name="connsiteX1024" fmla="*/ 320913 w 6604001"/>
              <a:gd name="connsiteY1024" fmla="*/ 4742124 h 6640493"/>
              <a:gd name="connsiteX1025" fmla="*/ 320032 w 6604001"/>
              <a:gd name="connsiteY1025" fmla="*/ 4739349 h 6640493"/>
              <a:gd name="connsiteX1026" fmla="*/ 320786 w 6604001"/>
              <a:gd name="connsiteY1026" fmla="*/ 4740969 h 6640493"/>
              <a:gd name="connsiteX1027" fmla="*/ 320831 w 6604001"/>
              <a:gd name="connsiteY1027" fmla="*/ 4741381 h 6640493"/>
              <a:gd name="connsiteX1028" fmla="*/ 320594 w 6604001"/>
              <a:gd name="connsiteY1028" fmla="*/ 4740917 h 6640493"/>
              <a:gd name="connsiteX1029" fmla="*/ 298422 w 6604001"/>
              <a:gd name="connsiteY1029" fmla="*/ 4698798 h 6640493"/>
              <a:gd name="connsiteX1030" fmla="*/ 300391 w 6604001"/>
              <a:gd name="connsiteY1030" fmla="*/ 4698798 h 6640493"/>
              <a:gd name="connsiteX1031" fmla="*/ 302079 w 6604001"/>
              <a:gd name="connsiteY1031" fmla="*/ 4702636 h 6640493"/>
              <a:gd name="connsiteX1032" fmla="*/ 304448 w 6604001"/>
              <a:gd name="connsiteY1032" fmla="*/ 4709226 h 6640493"/>
              <a:gd name="connsiteX1033" fmla="*/ 304776 w 6604001"/>
              <a:gd name="connsiteY1033" fmla="*/ 4709996 h 6640493"/>
              <a:gd name="connsiteX1034" fmla="*/ 304801 w 6604001"/>
              <a:gd name="connsiteY1034" fmla="*/ 4710093 h 6640493"/>
              <a:gd name="connsiteX1035" fmla="*/ 301059 w 6604001"/>
              <a:gd name="connsiteY1035" fmla="*/ 4703034 h 6640493"/>
              <a:gd name="connsiteX1036" fmla="*/ 299581 w 6604001"/>
              <a:gd name="connsiteY1036" fmla="*/ 4701361 h 6640493"/>
              <a:gd name="connsiteX1037" fmla="*/ 2205465 w 6604001"/>
              <a:gd name="connsiteY1037" fmla="*/ 4552931 h 6640493"/>
              <a:gd name="connsiteX1038" fmla="*/ 1809358 w 6604001"/>
              <a:gd name="connsiteY1038" fmla="*/ 4809058 h 6640493"/>
              <a:gd name="connsiteX1039" fmla="*/ 1809358 w 6604001"/>
              <a:gd name="connsiteY1039" fmla="*/ 4812824 h 6640493"/>
              <a:gd name="connsiteX1040" fmla="*/ 1809358 w 6604001"/>
              <a:gd name="connsiteY1040" fmla="*/ 4816591 h 6640493"/>
              <a:gd name="connsiteX1041" fmla="*/ 1809358 w 6604001"/>
              <a:gd name="connsiteY1041" fmla="*/ 4820357 h 6640493"/>
              <a:gd name="connsiteX1042" fmla="*/ 1809358 w 6604001"/>
              <a:gd name="connsiteY1042" fmla="*/ 4824124 h 6640493"/>
              <a:gd name="connsiteX1043" fmla="*/ 1809358 w 6604001"/>
              <a:gd name="connsiteY1043" fmla="*/ 4827891 h 6640493"/>
              <a:gd name="connsiteX1044" fmla="*/ 1805586 w 6604001"/>
              <a:gd name="connsiteY1044" fmla="*/ 4831657 h 6640493"/>
              <a:gd name="connsiteX1045" fmla="*/ 1805586 w 6604001"/>
              <a:gd name="connsiteY1045" fmla="*/ 4835424 h 6640493"/>
              <a:gd name="connsiteX1046" fmla="*/ 1801813 w 6604001"/>
              <a:gd name="connsiteY1046" fmla="*/ 4835424 h 6640493"/>
              <a:gd name="connsiteX1047" fmla="*/ 2039477 w 6604001"/>
              <a:gd name="connsiteY1047" fmla="*/ 5340144 h 6640493"/>
              <a:gd name="connsiteX1048" fmla="*/ 2058340 w 6604001"/>
              <a:gd name="connsiteY1048" fmla="*/ 5351443 h 6640493"/>
              <a:gd name="connsiteX1049" fmla="*/ 2495943 w 6604001"/>
              <a:gd name="connsiteY1049" fmla="*/ 5125449 h 6640493"/>
              <a:gd name="connsiteX1050" fmla="*/ 2495943 w 6604001"/>
              <a:gd name="connsiteY1050" fmla="*/ 5121683 h 6640493"/>
              <a:gd name="connsiteX1051" fmla="*/ 2492171 w 6604001"/>
              <a:gd name="connsiteY1051" fmla="*/ 5117916 h 6640493"/>
              <a:gd name="connsiteX1052" fmla="*/ 2492171 w 6604001"/>
              <a:gd name="connsiteY1052" fmla="*/ 5114150 h 6640493"/>
              <a:gd name="connsiteX1053" fmla="*/ 2495943 w 6604001"/>
              <a:gd name="connsiteY1053" fmla="*/ 5114150 h 6640493"/>
              <a:gd name="connsiteX1054" fmla="*/ 2495943 w 6604001"/>
              <a:gd name="connsiteY1054" fmla="*/ 5106616 h 6640493"/>
              <a:gd name="connsiteX1055" fmla="*/ 2495943 w 6604001"/>
              <a:gd name="connsiteY1055" fmla="*/ 5102850 h 6640493"/>
              <a:gd name="connsiteX1056" fmla="*/ 2495943 w 6604001"/>
              <a:gd name="connsiteY1056" fmla="*/ 5099083 h 6640493"/>
              <a:gd name="connsiteX1057" fmla="*/ 2499716 w 6604001"/>
              <a:gd name="connsiteY1057" fmla="*/ 5099083 h 6640493"/>
              <a:gd name="connsiteX1058" fmla="*/ 2499716 w 6604001"/>
              <a:gd name="connsiteY1058" fmla="*/ 5095317 h 6640493"/>
              <a:gd name="connsiteX1059" fmla="*/ 2499716 w 6604001"/>
              <a:gd name="connsiteY1059" fmla="*/ 5091550 h 6640493"/>
              <a:gd name="connsiteX1060" fmla="*/ 2503488 w 6604001"/>
              <a:gd name="connsiteY1060" fmla="*/ 5091550 h 6640493"/>
              <a:gd name="connsiteX1061" fmla="*/ 2228100 w 6604001"/>
              <a:gd name="connsiteY1061" fmla="*/ 4556698 h 6640493"/>
              <a:gd name="connsiteX1062" fmla="*/ 2205465 w 6604001"/>
              <a:gd name="connsiteY1062" fmla="*/ 4552931 h 6640493"/>
              <a:gd name="connsiteX1063" fmla="*/ 6380199 w 6604001"/>
              <a:gd name="connsiteY1063" fmla="*/ 4534930 h 6640493"/>
              <a:gd name="connsiteX1064" fmla="*/ 6378022 w 6604001"/>
              <a:gd name="connsiteY1064" fmla="*/ 4541215 h 6640493"/>
              <a:gd name="connsiteX1065" fmla="*/ 6374735 w 6604001"/>
              <a:gd name="connsiteY1065" fmla="*/ 4548527 h 6640493"/>
              <a:gd name="connsiteX1066" fmla="*/ 6377937 w 6604001"/>
              <a:gd name="connsiteY1066" fmla="*/ 4541098 h 6640493"/>
              <a:gd name="connsiteX1067" fmla="*/ 396467 w 6604001"/>
              <a:gd name="connsiteY1067" fmla="*/ 4525943 h 6640493"/>
              <a:gd name="connsiteX1068" fmla="*/ 409125 w 6604001"/>
              <a:gd name="connsiteY1068" fmla="*/ 4545338 h 6640493"/>
              <a:gd name="connsiteX1069" fmla="*/ 396467 w 6604001"/>
              <a:gd name="connsiteY1069" fmla="*/ 4527123 h 6640493"/>
              <a:gd name="connsiteX1070" fmla="*/ 6367463 w 6604001"/>
              <a:gd name="connsiteY1070" fmla="*/ 4495781 h 6640493"/>
              <a:gd name="connsiteX1071" fmla="*/ 6311029 w 6604001"/>
              <a:gd name="connsiteY1071" fmla="*/ 4679034 h 6640493"/>
              <a:gd name="connsiteX1072" fmla="*/ 6280830 w 6604001"/>
              <a:gd name="connsiteY1072" fmla="*/ 4755635 h 6640493"/>
              <a:gd name="connsiteX1073" fmla="*/ 6249988 w 6604001"/>
              <a:gd name="connsiteY1073" fmla="*/ 4819630 h 6640493"/>
              <a:gd name="connsiteX1074" fmla="*/ 6314005 w 6604001"/>
              <a:gd name="connsiteY1074" fmla="*/ 4670076 h 6640493"/>
              <a:gd name="connsiteX1075" fmla="*/ 6364955 w 6604001"/>
              <a:gd name="connsiteY1075" fmla="*/ 4498272 h 6640493"/>
              <a:gd name="connsiteX1076" fmla="*/ 263525 w 6604001"/>
              <a:gd name="connsiteY1076" fmla="*/ 4481493 h 6640493"/>
              <a:gd name="connsiteX1077" fmla="*/ 263525 w 6604001"/>
              <a:gd name="connsiteY1077" fmla="*/ 4489026 h 6640493"/>
              <a:gd name="connsiteX1078" fmla="*/ 263525 w 6604001"/>
              <a:gd name="connsiteY1078" fmla="*/ 4492793 h 6640493"/>
              <a:gd name="connsiteX1079" fmla="*/ 456002 w 6604001"/>
              <a:gd name="connsiteY1079" fmla="*/ 4861902 h 6640493"/>
              <a:gd name="connsiteX1080" fmla="*/ 456002 w 6604001"/>
              <a:gd name="connsiteY1080" fmla="*/ 4858135 h 6640493"/>
              <a:gd name="connsiteX1081" fmla="*/ 463550 w 6604001"/>
              <a:gd name="connsiteY1081" fmla="*/ 4865668 h 6640493"/>
              <a:gd name="connsiteX1082" fmla="*/ 384295 w 6604001"/>
              <a:gd name="connsiteY1082" fmla="*/ 4522924 h 6640493"/>
              <a:gd name="connsiteX1083" fmla="*/ 384295 w 6604001"/>
              <a:gd name="connsiteY1083" fmla="*/ 4519157 h 6640493"/>
              <a:gd name="connsiteX1084" fmla="*/ 380521 w 6604001"/>
              <a:gd name="connsiteY1084" fmla="*/ 4519157 h 6640493"/>
              <a:gd name="connsiteX1085" fmla="*/ 380521 w 6604001"/>
              <a:gd name="connsiteY1085" fmla="*/ 4515391 h 6640493"/>
              <a:gd name="connsiteX1086" fmla="*/ 263525 w 6604001"/>
              <a:gd name="connsiteY1086" fmla="*/ 4481493 h 6640493"/>
              <a:gd name="connsiteX1087" fmla="*/ 6411913 w 6604001"/>
              <a:gd name="connsiteY1087" fmla="*/ 4443393 h 6640493"/>
              <a:gd name="connsiteX1088" fmla="*/ 6411383 w 6604001"/>
              <a:gd name="connsiteY1088" fmla="*/ 4444922 h 6640493"/>
              <a:gd name="connsiteX1089" fmla="*/ 6408146 w 6604001"/>
              <a:gd name="connsiteY1089" fmla="*/ 4454265 h 6640493"/>
              <a:gd name="connsiteX1090" fmla="*/ 6402549 w 6604001"/>
              <a:gd name="connsiteY1090" fmla="*/ 4461959 h 6640493"/>
              <a:gd name="connsiteX1091" fmla="*/ 1123745 w 6604001"/>
              <a:gd name="connsiteY1091" fmla="*/ 4443393 h 6640493"/>
              <a:gd name="connsiteX1092" fmla="*/ 821934 w 6604001"/>
              <a:gd name="connsiteY1092" fmla="*/ 4454704 h 6640493"/>
              <a:gd name="connsiteX1093" fmla="*/ 821934 w 6604001"/>
              <a:gd name="connsiteY1093" fmla="*/ 4458474 h 6640493"/>
              <a:gd name="connsiteX1094" fmla="*/ 814388 w 6604001"/>
              <a:gd name="connsiteY1094" fmla="*/ 4477326 h 6640493"/>
              <a:gd name="connsiteX1095" fmla="*/ 984157 w 6604001"/>
              <a:gd name="connsiteY1095" fmla="*/ 4922223 h 6640493"/>
              <a:gd name="connsiteX1096" fmla="*/ 987930 w 6604001"/>
              <a:gd name="connsiteY1096" fmla="*/ 4922223 h 6640493"/>
              <a:gd name="connsiteX1097" fmla="*/ 991703 w 6604001"/>
              <a:gd name="connsiteY1097" fmla="*/ 4925993 h 6640493"/>
              <a:gd name="connsiteX1098" fmla="*/ 1135063 w 6604001"/>
              <a:gd name="connsiteY1098" fmla="*/ 4454704 h 6640493"/>
              <a:gd name="connsiteX1099" fmla="*/ 1131291 w 6604001"/>
              <a:gd name="connsiteY1099" fmla="*/ 4450934 h 6640493"/>
              <a:gd name="connsiteX1100" fmla="*/ 1127518 w 6604001"/>
              <a:gd name="connsiteY1100" fmla="*/ 4447164 h 6640493"/>
              <a:gd name="connsiteX1101" fmla="*/ 1123745 w 6604001"/>
              <a:gd name="connsiteY1101" fmla="*/ 4443393 h 6640493"/>
              <a:gd name="connsiteX1102" fmla="*/ 6414226 w 6604001"/>
              <a:gd name="connsiteY1102" fmla="*/ 4440608 h 6640493"/>
              <a:gd name="connsiteX1103" fmla="*/ 6403899 w 6604001"/>
              <a:gd name="connsiteY1103" fmla="*/ 4470092 h 6640493"/>
              <a:gd name="connsiteX1104" fmla="*/ 6392044 w 6604001"/>
              <a:gd name="connsiteY1104" fmla="*/ 4502637 h 6640493"/>
              <a:gd name="connsiteX1105" fmla="*/ 6380199 w 6604001"/>
              <a:gd name="connsiteY1105" fmla="*/ 4534930 h 6640493"/>
              <a:gd name="connsiteX1106" fmla="*/ 6389208 w 6604001"/>
              <a:gd name="connsiteY1106" fmla="*/ 4508926 h 6640493"/>
              <a:gd name="connsiteX1107" fmla="*/ 6407677 w 6604001"/>
              <a:gd name="connsiteY1107" fmla="*/ 4455621 h 6640493"/>
              <a:gd name="connsiteX1108" fmla="*/ 6408146 w 6604001"/>
              <a:gd name="connsiteY1108" fmla="*/ 4454265 h 6640493"/>
              <a:gd name="connsiteX1109" fmla="*/ 6408796 w 6604001"/>
              <a:gd name="connsiteY1109" fmla="*/ 4453372 h 6640493"/>
              <a:gd name="connsiteX1110" fmla="*/ 6420136 w 6604001"/>
              <a:gd name="connsiteY1110" fmla="*/ 4423734 h 6640493"/>
              <a:gd name="connsiteX1111" fmla="*/ 6416278 w 6604001"/>
              <a:gd name="connsiteY1111" fmla="*/ 4435785 h 6640493"/>
              <a:gd name="connsiteX1112" fmla="*/ 6414226 w 6604001"/>
              <a:gd name="connsiteY1112" fmla="*/ 4440608 h 6640493"/>
              <a:gd name="connsiteX1113" fmla="*/ 494507 w 6604001"/>
              <a:gd name="connsiteY1113" fmla="*/ 4397356 h 6640493"/>
              <a:gd name="connsiteX1114" fmla="*/ 388938 w 6604001"/>
              <a:gd name="connsiteY1114" fmla="*/ 4510410 h 6640493"/>
              <a:gd name="connsiteX1115" fmla="*/ 392709 w 6604001"/>
              <a:gd name="connsiteY1115" fmla="*/ 4514178 h 6640493"/>
              <a:gd name="connsiteX1116" fmla="*/ 392709 w 6604001"/>
              <a:gd name="connsiteY1116" fmla="*/ 4517947 h 6640493"/>
              <a:gd name="connsiteX1117" fmla="*/ 392709 w 6604001"/>
              <a:gd name="connsiteY1117" fmla="*/ 4521715 h 6640493"/>
              <a:gd name="connsiteX1118" fmla="*/ 396467 w 6604001"/>
              <a:gd name="connsiteY1118" fmla="*/ 4527123 h 6640493"/>
              <a:gd name="connsiteX1119" fmla="*/ 396467 w 6604001"/>
              <a:gd name="connsiteY1119" fmla="*/ 4529709 h 6640493"/>
              <a:gd name="connsiteX1120" fmla="*/ 396467 w 6604001"/>
              <a:gd name="connsiteY1120" fmla="*/ 4533475 h 6640493"/>
              <a:gd name="connsiteX1121" fmla="*/ 392702 w 6604001"/>
              <a:gd name="connsiteY1121" fmla="*/ 4533475 h 6640493"/>
              <a:gd name="connsiteX1122" fmla="*/ 392702 w 6604001"/>
              <a:gd name="connsiteY1122" fmla="*/ 4529709 h 6640493"/>
              <a:gd name="connsiteX1123" fmla="*/ 388938 w 6604001"/>
              <a:gd name="connsiteY1123" fmla="*/ 4529709 h 6640493"/>
              <a:gd name="connsiteX1124" fmla="*/ 479278 w 6604001"/>
              <a:gd name="connsiteY1124" fmla="*/ 4891236 h 6640493"/>
              <a:gd name="connsiteX1125" fmla="*/ 746535 w 6604001"/>
              <a:gd name="connsiteY1125" fmla="*/ 5203805 h 6640493"/>
              <a:gd name="connsiteX1126" fmla="*/ 746535 w 6604001"/>
              <a:gd name="connsiteY1126" fmla="*/ 5200039 h 6640493"/>
              <a:gd name="connsiteX1127" fmla="*/ 750299 w 6604001"/>
              <a:gd name="connsiteY1127" fmla="*/ 5196273 h 6640493"/>
              <a:gd name="connsiteX1128" fmla="*/ 754063 w 6604001"/>
              <a:gd name="connsiteY1128" fmla="*/ 5200039 h 6640493"/>
              <a:gd name="connsiteX1129" fmla="*/ 712657 w 6604001"/>
              <a:gd name="connsiteY1129" fmla="*/ 5071999 h 6640493"/>
              <a:gd name="connsiteX1130" fmla="*/ 671251 w 6604001"/>
              <a:gd name="connsiteY1130" fmla="*/ 4932660 h 6640493"/>
              <a:gd name="connsiteX1131" fmla="*/ 662654 w 6604001"/>
              <a:gd name="connsiteY1131" fmla="*/ 4896026 h 6640493"/>
              <a:gd name="connsiteX1132" fmla="*/ 676000 w 6604001"/>
              <a:gd name="connsiteY1132" fmla="*/ 4940625 h 6640493"/>
              <a:gd name="connsiteX1133" fmla="*/ 761247 w 6604001"/>
              <a:gd name="connsiteY1133" fmla="*/ 5205194 h 6640493"/>
              <a:gd name="connsiteX1134" fmla="*/ 761247 w 6604001"/>
              <a:gd name="connsiteY1134" fmla="*/ 5208965 h 6640493"/>
              <a:gd name="connsiteX1135" fmla="*/ 765013 w 6604001"/>
              <a:gd name="connsiteY1135" fmla="*/ 5212735 h 6640493"/>
              <a:gd name="connsiteX1136" fmla="*/ 768778 w 6604001"/>
              <a:gd name="connsiteY1136" fmla="*/ 5216505 h 6640493"/>
              <a:gd name="connsiteX1137" fmla="*/ 938213 w 6604001"/>
              <a:gd name="connsiteY1137" fmla="*/ 5031760 h 6640493"/>
              <a:gd name="connsiteX1138" fmla="*/ 881735 w 6604001"/>
              <a:gd name="connsiteY1138" fmla="*/ 4963895 h 6640493"/>
              <a:gd name="connsiteX1139" fmla="*/ 652056 w 6604001"/>
              <a:gd name="connsiteY1139" fmla="*/ 4824393 h 6640493"/>
              <a:gd name="connsiteX1140" fmla="*/ 652056 w 6604001"/>
              <a:gd name="connsiteY1140" fmla="*/ 4828164 h 6640493"/>
              <a:gd name="connsiteX1141" fmla="*/ 648290 w 6604001"/>
              <a:gd name="connsiteY1141" fmla="*/ 4835704 h 6640493"/>
              <a:gd name="connsiteX1142" fmla="*/ 644525 w 6604001"/>
              <a:gd name="connsiteY1142" fmla="*/ 4835704 h 6640493"/>
              <a:gd name="connsiteX1143" fmla="*/ 647174 w 6604001"/>
              <a:gd name="connsiteY1143" fmla="*/ 4844515 h 6640493"/>
              <a:gd name="connsiteX1144" fmla="*/ 637374 w 6604001"/>
              <a:gd name="connsiteY1144" fmla="*/ 4827215 h 6640493"/>
              <a:gd name="connsiteX1145" fmla="*/ 626081 w 6604001"/>
              <a:gd name="connsiteY1145" fmla="*/ 4808386 h 6640493"/>
              <a:gd name="connsiteX1146" fmla="*/ 426867 w 6604001"/>
              <a:gd name="connsiteY1146" fmla="*/ 4572524 h 6640493"/>
              <a:gd name="connsiteX1147" fmla="*/ 409125 w 6604001"/>
              <a:gd name="connsiteY1147" fmla="*/ 4545338 h 6640493"/>
              <a:gd name="connsiteX1148" fmla="*/ 429499 w 6604001"/>
              <a:gd name="connsiteY1148" fmla="*/ 4574658 h 6640493"/>
              <a:gd name="connsiteX1149" fmla="*/ 622698 w 6604001"/>
              <a:gd name="connsiteY1149" fmla="*/ 4800581 h 6640493"/>
              <a:gd name="connsiteX1150" fmla="*/ 622698 w 6604001"/>
              <a:gd name="connsiteY1150" fmla="*/ 4796813 h 6640493"/>
              <a:gd name="connsiteX1151" fmla="*/ 626468 w 6604001"/>
              <a:gd name="connsiteY1151" fmla="*/ 4785507 h 6640493"/>
              <a:gd name="connsiteX1152" fmla="*/ 630238 w 6604001"/>
              <a:gd name="connsiteY1152" fmla="*/ 4789276 h 6640493"/>
              <a:gd name="connsiteX1153" fmla="*/ 547291 w 6604001"/>
              <a:gd name="connsiteY1153" fmla="*/ 4491568 h 6640493"/>
              <a:gd name="connsiteX1154" fmla="*/ 494507 w 6604001"/>
              <a:gd name="connsiteY1154" fmla="*/ 4397356 h 6640493"/>
              <a:gd name="connsiteX1155" fmla="*/ 600147 w 6604001"/>
              <a:gd name="connsiteY1155" fmla="*/ 4371415 h 6640493"/>
              <a:gd name="connsiteX1156" fmla="*/ 604456 w 6604001"/>
              <a:gd name="connsiteY1156" fmla="*/ 4373666 h 6640493"/>
              <a:gd name="connsiteX1157" fmla="*/ 748047 w 6604001"/>
              <a:gd name="connsiteY1157" fmla="*/ 4428784 h 6640493"/>
              <a:gd name="connsiteX1158" fmla="*/ 772008 w 6604001"/>
              <a:gd name="connsiteY1158" fmla="*/ 4445822 h 6640493"/>
              <a:gd name="connsiteX1159" fmla="*/ 750101 w 6604001"/>
              <a:gd name="connsiteY1159" fmla="*/ 4439657 h 6640493"/>
              <a:gd name="connsiteX1160" fmla="*/ 610926 w 6604001"/>
              <a:gd name="connsiteY1160" fmla="*/ 4378196 h 6640493"/>
              <a:gd name="connsiteX1161" fmla="*/ 168061 w 6604001"/>
              <a:gd name="connsiteY1161" fmla="*/ 4355628 h 6640493"/>
              <a:gd name="connsiteX1162" fmla="*/ 171420 w 6604001"/>
              <a:gd name="connsiteY1162" fmla="*/ 4365445 h 6640493"/>
              <a:gd name="connsiteX1163" fmla="*/ 301059 w 6604001"/>
              <a:gd name="connsiteY1163" fmla="*/ 4698798 h 6640493"/>
              <a:gd name="connsiteX1164" fmla="*/ 300391 w 6604001"/>
              <a:gd name="connsiteY1164" fmla="*/ 4698798 h 6640493"/>
              <a:gd name="connsiteX1165" fmla="*/ 270533 w 6604001"/>
              <a:gd name="connsiteY1165" fmla="*/ 4630948 h 6640493"/>
              <a:gd name="connsiteX1166" fmla="*/ 235610 w 6604001"/>
              <a:gd name="connsiteY1166" fmla="*/ 4549604 h 6640493"/>
              <a:gd name="connsiteX1167" fmla="*/ 213790 w 6604001"/>
              <a:gd name="connsiteY1167" fmla="*/ 4494549 h 6640493"/>
              <a:gd name="connsiteX1168" fmla="*/ 199577 w 6604001"/>
              <a:gd name="connsiteY1168" fmla="*/ 4454647 h 6640493"/>
              <a:gd name="connsiteX1169" fmla="*/ 190051 w 6604001"/>
              <a:gd name="connsiteY1169" fmla="*/ 4427128 h 6640493"/>
              <a:gd name="connsiteX1170" fmla="*/ 168321 w 6604001"/>
              <a:gd name="connsiteY1170" fmla="*/ 4356508 h 6640493"/>
              <a:gd name="connsiteX1171" fmla="*/ 5066825 w 6604001"/>
              <a:gd name="connsiteY1171" fmla="*/ 4325918 h 6640493"/>
              <a:gd name="connsiteX1172" fmla="*/ 5066825 w 6604001"/>
              <a:gd name="connsiteY1172" fmla="*/ 4329686 h 6640493"/>
              <a:gd name="connsiteX1173" fmla="*/ 5059288 w 6604001"/>
              <a:gd name="connsiteY1173" fmla="*/ 4329686 h 6640493"/>
              <a:gd name="connsiteX1174" fmla="*/ 4908550 w 6604001"/>
              <a:gd name="connsiteY1174" fmla="*/ 5316919 h 6640493"/>
              <a:gd name="connsiteX1175" fmla="*/ 4908550 w 6604001"/>
              <a:gd name="connsiteY1175" fmla="*/ 5320687 h 6640493"/>
              <a:gd name="connsiteX1176" fmla="*/ 4912318 w 6604001"/>
              <a:gd name="connsiteY1176" fmla="*/ 5320687 h 6640493"/>
              <a:gd name="connsiteX1177" fmla="*/ 4916087 w 6604001"/>
              <a:gd name="connsiteY1177" fmla="*/ 5324455 h 6640493"/>
              <a:gd name="connsiteX1178" fmla="*/ 5304238 w 6604001"/>
              <a:gd name="connsiteY1178" fmla="*/ 4827071 h 6640493"/>
              <a:gd name="connsiteX1179" fmla="*/ 5304238 w 6604001"/>
              <a:gd name="connsiteY1179" fmla="*/ 4823303 h 6640493"/>
              <a:gd name="connsiteX1180" fmla="*/ 5311775 w 6604001"/>
              <a:gd name="connsiteY1180" fmla="*/ 4778086 h 6640493"/>
              <a:gd name="connsiteX1181" fmla="*/ 5066825 w 6604001"/>
              <a:gd name="connsiteY1181" fmla="*/ 4325918 h 6640493"/>
              <a:gd name="connsiteX1182" fmla="*/ 5040093 w 6604001"/>
              <a:gd name="connsiteY1182" fmla="*/ 4325918 h 6640493"/>
              <a:gd name="connsiteX1183" fmla="*/ 4650993 w 6604001"/>
              <a:gd name="connsiteY1183" fmla="*/ 4846427 h 6640493"/>
              <a:gd name="connsiteX1184" fmla="*/ 4643438 w 6604001"/>
              <a:gd name="connsiteY1184" fmla="*/ 4899233 h 6640493"/>
              <a:gd name="connsiteX1185" fmla="*/ 4885209 w 6604001"/>
              <a:gd name="connsiteY1185" fmla="*/ 5329218 h 6640493"/>
              <a:gd name="connsiteX1186" fmla="*/ 4888986 w 6604001"/>
              <a:gd name="connsiteY1186" fmla="*/ 5329218 h 6640493"/>
              <a:gd name="connsiteX1187" fmla="*/ 4888986 w 6604001"/>
              <a:gd name="connsiteY1187" fmla="*/ 5325446 h 6640493"/>
              <a:gd name="connsiteX1188" fmla="*/ 4892764 w 6604001"/>
              <a:gd name="connsiteY1188" fmla="*/ 5325446 h 6640493"/>
              <a:gd name="connsiteX1189" fmla="*/ 4896542 w 6604001"/>
              <a:gd name="connsiteY1189" fmla="*/ 5321675 h 6640493"/>
              <a:gd name="connsiteX1190" fmla="*/ 5051426 w 6604001"/>
              <a:gd name="connsiteY1190" fmla="*/ 4333462 h 6640493"/>
              <a:gd name="connsiteX1191" fmla="*/ 5043871 w 6604001"/>
              <a:gd name="connsiteY1191" fmla="*/ 4329690 h 6640493"/>
              <a:gd name="connsiteX1192" fmla="*/ 5040093 w 6604001"/>
              <a:gd name="connsiteY1192" fmla="*/ 4325918 h 6640493"/>
              <a:gd name="connsiteX1193" fmla="*/ 4315548 w 6604001"/>
              <a:gd name="connsiteY1193" fmla="*/ 4325918 h 6640493"/>
              <a:gd name="connsiteX1194" fmla="*/ 4311779 w 6604001"/>
              <a:gd name="connsiteY1194" fmla="*/ 4329687 h 6640493"/>
              <a:gd name="connsiteX1195" fmla="*/ 4304242 w 6604001"/>
              <a:gd name="connsiteY1195" fmla="*/ 4329687 h 6640493"/>
              <a:gd name="connsiteX1196" fmla="*/ 4149725 w 6604001"/>
              <a:gd name="connsiteY1196" fmla="*/ 5369899 h 6640493"/>
              <a:gd name="connsiteX1197" fmla="*/ 4153494 w 6604001"/>
              <a:gd name="connsiteY1197" fmla="*/ 5369899 h 6640493"/>
              <a:gd name="connsiteX1198" fmla="*/ 4157262 w 6604001"/>
              <a:gd name="connsiteY1198" fmla="*/ 5373668 h 6640493"/>
              <a:gd name="connsiteX1199" fmla="*/ 4605738 w 6604001"/>
              <a:gd name="connsiteY1199" fmla="*/ 4902558 h 6640493"/>
              <a:gd name="connsiteX1200" fmla="*/ 4613275 w 6604001"/>
              <a:gd name="connsiteY1200" fmla="*/ 4849793 h 6640493"/>
              <a:gd name="connsiteX1201" fmla="*/ 4315548 w 6604001"/>
              <a:gd name="connsiteY1201" fmla="*/ 4325918 h 6640493"/>
              <a:gd name="connsiteX1202" fmla="*/ 4282852 w 6604001"/>
              <a:gd name="connsiteY1202" fmla="*/ 4325918 h 6640493"/>
              <a:gd name="connsiteX1203" fmla="*/ 3844545 w 6604001"/>
              <a:gd name="connsiteY1203" fmla="*/ 4819642 h 6640493"/>
              <a:gd name="connsiteX1204" fmla="*/ 3840767 w 6604001"/>
              <a:gd name="connsiteY1204" fmla="*/ 4868638 h 6640493"/>
              <a:gd name="connsiteX1205" fmla="*/ 3840767 w 6604001"/>
              <a:gd name="connsiteY1205" fmla="*/ 4872407 h 6640493"/>
              <a:gd name="connsiteX1206" fmla="*/ 3836988 w 6604001"/>
              <a:gd name="connsiteY1206" fmla="*/ 4876175 h 6640493"/>
              <a:gd name="connsiteX1207" fmla="*/ 4127933 w 6604001"/>
              <a:gd name="connsiteY1207" fmla="*/ 5373668 h 6640493"/>
              <a:gd name="connsiteX1208" fmla="*/ 4131712 w 6604001"/>
              <a:gd name="connsiteY1208" fmla="*/ 5373668 h 6640493"/>
              <a:gd name="connsiteX1209" fmla="*/ 4135490 w 6604001"/>
              <a:gd name="connsiteY1209" fmla="*/ 5373668 h 6640493"/>
              <a:gd name="connsiteX1210" fmla="*/ 4135490 w 6604001"/>
              <a:gd name="connsiteY1210" fmla="*/ 5369899 h 6640493"/>
              <a:gd name="connsiteX1211" fmla="*/ 4139269 w 6604001"/>
              <a:gd name="connsiteY1211" fmla="*/ 5369899 h 6640493"/>
              <a:gd name="connsiteX1212" fmla="*/ 4294188 w 6604001"/>
              <a:gd name="connsiteY1212" fmla="*/ 4329687 h 6640493"/>
              <a:gd name="connsiteX1213" fmla="*/ 4290410 w 6604001"/>
              <a:gd name="connsiteY1213" fmla="*/ 4329687 h 6640493"/>
              <a:gd name="connsiteX1214" fmla="*/ 4286631 w 6604001"/>
              <a:gd name="connsiteY1214" fmla="*/ 4329687 h 6640493"/>
              <a:gd name="connsiteX1215" fmla="*/ 4282852 w 6604001"/>
              <a:gd name="connsiteY1215" fmla="*/ 4325918 h 6640493"/>
              <a:gd name="connsiteX1216" fmla="*/ 147639 w 6604001"/>
              <a:gd name="connsiteY1216" fmla="*/ 4295940 h 6640493"/>
              <a:gd name="connsiteX1217" fmla="*/ 150456 w 6604001"/>
              <a:gd name="connsiteY1217" fmla="*/ 4295940 h 6640493"/>
              <a:gd name="connsiteX1218" fmla="*/ 168061 w 6604001"/>
              <a:gd name="connsiteY1218" fmla="*/ 4355628 h 6640493"/>
              <a:gd name="connsiteX1219" fmla="*/ 146689 w 6604001"/>
              <a:gd name="connsiteY1219" fmla="*/ 4295940 h 6640493"/>
              <a:gd name="connsiteX1220" fmla="*/ 147489 w 6604001"/>
              <a:gd name="connsiteY1220" fmla="*/ 4295940 h 6640493"/>
              <a:gd name="connsiteX1221" fmla="*/ 176365 w 6604001"/>
              <a:gd name="connsiteY1221" fmla="*/ 4389480 h 6640493"/>
              <a:gd name="connsiteX1222" fmla="*/ 199577 w 6604001"/>
              <a:gd name="connsiteY1222" fmla="*/ 4454647 h 6640493"/>
              <a:gd name="connsiteX1223" fmla="*/ 210632 w 6604001"/>
              <a:gd name="connsiteY1223" fmla="*/ 4486579 h 6640493"/>
              <a:gd name="connsiteX1224" fmla="*/ 213790 w 6604001"/>
              <a:gd name="connsiteY1224" fmla="*/ 4494549 h 6640493"/>
              <a:gd name="connsiteX1225" fmla="*/ 234157 w 6604001"/>
              <a:gd name="connsiteY1225" fmla="*/ 4551727 h 6640493"/>
              <a:gd name="connsiteX1226" fmla="*/ 270263 w 6604001"/>
              <a:gd name="connsiteY1226" fmla="*/ 4636576 h 6640493"/>
              <a:gd name="connsiteX1227" fmla="*/ 298422 w 6604001"/>
              <a:gd name="connsiteY1227" fmla="*/ 4698798 h 6640493"/>
              <a:gd name="connsiteX1228" fmla="*/ 297317 w 6604001"/>
              <a:gd name="connsiteY1228" fmla="*/ 4698798 h 6640493"/>
              <a:gd name="connsiteX1229" fmla="*/ 299581 w 6604001"/>
              <a:gd name="connsiteY1229" fmla="*/ 4701361 h 6640493"/>
              <a:gd name="connsiteX1230" fmla="*/ 305263 w 6604001"/>
              <a:gd name="connsiteY1230" fmla="*/ 4713915 h 6640493"/>
              <a:gd name="connsiteX1231" fmla="*/ 312074 w 6604001"/>
              <a:gd name="connsiteY1231" fmla="*/ 4727698 h 6640493"/>
              <a:gd name="connsiteX1232" fmla="*/ 328613 w 6604001"/>
              <a:gd name="connsiteY1232" fmla="*/ 4770418 h 6640493"/>
              <a:gd name="connsiteX1233" fmla="*/ 233849 w 6604001"/>
              <a:gd name="connsiteY1233" fmla="*/ 4552008 h 6640493"/>
              <a:gd name="connsiteX1234" fmla="*/ 158038 w 6604001"/>
              <a:gd name="connsiteY1234" fmla="*/ 4337363 h 6640493"/>
              <a:gd name="connsiteX1235" fmla="*/ 150456 w 6604001"/>
              <a:gd name="connsiteY1235" fmla="*/ 4311003 h 6640493"/>
              <a:gd name="connsiteX1236" fmla="*/ 148220 w 6604001"/>
              <a:gd name="connsiteY1236" fmla="*/ 4303228 h 6640493"/>
              <a:gd name="connsiteX1237" fmla="*/ 146666 w 6604001"/>
              <a:gd name="connsiteY1237" fmla="*/ 4295830 h 6640493"/>
              <a:gd name="connsiteX1238" fmla="*/ 146689 w 6604001"/>
              <a:gd name="connsiteY1238" fmla="*/ 4295940 h 6640493"/>
              <a:gd name="connsiteX1239" fmla="*/ 146666 w 6604001"/>
              <a:gd name="connsiteY1239" fmla="*/ 4295940 h 6640493"/>
              <a:gd name="connsiteX1240" fmla="*/ 144985 w 6604001"/>
              <a:gd name="connsiteY1240" fmla="*/ 4287828 h 6640493"/>
              <a:gd name="connsiteX1241" fmla="*/ 146666 w 6604001"/>
              <a:gd name="connsiteY1241" fmla="*/ 4293273 h 6640493"/>
              <a:gd name="connsiteX1242" fmla="*/ 146666 w 6604001"/>
              <a:gd name="connsiteY1242" fmla="*/ 4295830 h 6640493"/>
              <a:gd name="connsiteX1243" fmla="*/ 144002 w 6604001"/>
              <a:gd name="connsiteY1243" fmla="*/ 4284643 h 6640493"/>
              <a:gd name="connsiteX1244" fmla="*/ 144316 w 6604001"/>
              <a:gd name="connsiteY1244" fmla="*/ 4284643 h 6640493"/>
              <a:gd name="connsiteX1245" fmla="*/ 144985 w 6604001"/>
              <a:gd name="connsiteY1245" fmla="*/ 4287828 h 6640493"/>
              <a:gd name="connsiteX1246" fmla="*/ 6323412 w 6604001"/>
              <a:gd name="connsiteY1246" fmla="*/ 4280529 h 6640493"/>
              <a:gd name="connsiteX1247" fmla="*/ 6301490 w 6604001"/>
              <a:gd name="connsiteY1247" fmla="*/ 4330903 h 6640493"/>
              <a:gd name="connsiteX1248" fmla="*/ 6303177 w 6604001"/>
              <a:gd name="connsiteY1248" fmla="*/ 4321736 h 6640493"/>
              <a:gd name="connsiteX1249" fmla="*/ 6313911 w 6604001"/>
              <a:gd name="connsiteY1249" fmla="*/ 4296953 h 6640493"/>
              <a:gd name="connsiteX1250" fmla="*/ 6466454 w 6604001"/>
              <a:gd name="connsiteY1250" fmla="*/ 4279071 h 6640493"/>
              <a:gd name="connsiteX1251" fmla="*/ 6461850 w 6604001"/>
              <a:gd name="connsiteY1251" fmla="*/ 4294123 h 6640493"/>
              <a:gd name="connsiteX1252" fmla="*/ 6424562 w 6604001"/>
              <a:gd name="connsiteY1252" fmla="*/ 4411097 h 6640493"/>
              <a:gd name="connsiteX1253" fmla="*/ 6420136 w 6604001"/>
              <a:gd name="connsiteY1253" fmla="*/ 4423734 h 6640493"/>
              <a:gd name="connsiteX1254" fmla="*/ 6448326 w 6604001"/>
              <a:gd name="connsiteY1254" fmla="*/ 4335690 h 6640493"/>
              <a:gd name="connsiteX1255" fmla="*/ 5669950 w 6604001"/>
              <a:gd name="connsiteY1255" fmla="*/ 4262418 h 6640493"/>
              <a:gd name="connsiteX1256" fmla="*/ 5341549 w 6604001"/>
              <a:gd name="connsiteY1256" fmla="*/ 4771523 h 6640493"/>
              <a:gd name="connsiteX1257" fmla="*/ 5341549 w 6604001"/>
              <a:gd name="connsiteY1257" fmla="*/ 4775294 h 6640493"/>
              <a:gd name="connsiteX1258" fmla="*/ 5345324 w 6604001"/>
              <a:gd name="connsiteY1258" fmla="*/ 4775294 h 6640493"/>
              <a:gd name="connsiteX1259" fmla="*/ 5334000 w 6604001"/>
              <a:gd name="connsiteY1259" fmla="*/ 4820548 h 6640493"/>
              <a:gd name="connsiteX1260" fmla="*/ 5526511 w 6604001"/>
              <a:gd name="connsiteY1260" fmla="*/ 5156180 h 6640493"/>
              <a:gd name="connsiteX1261" fmla="*/ 5526511 w 6604001"/>
              <a:gd name="connsiteY1261" fmla="*/ 5152409 h 6640493"/>
              <a:gd name="connsiteX1262" fmla="*/ 5530286 w 6604001"/>
              <a:gd name="connsiteY1262" fmla="*/ 5152409 h 6640493"/>
              <a:gd name="connsiteX1263" fmla="*/ 5534060 w 6604001"/>
              <a:gd name="connsiteY1263" fmla="*/ 5148638 h 6640493"/>
              <a:gd name="connsiteX1264" fmla="*/ 5534060 w 6604001"/>
              <a:gd name="connsiteY1264" fmla="*/ 5144867 h 6640493"/>
              <a:gd name="connsiteX1265" fmla="*/ 5673725 w 6604001"/>
              <a:gd name="connsiteY1265" fmla="*/ 4266189 h 6640493"/>
              <a:gd name="connsiteX1266" fmla="*/ 5673725 w 6604001"/>
              <a:gd name="connsiteY1266" fmla="*/ 4262418 h 6640493"/>
              <a:gd name="connsiteX1267" fmla="*/ 5669950 w 6604001"/>
              <a:gd name="connsiteY1267" fmla="*/ 4262418 h 6640493"/>
              <a:gd name="connsiteX1268" fmla="*/ 3487209 w 6604001"/>
              <a:gd name="connsiteY1268" fmla="*/ 4259243 h 6640493"/>
              <a:gd name="connsiteX1269" fmla="*/ 3483442 w 6604001"/>
              <a:gd name="connsiteY1269" fmla="*/ 4263007 h 6640493"/>
              <a:gd name="connsiteX1270" fmla="*/ 3475908 w 6604001"/>
              <a:gd name="connsiteY1270" fmla="*/ 4266771 h 6640493"/>
              <a:gd name="connsiteX1271" fmla="*/ 3328988 w 6604001"/>
              <a:gd name="connsiteY1271" fmla="*/ 5286766 h 6640493"/>
              <a:gd name="connsiteX1272" fmla="*/ 3332755 w 6604001"/>
              <a:gd name="connsiteY1272" fmla="*/ 5286766 h 6640493"/>
              <a:gd name="connsiteX1273" fmla="*/ 3336522 w 6604001"/>
              <a:gd name="connsiteY1273" fmla="*/ 5290529 h 6640493"/>
              <a:gd name="connsiteX1274" fmla="*/ 3336522 w 6604001"/>
              <a:gd name="connsiteY1274" fmla="*/ 5294293 h 6640493"/>
              <a:gd name="connsiteX1275" fmla="*/ 3796117 w 6604001"/>
              <a:gd name="connsiteY1275" fmla="*/ 4872746 h 6640493"/>
              <a:gd name="connsiteX1276" fmla="*/ 3799884 w 6604001"/>
              <a:gd name="connsiteY1276" fmla="*/ 4823816 h 6640493"/>
              <a:gd name="connsiteX1277" fmla="*/ 3803651 w 6604001"/>
              <a:gd name="connsiteY1277" fmla="*/ 4823816 h 6640493"/>
              <a:gd name="connsiteX1278" fmla="*/ 3803651 w 6604001"/>
              <a:gd name="connsiteY1278" fmla="*/ 4820052 h 6640493"/>
              <a:gd name="connsiteX1279" fmla="*/ 3487209 w 6604001"/>
              <a:gd name="connsiteY1279" fmla="*/ 4259243 h 6640493"/>
              <a:gd name="connsiteX1280" fmla="*/ 135905 w 6604001"/>
              <a:gd name="connsiteY1280" fmla="*/ 4255808 h 6640493"/>
              <a:gd name="connsiteX1281" fmla="*/ 137159 w 6604001"/>
              <a:gd name="connsiteY1281" fmla="*/ 4259897 h 6640493"/>
              <a:gd name="connsiteX1282" fmla="*/ 136011 w 6604001"/>
              <a:gd name="connsiteY1282" fmla="*/ 4258759 h 6640493"/>
              <a:gd name="connsiteX1283" fmla="*/ 135905 w 6604001"/>
              <a:gd name="connsiteY1283" fmla="*/ 4258416 h 6640493"/>
              <a:gd name="connsiteX1284" fmla="*/ 137251 w 6604001"/>
              <a:gd name="connsiteY1284" fmla="*/ 4254880 h 6640493"/>
              <a:gd name="connsiteX1285" fmla="*/ 139402 w 6604001"/>
              <a:gd name="connsiteY1285" fmla="*/ 4254880 h 6640493"/>
              <a:gd name="connsiteX1286" fmla="*/ 139700 w 6604001"/>
              <a:gd name="connsiteY1286" fmla="*/ 4262415 h 6640493"/>
              <a:gd name="connsiteX1287" fmla="*/ 3452624 w 6604001"/>
              <a:gd name="connsiteY1287" fmla="*/ 4254481 h 6640493"/>
              <a:gd name="connsiteX1288" fmla="*/ 3026959 w 6604001"/>
              <a:gd name="connsiteY1288" fmla="*/ 4703321 h 6640493"/>
              <a:gd name="connsiteX1289" fmla="*/ 3019425 w 6604001"/>
              <a:gd name="connsiteY1289" fmla="*/ 4752353 h 6640493"/>
              <a:gd name="connsiteX1290" fmla="*/ 3305713 w 6604001"/>
              <a:gd name="connsiteY1290" fmla="*/ 5287943 h 6640493"/>
              <a:gd name="connsiteX1291" fmla="*/ 3309480 w 6604001"/>
              <a:gd name="connsiteY1291" fmla="*/ 5287943 h 6640493"/>
              <a:gd name="connsiteX1292" fmla="*/ 3313247 w 6604001"/>
              <a:gd name="connsiteY1292" fmla="*/ 5287943 h 6640493"/>
              <a:gd name="connsiteX1293" fmla="*/ 3317014 w 6604001"/>
              <a:gd name="connsiteY1293" fmla="*/ 5284171 h 6640493"/>
              <a:gd name="connsiteX1294" fmla="*/ 3463925 w 6604001"/>
              <a:gd name="connsiteY1294" fmla="*/ 4265797 h 6640493"/>
              <a:gd name="connsiteX1295" fmla="*/ 3460158 w 6604001"/>
              <a:gd name="connsiteY1295" fmla="*/ 4262025 h 6640493"/>
              <a:gd name="connsiteX1296" fmla="*/ 3456391 w 6604001"/>
              <a:gd name="connsiteY1296" fmla="*/ 4262025 h 6640493"/>
              <a:gd name="connsiteX1297" fmla="*/ 3452624 w 6604001"/>
              <a:gd name="connsiteY1297" fmla="*/ 4258253 h 6640493"/>
              <a:gd name="connsiteX1298" fmla="*/ 3452624 w 6604001"/>
              <a:gd name="connsiteY1298" fmla="*/ 4254481 h 6640493"/>
              <a:gd name="connsiteX1299" fmla="*/ 135508 w 6604001"/>
              <a:gd name="connsiteY1299" fmla="*/ 4249515 h 6640493"/>
              <a:gd name="connsiteX1300" fmla="*/ 137251 w 6604001"/>
              <a:gd name="connsiteY1300" fmla="*/ 4254880 h 6640493"/>
              <a:gd name="connsiteX1301" fmla="*/ 135920 w 6604001"/>
              <a:gd name="connsiteY1301" fmla="*/ 4254880 h 6640493"/>
              <a:gd name="connsiteX1302" fmla="*/ 135920 w 6604001"/>
              <a:gd name="connsiteY1302" fmla="*/ 4251111 h 6640493"/>
              <a:gd name="connsiteX1303" fmla="*/ 6485791 w 6604001"/>
              <a:gd name="connsiteY1303" fmla="*/ 4213468 h 6640493"/>
              <a:gd name="connsiteX1304" fmla="*/ 6480374 w 6604001"/>
              <a:gd name="connsiteY1304" fmla="*/ 4235595 h 6640493"/>
              <a:gd name="connsiteX1305" fmla="*/ 6466454 w 6604001"/>
              <a:gd name="connsiteY1305" fmla="*/ 4279071 h 6640493"/>
              <a:gd name="connsiteX1306" fmla="*/ 6479666 w 6604001"/>
              <a:gd name="connsiteY1306" fmla="*/ 4235878 h 6640493"/>
              <a:gd name="connsiteX1307" fmla="*/ 126063 w 6604001"/>
              <a:gd name="connsiteY1307" fmla="*/ 4212994 h 6640493"/>
              <a:gd name="connsiteX1308" fmla="*/ 135508 w 6604001"/>
              <a:gd name="connsiteY1308" fmla="*/ 4249515 h 6640493"/>
              <a:gd name="connsiteX1309" fmla="*/ 132387 w 6604001"/>
              <a:gd name="connsiteY1309" fmla="*/ 4239915 h 6640493"/>
              <a:gd name="connsiteX1310" fmla="*/ 164689 w 6604001"/>
              <a:gd name="connsiteY1310" fmla="*/ 4192994 h 6640493"/>
              <a:gd name="connsiteX1311" fmla="*/ 179488 w 6604001"/>
              <a:gd name="connsiteY1311" fmla="*/ 4247366 h 6640493"/>
              <a:gd name="connsiteX1312" fmla="*/ 225350 w 6604001"/>
              <a:gd name="connsiteY1312" fmla="*/ 4386273 h 6640493"/>
              <a:gd name="connsiteX1313" fmla="*/ 232649 w 6604001"/>
              <a:gd name="connsiteY1313" fmla="*/ 4407069 h 6640493"/>
              <a:gd name="connsiteX1314" fmla="*/ 227349 w 6604001"/>
              <a:gd name="connsiteY1314" fmla="*/ 4392614 h 6640493"/>
              <a:gd name="connsiteX1315" fmla="*/ 173762 w 6604001"/>
              <a:gd name="connsiteY1315" fmla="*/ 4228149 h 6640493"/>
              <a:gd name="connsiteX1316" fmla="*/ 115293 w 6604001"/>
              <a:gd name="connsiteY1316" fmla="*/ 4187318 h 6640493"/>
              <a:gd name="connsiteX1317" fmla="*/ 132387 w 6604001"/>
              <a:gd name="connsiteY1317" fmla="*/ 4239915 h 6640493"/>
              <a:gd name="connsiteX1318" fmla="*/ 135905 w 6604001"/>
              <a:gd name="connsiteY1318" fmla="*/ 4254889 h 6640493"/>
              <a:gd name="connsiteX1319" fmla="*/ 135905 w 6604001"/>
              <a:gd name="connsiteY1319" fmla="*/ 4255808 h 6640493"/>
              <a:gd name="connsiteX1320" fmla="*/ 117486 w 6604001"/>
              <a:gd name="connsiteY1320" fmla="*/ 4195746 h 6640493"/>
              <a:gd name="connsiteX1321" fmla="*/ 107665 w 6604001"/>
              <a:gd name="connsiteY1321" fmla="*/ 4163850 h 6640493"/>
              <a:gd name="connsiteX1322" fmla="*/ 108356 w 6604001"/>
              <a:gd name="connsiteY1322" fmla="*/ 4165975 h 6640493"/>
              <a:gd name="connsiteX1323" fmla="*/ 117486 w 6604001"/>
              <a:gd name="connsiteY1323" fmla="*/ 4195746 h 6640493"/>
              <a:gd name="connsiteX1324" fmla="*/ 122461 w 6604001"/>
              <a:gd name="connsiteY1324" fmla="*/ 4214866 h 6640493"/>
              <a:gd name="connsiteX1325" fmla="*/ 135905 w 6604001"/>
              <a:gd name="connsiteY1325" fmla="*/ 4258416 h 6640493"/>
              <a:gd name="connsiteX1326" fmla="*/ 135905 w 6604001"/>
              <a:gd name="connsiteY1326" fmla="*/ 4258654 h 6640493"/>
              <a:gd name="connsiteX1327" fmla="*/ 136011 w 6604001"/>
              <a:gd name="connsiteY1327" fmla="*/ 4258759 h 6640493"/>
              <a:gd name="connsiteX1328" fmla="*/ 139171 w 6604001"/>
              <a:gd name="connsiteY1328" fmla="*/ 4268996 h 6640493"/>
              <a:gd name="connsiteX1329" fmla="*/ 139171 w 6604001"/>
              <a:gd name="connsiteY1329" fmla="*/ 4270236 h 6640493"/>
              <a:gd name="connsiteX1330" fmla="*/ 139730 w 6604001"/>
              <a:gd name="connsiteY1330" fmla="*/ 4270806 h 6640493"/>
              <a:gd name="connsiteX1331" fmla="*/ 144002 w 6604001"/>
              <a:gd name="connsiteY1331" fmla="*/ 4284643 h 6640493"/>
              <a:gd name="connsiteX1332" fmla="*/ 142875 w 6604001"/>
              <a:gd name="connsiteY1332" fmla="*/ 4284643 h 6640493"/>
              <a:gd name="connsiteX1333" fmla="*/ 148220 w 6604001"/>
              <a:gd name="connsiteY1333" fmla="*/ 4303228 h 6640493"/>
              <a:gd name="connsiteX1334" fmla="*/ 153988 w 6604001"/>
              <a:gd name="connsiteY1334" fmla="*/ 4330681 h 6640493"/>
              <a:gd name="connsiteX1335" fmla="*/ 115094 w 6604001"/>
              <a:gd name="connsiteY1335" fmla="*/ 4192790 h 6640493"/>
              <a:gd name="connsiteX1336" fmla="*/ 2669382 w 6604001"/>
              <a:gd name="connsiteY1336" fmla="*/ 4141768 h 6640493"/>
              <a:gd name="connsiteX1337" fmla="*/ 2665611 w 6604001"/>
              <a:gd name="connsiteY1337" fmla="*/ 4145539 h 6640493"/>
              <a:gd name="connsiteX1338" fmla="*/ 2533650 w 6604001"/>
              <a:gd name="connsiteY1338" fmla="*/ 5084542 h 6640493"/>
              <a:gd name="connsiteX1339" fmla="*/ 2537421 w 6604001"/>
              <a:gd name="connsiteY1339" fmla="*/ 5088313 h 6640493"/>
              <a:gd name="connsiteX1340" fmla="*/ 2537421 w 6604001"/>
              <a:gd name="connsiteY1340" fmla="*/ 5092084 h 6640493"/>
              <a:gd name="connsiteX1341" fmla="*/ 2541191 w 6604001"/>
              <a:gd name="connsiteY1341" fmla="*/ 5092084 h 6640493"/>
              <a:gd name="connsiteX1342" fmla="*/ 2541191 w 6604001"/>
              <a:gd name="connsiteY1342" fmla="*/ 5095855 h 6640493"/>
              <a:gd name="connsiteX1343" fmla="*/ 2978548 w 6604001"/>
              <a:gd name="connsiteY1343" fmla="*/ 4748914 h 6640493"/>
              <a:gd name="connsiteX1344" fmla="*/ 2986088 w 6604001"/>
              <a:gd name="connsiteY1344" fmla="*/ 4696119 h 6640493"/>
              <a:gd name="connsiteX1345" fmla="*/ 2673152 w 6604001"/>
              <a:gd name="connsiteY1345" fmla="*/ 4141768 h 6640493"/>
              <a:gd name="connsiteX1346" fmla="*/ 2669382 w 6604001"/>
              <a:gd name="connsiteY1346" fmla="*/ 4141768 h 6640493"/>
              <a:gd name="connsiteX1347" fmla="*/ 211138 w 6604001"/>
              <a:gd name="connsiteY1347" fmla="*/ 4138593 h 6640493"/>
              <a:gd name="connsiteX1348" fmla="*/ 213512 w 6604001"/>
              <a:gd name="connsiteY1348" fmla="*/ 4142712 h 6640493"/>
              <a:gd name="connsiteX1349" fmla="*/ 226558 w 6604001"/>
              <a:gd name="connsiteY1349" fmla="*/ 4210679 h 6640493"/>
              <a:gd name="connsiteX1350" fmla="*/ 235997 w 6604001"/>
              <a:gd name="connsiteY1350" fmla="*/ 4292426 h 6640493"/>
              <a:gd name="connsiteX1351" fmla="*/ 247855 w 6604001"/>
              <a:gd name="connsiteY1351" fmla="*/ 4409498 h 6640493"/>
              <a:gd name="connsiteX1352" fmla="*/ 242570 w 6604001"/>
              <a:gd name="connsiteY1352" fmla="*/ 4376313 h 6640493"/>
              <a:gd name="connsiteX1353" fmla="*/ 211138 w 6604001"/>
              <a:gd name="connsiteY1353" fmla="*/ 4138593 h 6640493"/>
              <a:gd name="connsiteX1354" fmla="*/ 2643001 w 6604001"/>
              <a:gd name="connsiteY1354" fmla="*/ 4133831 h 6640493"/>
              <a:gd name="connsiteX1355" fmla="*/ 2243730 w 6604001"/>
              <a:gd name="connsiteY1355" fmla="*/ 4506780 h 6640493"/>
              <a:gd name="connsiteX1356" fmla="*/ 2243730 w 6604001"/>
              <a:gd name="connsiteY1356" fmla="*/ 4510548 h 6640493"/>
              <a:gd name="connsiteX1357" fmla="*/ 2247497 w 6604001"/>
              <a:gd name="connsiteY1357" fmla="*/ 4510548 h 6640493"/>
              <a:gd name="connsiteX1358" fmla="*/ 2239963 w 6604001"/>
              <a:gd name="connsiteY1358" fmla="*/ 4551986 h 6640493"/>
              <a:gd name="connsiteX1359" fmla="*/ 2511166 w 6604001"/>
              <a:gd name="connsiteY1359" fmla="*/ 5083156 h 6640493"/>
              <a:gd name="connsiteX1360" fmla="*/ 2514933 w 6604001"/>
              <a:gd name="connsiteY1360" fmla="*/ 5083156 h 6640493"/>
              <a:gd name="connsiteX1361" fmla="*/ 2518700 w 6604001"/>
              <a:gd name="connsiteY1361" fmla="*/ 5083156 h 6640493"/>
              <a:gd name="connsiteX1362" fmla="*/ 2522466 w 6604001"/>
              <a:gd name="connsiteY1362" fmla="*/ 5083156 h 6640493"/>
              <a:gd name="connsiteX1363" fmla="*/ 2654301 w 6604001"/>
              <a:gd name="connsiteY1363" fmla="*/ 4141366 h 6640493"/>
              <a:gd name="connsiteX1364" fmla="*/ 2646768 w 6604001"/>
              <a:gd name="connsiteY1364" fmla="*/ 4141366 h 6640493"/>
              <a:gd name="connsiteX1365" fmla="*/ 2646768 w 6604001"/>
              <a:gd name="connsiteY1365" fmla="*/ 4137598 h 6640493"/>
              <a:gd name="connsiteX1366" fmla="*/ 2643001 w 6604001"/>
              <a:gd name="connsiteY1366" fmla="*/ 4133831 h 6640493"/>
              <a:gd name="connsiteX1367" fmla="*/ 6147790 w 6604001"/>
              <a:gd name="connsiteY1367" fmla="*/ 4130656 h 6640493"/>
              <a:gd name="connsiteX1368" fmla="*/ 5894986 w 6604001"/>
              <a:gd name="connsiteY1368" fmla="*/ 4601178 h 6640493"/>
              <a:gd name="connsiteX1369" fmla="*/ 5891213 w 6604001"/>
              <a:gd name="connsiteY1369" fmla="*/ 4642584 h 6640493"/>
              <a:gd name="connsiteX1370" fmla="*/ 6027048 w 6604001"/>
              <a:gd name="connsiteY1370" fmla="*/ 4860906 h 6640493"/>
              <a:gd name="connsiteX1371" fmla="*/ 6030821 w 6604001"/>
              <a:gd name="connsiteY1371" fmla="*/ 4857142 h 6640493"/>
              <a:gd name="connsiteX1372" fmla="*/ 6030821 w 6604001"/>
              <a:gd name="connsiteY1372" fmla="*/ 4853378 h 6640493"/>
              <a:gd name="connsiteX1373" fmla="*/ 6151563 w 6604001"/>
              <a:gd name="connsiteY1373" fmla="*/ 4134420 h 6640493"/>
              <a:gd name="connsiteX1374" fmla="*/ 6147790 w 6604001"/>
              <a:gd name="connsiteY1374" fmla="*/ 4134420 h 6640493"/>
              <a:gd name="connsiteX1375" fmla="*/ 6147790 w 6604001"/>
              <a:gd name="connsiteY1375" fmla="*/ 4130656 h 6640493"/>
              <a:gd name="connsiteX1376" fmla="*/ 6163270 w 6604001"/>
              <a:gd name="connsiteY1376" fmla="*/ 4122718 h 6640493"/>
              <a:gd name="connsiteX1377" fmla="*/ 6163270 w 6604001"/>
              <a:gd name="connsiteY1377" fmla="*/ 4126485 h 6640493"/>
              <a:gd name="connsiteX1378" fmla="*/ 6155730 w 6604001"/>
              <a:gd name="connsiteY1378" fmla="*/ 4130253 h 6640493"/>
              <a:gd name="connsiteX1379" fmla="*/ 6038850 w 6604001"/>
              <a:gd name="connsiteY1379" fmla="*/ 4849793 h 6640493"/>
              <a:gd name="connsiteX1380" fmla="*/ 6042620 w 6604001"/>
              <a:gd name="connsiteY1380" fmla="*/ 4849793 h 6640493"/>
              <a:gd name="connsiteX1381" fmla="*/ 6046391 w 6604001"/>
              <a:gd name="connsiteY1381" fmla="*/ 4849793 h 6640493"/>
              <a:gd name="connsiteX1382" fmla="*/ 6276380 w 6604001"/>
              <a:gd name="connsiteY1382" fmla="*/ 4393959 h 6640493"/>
              <a:gd name="connsiteX1383" fmla="*/ 6280150 w 6604001"/>
              <a:gd name="connsiteY1383" fmla="*/ 4363821 h 6640493"/>
              <a:gd name="connsiteX1384" fmla="*/ 6163270 w 6604001"/>
              <a:gd name="connsiteY1384" fmla="*/ 4122718 h 6640493"/>
              <a:gd name="connsiteX1385" fmla="*/ 303614 w 6604001"/>
              <a:gd name="connsiteY1385" fmla="*/ 4109623 h 6640493"/>
              <a:gd name="connsiteX1386" fmla="*/ 318156 w 6604001"/>
              <a:gd name="connsiteY1386" fmla="*/ 4155281 h 6640493"/>
              <a:gd name="connsiteX1387" fmla="*/ 329948 w 6604001"/>
              <a:gd name="connsiteY1387" fmla="*/ 4218687 h 6640493"/>
              <a:gd name="connsiteX1388" fmla="*/ 341015 w 6604001"/>
              <a:gd name="connsiteY1388" fmla="*/ 4298257 h 6640493"/>
              <a:gd name="connsiteX1389" fmla="*/ 337827 w 6604001"/>
              <a:gd name="connsiteY1389" fmla="*/ 4282461 h 6640493"/>
              <a:gd name="connsiteX1390" fmla="*/ 315807 w 6604001"/>
              <a:gd name="connsiteY1390" fmla="*/ 4171675 h 6640493"/>
              <a:gd name="connsiteX1391" fmla="*/ 6512616 w 6604001"/>
              <a:gd name="connsiteY1391" fmla="*/ 4103910 h 6640493"/>
              <a:gd name="connsiteX1392" fmla="*/ 6509359 w 6604001"/>
              <a:gd name="connsiteY1392" fmla="*/ 4118234 h 6640493"/>
              <a:gd name="connsiteX1393" fmla="*/ 6493265 w 6604001"/>
              <a:gd name="connsiteY1393" fmla="*/ 4186127 h 6640493"/>
              <a:gd name="connsiteX1394" fmla="*/ 6485791 w 6604001"/>
              <a:gd name="connsiteY1394" fmla="*/ 4213468 h 6640493"/>
              <a:gd name="connsiteX1395" fmla="*/ 6504881 w 6604001"/>
              <a:gd name="connsiteY1395" fmla="*/ 4135501 h 6640493"/>
              <a:gd name="connsiteX1396" fmla="*/ 92918 w 6604001"/>
              <a:gd name="connsiteY1396" fmla="*/ 4069678 h 6640493"/>
              <a:gd name="connsiteX1397" fmla="*/ 96201 w 6604001"/>
              <a:gd name="connsiteY1397" fmla="*/ 4084818 h 6640493"/>
              <a:gd name="connsiteX1398" fmla="*/ 119408 w 6604001"/>
              <a:gd name="connsiteY1398" fmla="*/ 4184670 h 6640493"/>
              <a:gd name="connsiteX1399" fmla="*/ 126063 w 6604001"/>
              <a:gd name="connsiteY1399" fmla="*/ 4212994 h 6640493"/>
              <a:gd name="connsiteX1400" fmla="*/ 120897 w 6604001"/>
              <a:gd name="connsiteY1400" fmla="*/ 4193022 h 6640493"/>
              <a:gd name="connsiteX1401" fmla="*/ 92926 w 6604001"/>
              <a:gd name="connsiteY1401" fmla="*/ 4069723 h 6640493"/>
              <a:gd name="connsiteX1402" fmla="*/ 128588 w 6604001"/>
              <a:gd name="connsiteY1402" fmla="*/ 4059218 h 6640493"/>
              <a:gd name="connsiteX1403" fmla="*/ 129211 w 6604001"/>
              <a:gd name="connsiteY1403" fmla="*/ 4060460 h 6640493"/>
              <a:gd name="connsiteX1404" fmla="*/ 135448 w 6604001"/>
              <a:gd name="connsiteY1404" fmla="*/ 4154999 h 6640493"/>
              <a:gd name="connsiteX1405" fmla="*/ 137408 w 6604001"/>
              <a:gd name="connsiteY1405" fmla="*/ 4204504 h 6640493"/>
              <a:gd name="connsiteX1406" fmla="*/ 134715 w 6604001"/>
              <a:gd name="connsiteY1406" fmla="*/ 4174459 h 6640493"/>
              <a:gd name="connsiteX1407" fmla="*/ 128588 w 6604001"/>
              <a:gd name="connsiteY1407" fmla="*/ 4059218 h 6640493"/>
              <a:gd name="connsiteX1408" fmla="*/ 6529388 w 6604001"/>
              <a:gd name="connsiteY1408" fmla="*/ 4035406 h 6640493"/>
              <a:gd name="connsiteX1409" fmla="*/ 6512616 w 6604001"/>
              <a:gd name="connsiteY1409" fmla="*/ 4103910 h 6640493"/>
              <a:gd name="connsiteX1410" fmla="*/ 6516225 w 6604001"/>
              <a:gd name="connsiteY1410" fmla="*/ 4088037 h 6640493"/>
              <a:gd name="connsiteX1411" fmla="*/ 6524945 w 6604001"/>
              <a:gd name="connsiteY1411" fmla="*/ 4050157 h 6640493"/>
              <a:gd name="connsiteX1412" fmla="*/ 6528103 w 6604001"/>
              <a:gd name="connsiteY1412" fmla="*/ 4036693 h 6640493"/>
              <a:gd name="connsiteX1413" fmla="*/ 6538878 w 6604001"/>
              <a:gd name="connsiteY1413" fmla="*/ 3987896 h 6640493"/>
              <a:gd name="connsiteX1414" fmla="*/ 6536391 w 6604001"/>
              <a:gd name="connsiteY1414" fmla="*/ 4001636 h 6640493"/>
              <a:gd name="connsiteX1415" fmla="*/ 6532656 w 6604001"/>
              <a:gd name="connsiteY1415" fmla="*/ 4027902 h 6640493"/>
              <a:gd name="connsiteX1416" fmla="*/ 6528921 w 6604001"/>
              <a:gd name="connsiteY1416" fmla="*/ 4035406 h 6640493"/>
              <a:gd name="connsiteX1417" fmla="*/ 6528405 w 6604001"/>
              <a:gd name="connsiteY1417" fmla="*/ 4035406 h 6640493"/>
              <a:gd name="connsiteX1418" fmla="*/ 6536182 w 6604001"/>
              <a:gd name="connsiteY1418" fmla="*/ 4002253 h 6640493"/>
              <a:gd name="connsiteX1419" fmla="*/ 1910812 w 6604001"/>
              <a:gd name="connsiteY1419" fmla="*/ 3983018 h 6640493"/>
              <a:gd name="connsiteX1420" fmla="*/ 1903267 w 6604001"/>
              <a:gd name="connsiteY1420" fmla="*/ 3986789 h 6640493"/>
              <a:gd name="connsiteX1421" fmla="*/ 1793875 w 6604001"/>
              <a:gd name="connsiteY1421" fmla="*/ 4789865 h 6640493"/>
              <a:gd name="connsiteX1422" fmla="*/ 1797647 w 6604001"/>
              <a:gd name="connsiteY1422" fmla="*/ 4789865 h 6640493"/>
              <a:gd name="connsiteX1423" fmla="*/ 1801420 w 6604001"/>
              <a:gd name="connsiteY1423" fmla="*/ 4793635 h 6640493"/>
              <a:gd name="connsiteX1424" fmla="*/ 1801420 w 6604001"/>
              <a:gd name="connsiteY1424" fmla="*/ 4797405 h 6640493"/>
              <a:gd name="connsiteX1425" fmla="*/ 1805192 w 6604001"/>
              <a:gd name="connsiteY1425" fmla="*/ 4797405 h 6640493"/>
              <a:gd name="connsiteX1426" fmla="*/ 2201266 w 6604001"/>
              <a:gd name="connsiteY1426" fmla="*/ 4544794 h 6640493"/>
              <a:gd name="connsiteX1427" fmla="*/ 2197494 w 6604001"/>
              <a:gd name="connsiteY1427" fmla="*/ 4537254 h 6640493"/>
              <a:gd name="connsiteX1428" fmla="*/ 2205038 w 6604001"/>
              <a:gd name="connsiteY1428" fmla="*/ 4495780 h 6640493"/>
              <a:gd name="connsiteX1429" fmla="*/ 1914584 w 6604001"/>
              <a:gd name="connsiteY1429" fmla="*/ 3983018 h 6640493"/>
              <a:gd name="connsiteX1430" fmla="*/ 1910812 w 6604001"/>
              <a:gd name="connsiteY1430" fmla="*/ 3983018 h 6640493"/>
              <a:gd name="connsiteX1431" fmla="*/ 172640 w 6604001"/>
              <a:gd name="connsiteY1431" fmla="*/ 3977055 h 6640493"/>
              <a:gd name="connsiteX1432" fmla="*/ 174554 w 6604001"/>
              <a:gd name="connsiteY1432" fmla="*/ 3985582 h 6640493"/>
              <a:gd name="connsiteX1433" fmla="*/ 182341 w 6604001"/>
              <a:gd name="connsiteY1433" fmla="*/ 4018567 h 6640493"/>
              <a:gd name="connsiteX1434" fmla="*/ 177305 w 6604001"/>
              <a:gd name="connsiteY1434" fmla="*/ 3998889 h 6640493"/>
              <a:gd name="connsiteX1435" fmla="*/ 894054 w 6604001"/>
              <a:gd name="connsiteY1435" fmla="*/ 3975081 h 6640493"/>
              <a:gd name="connsiteX1436" fmla="*/ 630238 w 6604001"/>
              <a:gd name="connsiteY1436" fmla="*/ 4005305 h 6640493"/>
              <a:gd name="connsiteX1437" fmla="*/ 634007 w 6604001"/>
              <a:gd name="connsiteY1437" fmla="*/ 4009083 h 6640493"/>
              <a:gd name="connsiteX1438" fmla="*/ 634007 w 6604001"/>
              <a:gd name="connsiteY1438" fmla="*/ 4012861 h 6640493"/>
              <a:gd name="connsiteX1439" fmla="*/ 634007 w 6604001"/>
              <a:gd name="connsiteY1439" fmla="*/ 4016639 h 6640493"/>
              <a:gd name="connsiteX1440" fmla="*/ 634007 w 6604001"/>
              <a:gd name="connsiteY1440" fmla="*/ 4020417 h 6640493"/>
              <a:gd name="connsiteX1441" fmla="*/ 630238 w 6604001"/>
              <a:gd name="connsiteY1441" fmla="*/ 4020417 h 6640493"/>
              <a:gd name="connsiteX1442" fmla="*/ 803603 w 6604001"/>
              <a:gd name="connsiteY1442" fmla="*/ 4432219 h 6640493"/>
              <a:gd name="connsiteX1443" fmla="*/ 818678 w 6604001"/>
              <a:gd name="connsiteY1443" fmla="*/ 4447331 h 6640493"/>
              <a:gd name="connsiteX1444" fmla="*/ 1120182 w 6604001"/>
              <a:gd name="connsiteY1444" fmla="*/ 4435997 h 6640493"/>
              <a:gd name="connsiteX1445" fmla="*/ 1120182 w 6604001"/>
              <a:gd name="connsiteY1445" fmla="*/ 4432219 h 6640493"/>
              <a:gd name="connsiteX1446" fmla="*/ 1120182 w 6604001"/>
              <a:gd name="connsiteY1446" fmla="*/ 4428441 h 6640493"/>
              <a:gd name="connsiteX1447" fmla="*/ 1120182 w 6604001"/>
              <a:gd name="connsiteY1447" fmla="*/ 4424663 h 6640493"/>
              <a:gd name="connsiteX1448" fmla="*/ 1120182 w 6604001"/>
              <a:gd name="connsiteY1448" fmla="*/ 4420885 h 6640493"/>
              <a:gd name="connsiteX1449" fmla="*/ 1120182 w 6604001"/>
              <a:gd name="connsiteY1449" fmla="*/ 4417107 h 6640493"/>
              <a:gd name="connsiteX1450" fmla="*/ 1123951 w 6604001"/>
              <a:gd name="connsiteY1450" fmla="*/ 4417107 h 6640493"/>
              <a:gd name="connsiteX1451" fmla="*/ 1123951 w 6604001"/>
              <a:gd name="connsiteY1451" fmla="*/ 4413329 h 6640493"/>
              <a:gd name="connsiteX1452" fmla="*/ 909130 w 6604001"/>
              <a:gd name="connsiteY1452" fmla="*/ 3986415 h 6640493"/>
              <a:gd name="connsiteX1453" fmla="*/ 894054 w 6604001"/>
              <a:gd name="connsiteY1453" fmla="*/ 3975081 h 6640493"/>
              <a:gd name="connsiteX1454" fmla="*/ 6536816 w 6604001"/>
              <a:gd name="connsiteY1454" fmla="*/ 3962529 h 6640493"/>
              <a:gd name="connsiteX1455" fmla="*/ 6525067 w 6604001"/>
              <a:gd name="connsiteY1455" fmla="*/ 4015729 h 6640493"/>
              <a:gd name="connsiteX1456" fmla="*/ 6525185 w 6604001"/>
              <a:gd name="connsiteY1456" fmla="*/ 4012893 h 6640493"/>
              <a:gd name="connsiteX1457" fmla="*/ 6529854 w 6604001"/>
              <a:gd name="connsiteY1457" fmla="*/ 3982874 h 6640493"/>
              <a:gd name="connsiteX1458" fmla="*/ 6468162 w 6604001"/>
              <a:gd name="connsiteY1458" fmla="*/ 3930631 h 6640493"/>
              <a:gd name="connsiteX1459" fmla="*/ 6464429 w 6604001"/>
              <a:gd name="connsiteY1459" fmla="*/ 3934396 h 6640493"/>
              <a:gd name="connsiteX1460" fmla="*/ 6405113 w 6604001"/>
              <a:gd name="connsiteY1460" fmla="*/ 4337801 h 6640493"/>
              <a:gd name="connsiteX1461" fmla="*/ 6379408 w 6604001"/>
              <a:gd name="connsiteY1461" fmla="*/ 4453917 h 6640493"/>
              <a:gd name="connsiteX1462" fmla="*/ 6378575 w 6604001"/>
              <a:gd name="connsiteY1462" fmla="*/ 4453917 h 6640493"/>
              <a:gd name="connsiteX1463" fmla="*/ 6378575 w 6604001"/>
              <a:gd name="connsiteY1463" fmla="*/ 4457681 h 6640493"/>
              <a:gd name="connsiteX1464" fmla="*/ 6379408 w 6604001"/>
              <a:gd name="connsiteY1464" fmla="*/ 4453917 h 6640493"/>
              <a:gd name="connsiteX1465" fmla="*/ 6382308 w 6604001"/>
              <a:gd name="connsiteY1465" fmla="*/ 4453917 h 6640493"/>
              <a:gd name="connsiteX1466" fmla="*/ 6516688 w 6604001"/>
              <a:gd name="connsiteY1466" fmla="*/ 4032277 h 6640493"/>
              <a:gd name="connsiteX1467" fmla="*/ 6468162 w 6604001"/>
              <a:gd name="connsiteY1467" fmla="*/ 3930631 h 6640493"/>
              <a:gd name="connsiteX1468" fmla="*/ 54093 w 6604001"/>
              <a:gd name="connsiteY1468" fmla="*/ 3911512 h 6640493"/>
              <a:gd name="connsiteX1469" fmla="*/ 73506 w 6604001"/>
              <a:gd name="connsiteY1469" fmla="*/ 4012690 h 6640493"/>
              <a:gd name="connsiteX1470" fmla="*/ 97299 w 6604001"/>
              <a:gd name="connsiteY1470" fmla="*/ 4118173 h 6640493"/>
              <a:gd name="connsiteX1471" fmla="*/ 115293 w 6604001"/>
              <a:gd name="connsiteY1471" fmla="*/ 4187318 h 6640493"/>
              <a:gd name="connsiteX1472" fmla="*/ 108356 w 6604001"/>
              <a:gd name="connsiteY1472" fmla="*/ 4165975 h 6640493"/>
              <a:gd name="connsiteX1473" fmla="*/ 107465 w 6604001"/>
              <a:gd name="connsiteY1473" fmla="*/ 4163070 h 6640493"/>
              <a:gd name="connsiteX1474" fmla="*/ 107324 w 6604001"/>
              <a:gd name="connsiteY1474" fmla="*/ 4162523 h 6640493"/>
              <a:gd name="connsiteX1475" fmla="*/ 100309 w 6604001"/>
              <a:gd name="connsiteY1475" fmla="*/ 4133990 h 6640493"/>
              <a:gd name="connsiteX1476" fmla="*/ 76200 w 6604001"/>
              <a:gd name="connsiteY1476" fmla="*/ 4032231 h 6640493"/>
              <a:gd name="connsiteX1477" fmla="*/ 98773 w 6604001"/>
              <a:gd name="connsiteY1477" fmla="*/ 4127740 h 6640493"/>
              <a:gd name="connsiteX1478" fmla="*/ 100309 w 6604001"/>
              <a:gd name="connsiteY1478" fmla="*/ 4133990 h 6640493"/>
              <a:gd name="connsiteX1479" fmla="*/ 106297 w 6604001"/>
              <a:gd name="connsiteY1479" fmla="*/ 4159261 h 6640493"/>
              <a:gd name="connsiteX1480" fmla="*/ 107465 w 6604001"/>
              <a:gd name="connsiteY1480" fmla="*/ 4163070 h 6640493"/>
              <a:gd name="connsiteX1481" fmla="*/ 107665 w 6604001"/>
              <a:gd name="connsiteY1481" fmla="*/ 4163850 h 6640493"/>
              <a:gd name="connsiteX1482" fmla="*/ 102688 w 6604001"/>
              <a:gd name="connsiteY1482" fmla="*/ 4148538 h 6640493"/>
              <a:gd name="connsiteX1483" fmla="*/ 71369 w 6604001"/>
              <a:gd name="connsiteY1483" fmla="*/ 4017717 h 6640493"/>
              <a:gd name="connsiteX1484" fmla="*/ 56184 w 6604001"/>
              <a:gd name="connsiteY1484" fmla="*/ 3927365 h 6640493"/>
              <a:gd name="connsiteX1485" fmla="*/ 53812 w 6604001"/>
              <a:gd name="connsiteY1485" fmla="*/ 3914189 h 6640493"/>
              <a:gd name="connsiteX1486" fmla="*/ 392705 w 6604001"/>
              <a:gd name="connsiteY1486" fmla="*/ 3900468 h 6640493"/>
              <a:gd name="connsiteX1487" fmla="*/ 396472 w 6604001"/>
              <a:gd name="connsiteY1487" fmla="*/ 3911785 h 6640493"/>
              <a:gd name="connsiteX1488" fmla="*/ 392705 w 6604001"/>
              <a:gd name="connsiteY1488" fmla="*/ 3911785 h 6640493"/>
              <a:gd name="connsiteX1489" fmla="*/ 388938 w 6604001"/>
              <a:gd name="connsiteY1489" fmla="*/ 3911785 h 6640493"/>
              <a:gd name="connsiteX1490" fmla="*/ 520781 w 6604001"/>
              <a:gd name="connsiteY1490" fmla="*/ 4304086 h 6640493"/>
              <a:gd name="connsiteX1491" fmla="*/ 520781 w 6604001"/>
              <a:gd name="connsiteY1491" fmla="*/ 4307858 h 6640493"/>
              <a:gd name="connsiteX1492" fmla="*/ 524548 w 6604001"/>
              <a:gd name="connsiteY1492" fmla="*/ 4311630 h 6640493"/>
              <a:gd name="connsiteX1493" fmla="*/ 611188 w 6604001"/>
              <a:gd name="connsiteY1493" fmla="*/ 4013632 h 6640493"/>
              <a:gd name="connsiteX1494" fmla="*/ 611188 w 6604001"/>
              <a:gd name="connsiteY1494" fmla="*/ 4009860 h 6640493"/>
              <a:gd name="connsiteX1495" fmla="*/ 607421 w 6604001"/>
              <a:gd name="connsiteY1495" fmla="*/ 4009860 h 6640493"/>
              <a:gd name="connsiteX1496" fmla="*/ 607421 w 6604001"/>
              <a:gd name="connsiteY1496" fmla="*/ 4006088 h 6640493"/>
              <a:gd name="connsiteX1497" fmla="*/ 603654 w 6604001"/>
              <a:gd name="connsiteY1497" fmla="*/ 4002316 h 6640493"/>
              <a:gd name="connsiteX1498" fmla="*/ 392705 w 6604001"/>
              <a:gd name="connsiteY1498" fmla="*/ 3900468 h 6640493"/>
              <a:gd name="connsiteX1499" fmla="*/ 205122 w 6604001"/>
              <a:gd name="connsiteY1499" fmla="*/ 3843146 h 6640493"/>
              <a:gd name="connsiteX1500" fmla="*/ 211545 w 6604001"/>
              <a:gd name="connsiteY1500" fmla="*/ 3865360 h 6640493"/>
              <a:gd name="connsiteX1501" fmla="*/ 209139 w 6604001"/>
              <a:gd name="connsiteY1501" fmla="*/ 3857727 h 6640493"/>
              <a:gd name="connsiteX1502" fmla="*/ 6563997 w 6604001"/>
              <a:gd name="connsiteY1502" fmla="*/ 3836248 h 6640493"/>
              <a:gd name="connsiteX1503" fmla="*/ 6553433 w 6604001"/>
              <a:gd name="connsiteY1503" fmla="*/ 3893054 h 6640493"/>
              <a:gd name="connsiteX1504" fmla="*/ 6540126 w 6604001"/>
              <a:gd name="connsiteY1504" fmla="*/ 3952856 h 6640493"/>
              <a:gd name="connsiteX1505" fmla="*/ 6536816 w 6604001"/>
              <a:gd name="connsiteY1505" fmla="*/ 3962529 h 6640493"/>
              <a:gd name="connsiteX1506" fmla="*/ 6538670 w 6604001"/>
              <a:gd name="connsiteY1506" fmla="*/ 3954136 h 6640493"/>
              <a:gd name="connsiteX1507" fmla="*/ 6558057 w 6604001"/>
              <a:gd name="connsiteY1507" fmla="*/ 3865528 h 6640493"/>
              <a:gd name="connsiteX1508" fmla="*/ 198753 w 6604001"/>
              <a:gd name="connsiteY1508" fmla="*/ 3820026 h 6640493"/>
              <a:gd name="connsiteX1509" fmla="*/ 205122 w 6604001"/>
              <a:gd name="connsiteY1509" fmla="*/ 3843146 h 6640493"/>
              <a:gd name="connsiteX1510" fmla="*/ 200474 w 6604001"/>
              <a:gd name="connsiteY1510" fmla="*/ 3827071 h 6640493"/>
              <a:gd name="connsiteX1511" fmla="*/ 6571885 w 6604001"/>
              <a:gd name="connsiteY1511" fmla="*/ 3800006 h 6640493"/>
              <a:gd name="connsiteX1512" fmla="*/ 6570091 w 6604001"/>
              <a:gd name="connsiteY1512" fmla="*/ 3813846 h 6640493"/>
              <a:gd name="connsiteX1513" fmla="*/ 6543600 w 6604001"/>
              <a:gd name="connsiteY1513" fmla="*/ 3962746 h 6640493"/>
              <a:gd name="connsiteX1514" fmla="*/ 6538878 w 6604001"/>
              <a:gd name="connsiteY1514" fmla="*/ 3987896 h 6640493"/>
              <a:gd name="connsiteX1515" fmla="*/ 6543811 w 6604001"/>
              <a:gd name="connsiteY1515" fmla="*/ 3960639 h 6640493"/>
              <a:gd name="connsiteX1516" fmla="*/ 6570009 w 6604001"/>
              <a:gd name="connsiteY1516" fmla="*/ 3814022 h 6640493"/>
              <a:gd name="connsiteX1517" fmla="*/ 1236266 w 6604001"/>
              <a:gd name="connsiteY1517" fmla="*/ 3798868 h 6640493"/>
              <a:gd name="connsiteX1518" fmla="*/ 1232487 w 6604001"/>
              <a:gd name="connsiteY1518" fmla="*/ 3802633 h 6640493"/>
              <a:gd name="connsiteX1519" fmla="*/ 1228708 w 6604001"/>
              <a:gd name="connsiteY1519" fmla="*/ 3802633 h 6640493"/>
              <a:gd name="connsiteX1520" fmla="*/ 1149350 w 6604001"/>
              <a:gd name="connsiteY1520" fmla="*/ 4416225 h 6640493"/>
              <a:gd name="connsiteX1521" fmla="*/ 1149350 w 6604001"/>
              <a:gd name="connsiteY1521" fmla="*/ 4419989 h 6640493"/>
              <a:gd name="connsiteX1522" fmla="*/ 1153129 w 6604001"/>
              <a:gd name="connsiteY1522" fmla="*/ 4419989 h 6640493"/>
              <a:gd name="connsiteX1523" fmla="*/ 1153129 w 6604001"/>
              <a:gd name="connsiteY1523" fmla="*/ 4423754 h 6640493"/>
              <a:gd name="connsiteX1524" fmla="*/ 1153129 w 6604001"/>
              <a:gd name="connsiteY1524" fmla="*/ 4427518 h 6640493"/>
              <a:gd name="connsiteX1525" fmla="*/ 1493234 w 6604001"/>
              <a:gd name="connsiteY1525" fmla="*/ 4276943 h 6640493"/>
              <a:gd name="connsiteX1526" fmla="*/ 1497013 w 6604001"/>
              <a:gd name="connsiteY1526" fmla="*/ 4243064 h 6640493"/>
              <a:gd name="connsiteX1527" fmla="*/ 1236266 w 6604001"/>
              <a:gd name="connsiteY1527" fmla="*/ 3798868 h 6640493"/>
              <a:gd name="connsiteX1528" fmla="*/ 1210073 w 6604001"/>
              <a:gd name="connsiteY1528" fmla="*/ 3790931 h 6640493"/>
              <a:gd name="connsiteX1529" fmla="*/ 919759 w 6604001"/>
              <a:gd name="connsiteY1529" fmla="*/ 3960649 h 6640493"/>
              <a:gd name="connsiteX1530" fmla="*/ 915988 w 6604001"/>
              <a:gd name="connsiteY1530" fmla="*/ 3983279 h 6640493"/>
              <a:gd name="connsiteX1531" fmla="*/ 1134666 w 6604001"/>
              <a:gd name="connsiteY1531" fmla="*/ 4409460 h 6640493"/>
              <a:gd name="connsiteX1532" fmla="*/ 1138437 w 6604001"/>
              <a:gd name="connsiteY1532" fmla="*/ 4413231 h 6640493"/>
              <a:gd name="connsiteX1533" fmla="*/ 1217613 w 6604001"/>
              <a:gd name="connsiteY1533" fmla="*/ 3798474 h 6640493"/>
              <a:gd name="connsiteX1534" fmla="*/ 1217613 w 6604001"/>
              <a:gd name="connsiteY1534" fmla="*/ 3794703 h 6640493"/>
              <a:gd name="connsiteX1535" fmla="*/ 1213843 w 6604001"/>
              <a:gd name="connsiteY1535" fmla="*/ 3794703 h 6640493"/>
              <a:gd name="connsiteX1536" fmla="*/ 1210073 w 6604001"/>
              <a:gd name="connsiteY1536" fmla="*/ 3790931 h 6640493"/>
              <a:gd name="connsiteX1537" fmla="*/ 31341 w 6604001"/>
              <a:gd name="connsiteY1537" fmla="*/ 3772628 h 6640493"/>
              <a:gd name="connsiteX1538" fmla="*/ 51216 w 6604001"/>
              <a:gd name="connsiteY1538" fmla="*/ 3896519 h 6640493"/>
              <a:gd name="connsiteX1539" fmla="*/ 54021 w 6604001"/>
              <a:gd name="connsiteY1539" fmla="*/ 3911137 h 6640493"/>
              <a:gd name="connsiteX1540" fmla="*/ 52917 w 6604001"/>
              <a:gd name="connsiteY1540" fmla="*/ 3922693 h 6640493"/>
              <a:gd name="connsiteX1541" fmla="*/ 41805 w 6604001"/>
              <a:gd name="connsiteY1541" fmla="*/ 3845402 h 6640493"/>
              <a:gd name="connsiteX1542" fmla="*/ 6576208 w 6604001"/>
              <a:gd name="connsiteY1542" fmla="*/ 3762626 h 6640493"/>
              <a:gd name="connsiteX1543" fmla="*/ 6575030 w 6604001"/>
              <a:gd name="connsiteY1543" fmla="*/ 3771396 h 6640493"/>
              <a:gd name="connsiteX1544" fmla="*/ 6564757 w 6604001"/>
              <a:gd name="connsiteY1544" fmla="*/ 3832505 h 6640493"/>
              <a:gd name="connsiteX1545" fmla="*/ 6563997 w 6604001"/>
              <a:gd name="connsiteY1545" fmla="*/ 3836248 h 6640493"/>
              <a:gd name="connsiteX1546" fmla="*/ 6565340 w 6604001"/>
              <a:gd name="connsiteY1546" fmla="*/ 3829031 h 6640493"/>
              <a:gd name="connsiteX1547" fmla="*/ 6575845 w 6604001"/>
              <a:gd name="connsiteY1547" fmla="*/ 3765008 h 6640493"/>
              <a:gd name="connsiteX1548" fmla="*/ 6578239 w 6604001"/>
              <a:gd name="connsiteY1548" fmla="*/ 3747500 h 6640493"/>
              <a:gd name="connsiteX1549" fmla="*/ 6578098 w 6604001"/>
              <a:gd name="connsiteY1549" fmla="*/ 3748845 h 6640493"/>
              <a:gd name="connsiteX1550" fmla="*/ 6577439 w 6604001"/>
              <a:gd name="connsiteY1550" fmla="*/ 3754539 h 6640493"/>
              <a:gd name="connsiteX1551" fmla="*/ 6576208 w 6604001"/>
              <a:gd name="connsiteY1551" fmla="*/ 3762626 h 6640493"/>
              <a:gd name="connsiteX1552" fmla="*/ 5412752 w 6604001"/>
              <a:gd name="connsiteY1552" fmla="*/ 3741718 h 6640493"/>
              <a:gd name="connsiteX1553" fmla="*/ 5081186 w 6604001"/>
              <a:gd name="connsiteY1553" fmla="*/ 4269562 h 6640493"/>
              <a:gd name="connsiteX1554" fmla="*/ 5081186 w 6604001"/>
              <a:gd name="connsiteY1554" fmla="*/ 4273332 h 6640493"/>
              <a:gd name="connsiteX1555" fmla="*/ 5081186 w 6604001"/>
              <a:gd name="connsiteY1555" fmla="*/ 4277103 h 6640493"/>
              <a:gd name="connsiteX1556" fmla="*/ 5081186 w 6604001"/>
              <a:gd name="connsiteY1556" fmla="*/ 4280873 h 6640493"/>
              <a:gd name="connsiteX1557" fmla="*/ 5081186 w 6604001"/>
              <a:gd name="connsiteY1557" fmla="*/ 4284643 h 6640493"/>
              <a:gd name="connsiteX1558" fmla="*/ 5077418 w 6604001"/>
              <a:gd name="connsiteY1558" fmla="*/ 4307265 h 6640493"/>
              <a:gd name="connsiteX1559" fmla="*/ 5077418 w 6604001"/>
              <a:gd name="connsiteY1559" fmla="*/ 4311035 h 6640493"/>
              <a:gd name="connsiteX1560" fmla="*/ 5073650 w 6604001"/>
              <a:gd name="connsiteY1560" fmla="*/ 4314806 h 6640493"/>
              <a:gd name="connsiteX1561" fmla="*/ 5318557 w 6604001"/>
              <a:gd name="connsiteY1561" fmla="*/ 4767243 h 6640493"/>
              <a:gd name="connsiteX1562" fmla="*/ 5337396 w 6604001"/>
              <a:gd name="connsiteY1562" fmla="*/ 4763473 h 6640493"/>
              <a:gd name="connsiteX1563" fmla="*/ 5665195 w 6604001"/>
              <a:gd name="connsiteY1563" fmla="*/ 4254481 h 6640493"/>
              <a:gd name="connsiteX1564" fmla="*/ 5661427 w 6604001"/>
              <a:gd name="connsiteY1564" fmla="*/ 4250710 h 6640493"/>
              <a:gd name="connsiteX1565" fmla="*/ 5661427 w 6604001"/>
              <a:gd name="connsiteY1565" fmla="*/ 4246940 h 6640493"/>
              <a:gd name="connsiteX1566" fmla="*/ 5661427 w 6604001"/>
              <a:gd name="connsiteY1566" fmla="*/ 4243170 h 6640493"/>
              <a:gd name="connsiteX1567" fmla="*/ 5661427 w 6604001"/>
              <a:gd name="connsiteY1567" fmla="*/ 4239399 h 6640493"/>
              <a:gd name="connsiteX1568" fmla="*/ 5661427 w 6604001"/>
              <a:gd name="connsiteY1568" fmla="*/ 4235629 h 6640493"/>
              <a:gd name="connsiteX1569" fmla="*/ 5665195 w 6604001"/>
              <a:gd name="connsiteY1569" fmla="*/ 4216778 h 6640493"/>
              <a:gd name="connsiteX1570" fmla="*/ 5668963 w 6604001"/>
              <a:gd name="connsiteY1570" fmla="*/ 4213007 h 6640493"/>
              <a:gd name="connsiteX1571" fmla="*/ 5431591 w 6604001"/>
              <a:gd name="connsiteY1571" fmla="*/ 3741718 h 6640493"/>
              <a:gd name="connsiteX1572" fmla="*/ 5412752 w 6604001"/>
              <a:gd name="connsiteY1572" fmla="*/ 3741718 h 6640493"/>
              <a:gd name="connsiteX1573" fmla="*/ 173373 w 6604001"/>
              <a:gd name="connsiteY1573" fmla="*/ 3734960 h 6640493"/>
              <a:gd name="connsiteX1574" fmla="*/ 174649 w 6604001"/>
              <a:gd name="connsiteY1574" fmla="*/ 3734960 h 6640493"/>
              <a:gd name="connsiteX1575" fmla="*/ 178294 w 6604001"/>
              <a:gd name="connsiteY1575" fmla="*/ 3779330 h 6640493"/>
              <a:gd name="connsiteX1576" fmla="*/ 202739 w 6604001"/>
              <a:gd name="connsiteY1576" fmla="*/ 4043256 h 6640493"/>
              <a:gd name="connsiteX1577" fmla="*/ 204654 w 6604001"/>
              <a:gd name="connsiteY1577" fmla="*/ 4064235 h 6640493"/>
              <a:gd name="connsiteX1578" fmla="*/ 202429 w 6604001"/>
              <a:gd name="connsiteY1578" fmla="*/ 4045054 h 6640493"/>
              <a:gd name="connsiteX1579" fmla="*/ 178423 w 6604001"/>
              <a:gd name="connsiteY1579" fmla="*/ 3791716 h 6640493"/>
              <a:gd name="connsiteX1580" fmla="*/ 173038 w 6604001"/>
              <a:gd name="connsiteY1580" fmla="*/ 3731196 h 6640493"/>
              <a:gd name="connsiteX1581" fmla="*/ 173373 w 6604001"/>
              <a:gd name="connsiteY1581" fmla="*/ 3734960 h 6640493"/>
              <a:gd name="connsiteX1582" fmla="*/ 173038 w 6604001"/>
              <a:gd name="connsiteY1582" fmla="*/ 3734960 h 6640493"/>
              <a:gd name="connsiteX1583" fmla="*/ 173038 w 6604001"/>
              <a:gd name="connsiteY1583" fmla="*/ 3731196 h 6640493"/>
              <a:gd name="connsiteX1584" fmla="*/ 174062 w 6604001"/>
              <a:gd name="connsiteY1584" fmla="*/ 3727818 h 6640493"/>
              <a:gd name="connsiteX1585" fmla="*/ 175943 w 6604001"/>
              <a:gd name="connsiteY1585" fmla="*/ 3734960 h 6640493"/>
              <a:gd name="connsiteX1586" fmla="*/ 174649 w 6604001"/>
              <a:gd name="connsiteY1586" fmla="*/ 3734960 h 6640493"/>
              <a:gd name="connsiteX1587" fmla="*/ 4742623 w 6604001"/>
              <a:gd name="connsiteY1587" fmla="*/ 3727431 h 6640493"/>
              <a:gd name="connsiteX1588" fmla="*/ 4742623 w 6604001"/>
              <a:gd name="connsiteY1588" fmla="*/ 3731198 h 6640493"/>
              <a:gd name="connsiteX1589" fmla="*/ 4720014 w 6604001"/>
              <a:gd name="connsiteY1589" fmla="*/ 3731198 h 6640493"/>
              <a:gd name="connsiteX1590" fmla="*/ 4328118 w 6604001"/>
              <a:gd name="connsiteY1590" fmla="*/ 4266105 h 6640493"/>
              <a:gd name="connsiteX1591" fmla="*/ 4331886 w 6604001"/>
              <a:gd name="connsiteY1591" fmla="*/ 4273639 h 6640493"/>
              <a:gd name="connsiteX1592" fmla="*/ 4331886 w 6604001"/>
              <a:gd name="connsiteY1592" fmla="*/ 4277406 h 6640493"/>
              <a:gd name="connsiteX1593" fmla="*/ 4331886 w 6604001"/>
              <a:gd name="connsiteY1593" fmla="*/ 4281173 h 6640493"/>
              <a:gd name="connsiteX1594" fmla="*/ 4331886 w 6604001"/>
              <a:gd name="connsiteY1594" fmla="*/ 4284940 h 6640493"/>
              <a:gd name="connsiteX1595" fmla="*/ 4328118 w 6604001"/>
              <a:gd name="connsiteY1595" fmla="*/ 4307541 h 6640493"/>
              <a:gd name="connsiteX1596" fmla="*/ 4328118 w 6604001"/>
              <a:gd name="connsiteY1596" fmla="*/ 4311308 h 6640493"/>
              <a:gd name="connsiteX1597" fmla="*/ 4324350 w 6604001"/>
              <a:gd name="connsiteY1597" fmla="*/ 4311308 h 6640493"/>
              <a:gd name="connsiteX1598" fmla="*/ 4324350 w 6604001"/>
              <a:gd name="connsiteY1598" fmla="*/ 4315075 h 6640493"/>
              <a:gd name="connsiteX1599" fmla="*/ 4622040 w 6604001"/>
              <a:gd name="connsiteY1599" fmla="*/ 4838681 h 6640493"/>
              <a:gd name="connsiteX1600" fmla="*/ 4644649 w 6604001"/>
              <a:gd name="connsiteY1600" fmla="*/ 4838681 h 6640493"/>
              <a:gd name="connsiteX1601" fmla="*/ 5036545 w 6604001"/>
              <a:gd name="connsiteY1601" fmla="*/ 4315075 h 6640493"/>
              <a:gd name="connsiteX1602" fmla="*/ 5036545 w 6604001"/>
              <a:gd name="connsiteY1602" fmla="*/ 4311308 h 6640493"/>
              <a:gd name="connsiteX1603" fmla="*/ 5036545 w 6604001"/>
              <a:gd name="connsiteY1603" fmla="*/ 4307541 h 6640493"/>
              <a:gd name="connsiteX1604" fmla="*/ 5036545 w 6604001"/>
              <a:gd name="connsiteY1604" fmla="*/ 4303774 h 6640493"/>
              <a:gd name="connsiteX1605" fmla="*/ 5036545 w 6604001"/>
              <a:gd name="connsiteY1605" fmla="*/ 4300007 h 6640493"/>
              <a:gd name="connsiteX1606" fmla="*/ 5036545 w 6604001"/>
              <a:gd name="connsiteY1606" fmla="*/ 4296241 h 6640493"/>
              <a:gd name="connsiteX1607" fmla="*/ 5040313 w 6604001"/>
              <a:gd name="connsiteY1607" fmla="*/ 4277406 h 6640493"/>
              <a:gd name="connsiteX1608" fmla="*/ 5040313 w 6604001"/>
              <a:gd name="connsiteY1608" fmla="*/ 4273639 h 6640493"/>
              <a:gd name="connsiteX1609" fmla="*/ 4742623 w 6604001"/>
              <a:gd name="connsiteY1609" fmla="*/ 3727431 h 6640493"/>
              <a:gd name="connsiteX1610" fmla="*/ 176831 w 6604001"/>
              <a:gd name="connsiteY1610" fmla="*/ 3727431 h 6640493"/>
              <a:gd name="connsiteX1611" fmla="*/ 189652 w 6604001"/>
              <a:gd name="connsiteY1611" fmla="*/ 3782765 h 6640493"/>
              <a:gd name="connsiteX1612" fmla="*/ 198753 w 6604001"/>
              <a:gd name="connsiteY1612" fmla="*/ 3820026 h 6640493"/>
              <a:gd name="connsiteX1613" fmla="*/ 189588 w 6604001"/>
              <a:gd name="connsiteY1613" fmla="*/ 3786755 h 6640493"/>
              <a:gd name="connsiteX1614" fmla="*/ 175943 w 6604001"/>
              <a:gd name="connsiteY1614" fmla="*/ 3734960 h 6640493"/>
              <a:gd name="connsiteX1615" fmla="*/ 176831 w 6604001"/>
              <a:gd name="connsiteY1615" fmla="*/ 3734960 h 6640493"/>
              <a:gd name="connsiteX1616" fmla="*/ 176831 w 6604001"/>
              <a:gd name="connsiteY1616" fmla="*/ 3731196 h 6640493"/>
              <a:gd name="connsiteX1617" fmla="*/ 176831 w 6604001"/>
              <a:gd name="connsiteY1617" fmla="*/ 3727431 h 6640493"/>
              <a:gd name="connsiteX1618" fmla="*/ 173038 w 6604001"/>
              <a:gd name="connsiteY1618" fmla="*/ 3719314 h 6640493"/>
              <a:gd name="connsiteX1619" fmla="*/ 173673 w 6604001"/>
              <a:gd name="connsiteY1619" fmla="*/ 3719314 h 6640493"/>
              <a:gd name="connsiteX1620" fmla="*/ 173673 w 6604001"/>
              <a:gd name="connsiteY1620" fmla="*/ 3723088 h 6640493"/>
              <a:gd name="connsiteX1621" fmla="*/ 174062 w 6604001"/>
              <a:gd name="connsiteY1621" fmla="*/ 3727818 h 6640493"/>
              <a:gd name="connsiteX1622" fmla="*/ 173038 w 6604001"/>
              <a:gd name="connsiteY1622" fmla="*/ 3723932 h 6640493"/>
              <a:gd name="connsiteX1623" fmla="*/ 173038 w 6604001"/>
              <a:gd name="connsiteY1623" fmla="*/ 3720171 h 6640493"/>
              <a:gd name="connsiteX1624" fmla="*/ 52029 w 6604001"/>
              <a:gd name="connsiteY1624" fmla="*/ 3715990 h 6640493"/>
              <a:gd name="connsiteX1625" fmla="*/ 52512 w 6604001"/>
              <a:gd name="connsiteY1625" fmla="*/ 3735827 h 6640493"/>
              <a:gd name="connsiteX1626" fmla="*/ 54198 w 6604001"/>
              <a:gd name="connsiteY1626" fmla="*/ 3781778 h 6640493"/>
              <a:gd name="connsiteX1627" fmla="*/ 56268 w 6604001"/>
              <a:gd name="connsiteY1627" fmla="*/ 3831293 h 6640493"/>
              <a:gd name="connsiteX1628" fmla="*/ 54263 w 6604001"/>
              <a:gd name="connsiteY1628" fmla="*/ 3790106 h 6640493"/>
              <a:gd name="connsiteX1629" fmla="*/ 52555 w 6604001"/>
              <a:gd name="connsiteY1629" fmla="*/ 3749756 h 6640493"/>
              <a:gd name="connsiteX1630" fmla="*/ 6584950 w 6604001"/>
              <a:gd name="connsiteY1630" fmla="*/ 3705206 h 6640493"/>
              <a:gd name="connsiteX1631" fmla="*/ 6577480 w 6604001"/>
              <a:gd name="connsiteY1631" fmla="*/ 3758207 h 6640493"/>
              <a:gd name="connsiteX1632" fmla="*/ 6571885 w 6604001"/>
              <a:gd name="connsiteY1632" fmla="*/ 3800006 h 6640493"/>
              <a:gd name="connsiteX1633" fmla="*/ 6574624 w 6604001"/>
              <a:gd name="connsiteY1633" fmla="*/ 3778873 h 6640493"/>
              <a:gd name="connsiteX1634" fmla="*/ 6577439 w 6604001"/>
              <a:gd name="connsiteY1634" fmla="*/ 3754539 h 6640493"/>
              <a:gd name="connsiteX1635" fmla="*/ 244604 w 6604001"/>
              <a:gd name="connsiteY1635" fmla="*/ 3697198 h 6640493"/>
              <a:gd name="connsiteX1636" fmla="*/ 260145 w 6604001"/>
              <a:gd name="connsiteY1636" fmla="*/ 3724030 h 6640493"/>
              <a:gd name="connsiteX1637" fmla="*/ 302256 w 6604001"/>
              <a:gd name="connsiteY1637" fmla="*/ 3784566 h 6640493"/>
              <a:gd name="connsiteX1638" fmla="*/ 353735 w 6604001"/>
              <a:gd name="connsiteY1638" fmla="*/ 3859270 h 6640493"/>
              <a:gd name="connsiteX1639" fmla="*/ 326503 w 6604001"/>
              <a:gd name="connsiteY1639" fmla="*/ 3829575 h 6640493"/>
              <a:gd name="connsiteX1640" fmla="*/ 245630 w 6604001"/>
              <a:gd name="connsiteY1640" fmla="*/ 3699192 h 6640493"/>
              <a:gd name="connsiteX1641" fmla="*/ 51578 w 6604001"/>
              <a:gd name="connsiteY1641" fmla="*/ 3687118 h 6640493"/>
              <a:gd name="connsiteX1642" fmla="*/ 52029 w 6604001"/>
              <a:gd name="connsiteY1642" fmla="*/ 3715990 h 6640493"/>
              <a:gd name="connsiteX1643" fmla="*/ 51608 w 6604001"/>
              <a:gd name="connsiteY1643" fmla="*/ 3698713 h 6640493"/>
              <a:gd name="connsiteX1644" fmla="*/ 3908509 w 6604001"/>
              <a:gd name="connsiteY1644" fmla="*/ 3686156 h 6640493"/>
              <a:gd name="connsiteX1645" fmla="*/ 3497855 w 6604001"/>
              <a:gd name="connsiteY1645" fmla="*/ 4202598 h 6640493"/>
              <a:gd name="connsiteX1646" fmla="*/ 3501623 w 6604001"/>
              <a:gd name="connsiteY1646" fmla="*/ 4210137 h 6640493"/>
              <a:gd name="connsiteX1647" fmla="*/ 3501623 w 6604001"/>
              <a:gd name="connsiteY1647" fmla="*/ 4213907 h 6640493"/>
              <a:gd name="connsiteX1648" fmla="*/ 3501623 w 6604001"/>
              <a:gd name="connsiteY1648" fmla="*/ 4217677 h 6640493"/>
              <a:gd name="connsiteX1649" fmla="*/ 3501623 w 6604001"/>
              <a:gd name="connsiteY1649" fmla="*/ 4221446 h 6640493"/>
              <a:gd name="connsiteX1650" fmla="*/ 3494088 w 6604001"/>
              <a:gd name="connsiteY1650" fmla="*/ 4247834 h 6640493"/>
              <a:gd name="connsiteX1651" fmla="*/ 3494088 w 6604001"/>
              <a:gd name="connsiteY1651" fmla="*/ 4251604 h 6640493"/>
              <a:gd name="connsiteX1652" fmla="*/ 3814322 w 6604001"/>
              <a:gd name="connsiteY1652" fmla="*/ 4813281 h 6640493"/>
              <a:gd name="connsiteX1653" fmla="*/ 3818090 w 6604001"/>
              <a:gd name="connsiteY1653" fmla="*/ 4809512 h 6640493"/>
              <a:gd name="connsiteX1654" fmla="*/ 3836927 w 6604001"/>
              <a:gd name="connsiteY1654" fmla="*/ 4813281 h 6640493"/>
              <a:gd name="connsiteX1655" fmla="*/ 4277721 w 6604001"/>
              <a:gd name="connsiteY1655" fmla="*/ 4315688 h 6640493"/>
              <a:gd name="connsiteX1656" fmla="*/ 4273953 w 6604001"/>
              <a:gd name="connsiteY1656" fmla="*/ 4308148 h 6640493"/>
              <a:gd name="connsiteX1657" fmla="*/ 4273953 w 6604001"/>
              <a:gd name="connsiteY1657" fmla="*/ 4304379 h 6640493"/>
              <a:gd name="connsiteX1658" fmla="*/ 4273953 w 6604001"/>
              <a:gd name="connsiteY1658" fmla="*/ 4300609 h 6640493"/>
              <a:gd name="connsiteX1659" fmla="*/ 4273953 w 6604001"/>
              <a:gd name="connsiteY1659" fmla="*/ 4296839 h 6640493"/>
              <a:gd name="connsiteX1660" fmla="*/ 4273953 w 6604001"/>
              <a:gd name="connsiteY1660" fmla="*/ 4293070 h 6640493"/>
              <a:gd name="connsiteX1661" fmla="*/ 4277721 w 6604001"/>
              <a:gd name="connsiteY1661" fmla="*/ 4274221 h 6640493"/>
              <a:gd name="connsiteX1662" fmla="*/ 4277721 w 6604001"/>
              <a:gd name="connsiteY1662" fmla="*/ 4270452 h 6640493"/>
              <a:gd name="connsiteX1663" fmla="*/ 4281488 w 6604001"/>
              <a:gd name="connsiteY1663" fmla="*/ 4266682 h 6640493"/>
              <a:gd name="connsiteX1664" fmla="*/ 3934881 w 6604001"/>
              <a:gd name="connsiteY1664" fmla="*/ 3686156 h 6640493"/>
              <a:gd name="connsiteX1665" fmla="*/ 3927346 w 6604001"/>
              <a:gd name="connsiteY1665" fmla="*/ 3689926 h 6640493"/>
              <a:gd name="connsiteX1666" fmla="*/ 3908509 w 6604001"/>
              <a:gd name="connsiteY1666" fmla="*/ 3686156 h 6640493"/>
              <a:gd name="connsiteX1667" fmla="*/ 51574 w 6604001"/>
              <a:gd name="connsiteY1667" fmla="*/ 3685465 h 6640493"/>
              <a:gd name="connsiteX1668" fmla="*/ 51578 w 6604001"/>
              <a:gd name="connsiteY1668" fmla="*/ 3687118 h 6640493"/>
              <a:gd name="connsiteX1669" fmla="*/ 51559 w 6604001"/>
              <a:gd name="connsiteY1669" fmla="*/ 3685857 h 6640493"/>
              <a:gd name="connsiteX1670" fmla="*/ 6584951 w 6604001"/>
              <a:gd name="connsiteY1670" fmla="*/ 3682894 h 6640493"/>
              <a:gd name="connsiteX1671" fmla="*/ 6584951 w 6604001"/>
              <a:gd name="connsiteY1671" fmla="*/ 3683493 h 6640493"/>
              <a:gd name="connsiteX1672" fmla="*/ 6584951 w 6604001"/>
              <a:gd name="connsiteY1672" fmla="*/ 3693365 h 6640493"/>
              <a:gd name="connsiteX1673" fmla="*/ 6579748 w 6604001"/>
              <a:gd name="connsiteY1673" fmla="*/ 3736259 h 6640493"/>
              <a:gd name="connsiteX1674" fmla="*/ 6578239 w 6604001"/>
              <a:gd name="connsiteY1674" fmla="*/ 3747500 h 6640493"/>
              <a:gd name="connsiteX1675" fmla="*/ 6582278 w 6604001"/>
              <a:gd name="connsiteY1675" fmla="*/ 3708926 h 6640493"/>
              <a:gd name="connsiteX1676" fmla="*/ 169453 w 6604001"/>
              <a:gd name="connsiteY1676" fmla="*/ 3677625 h 6640493"/>
              <a:gd name="connsiteX1677" fmla="*/ 169863 w 6604001"/>
              <a:gd name="connsiteY1677" fmla="*/ 3677625 h 6640493"/>
              <a:gd name="connsiteX1678" fmla="*/ 169863 w 6604001"/>
              <a:gd name="connsiteY1678" fmla="*/ 3681393 h 6640493"/>
              <a:gd name="connsiteX1679" fmla="*/ 168442 w 6604001"/>
              <a:gd name="connsiteY1679" fmla="*/ 3677625 h 6640493"/>
              <a:gd name="connsiteX1680" fmla="*/ 168553 w 6604001"/>
              <a:gd name="connsiteY1680" fmla="*/ 3677625 h 6640493"/>
              <a:gd name="connsiteX1681" fmla="*/ 169863 w 6604001"/>
              <a:gd name="connsiteY1681" fmla="*/ 3690083 h 6640493"/>
              <a:gd name="connsiteX1682" fmla="*/ 169863 w 6604001"/>
              <a:gd name="connsiteY1682" fmla="*/ 3693864 h 6640493"/>
              <a:gd name="connsiteX1683" fmla="*/ 169863 w 6604001"/>
              <a:gd name="connsiteY1683" fmla="*/ 3696962 h 6640493"/>
              <a:gd name="connsiteX1684" fmla="*/ 169583 w 6604001"/>
              <a:gd name="connsiteY1684" fmla="*/ 3696679 h 6640493"/>
              <a:gd name="connsiteX1685" fmla="*/ 169583 w 6604001"/>
              <a:gd name="connsiteY1685" fmla="*/ 3692915 h 6640493"/>
              <a:gd name="connsiteX1686" fmla="*/ 169583 w 6604001"/>
              <a:gd name="connsiteY1686" fmla="*/ 3689151 h 6640493"/>
              <a:gd name="connsiteX1687" fmla="*/ 224661 w 6604001"/>
              <a:gd name="connsiteY1687" fmla="*/ 3662766 h 6640493"/>
              <a:gd name="connsiteX1688" fmla="*/ 226397 w 6604001"/>
              <a:gd name="connsiteY1688" fmla="*/ 3665763 h 6640493"/>
              <a:gd name="connsiteX1689" fmla="*/ 226397 w 6604001"/>
              <a:gd name="connsiteY1689" fmla="*/ 3666792 h 6640493"/>
              <a:gd name="connsiteX1690" fmla="*/ 6355700 w 6604001"/>
              <a:gd name="connsiteY1690" fmla="*/ 3662343 h 6640493"/>
              <a:gd name="connsiteX1691" fmla="*/ 6171203 w 6604001"/>
              <a:gd name="connsiteY1691" fmla="*/ 4080848 h 6640493"/>
              <a:gd name="connsiteX1692" fmla="*/ 6171203 w 6604001"/>
              <a:gd name="connsiteY1692" fmla="*/ 4084618 h 6640493"/>
              <a:gd name="connsiteX1693" fmla="*/ 6171203 w 6604001"/>
              <a:gd name="connsiteY1693" fmla="*/ 4088388 h 6640493"/>
              <a:gd name="connsiteX1694" fmla="*/ 6171203 w 6604001"/>
              <a:gd name="connsiteY1694" fmla="*/ 4092159 h 6640493"/>
              <a:gd name="connsiteX1695" fmla="*/ 6167438 w 6604001"/>
              <a:gd name="connsiteY1695" fmla="*/ 4111010 h 6640493"/>
              <a:gd name="connsiteX1696" fmla="*/ 6167438 w 6604001"/>
              <a:gd name="connsiteY1696" fmla="*/ 4114780 h 6640493"/>
              <a:gd name="connsiteX1697" fmla="*/ 6287925 w 6604001"/>
              <a:gd name="connsiteY1697" fmla="*/ 4356080 h 6640493"/>
              <a:gd name="connsiteX1698" fmla="*/ 6295456 w 6604001"/>
              <a:gd name="connsiteY1698" fmla="*/ 4344769 h 6640493"/>
              <a:gd name="connsiteX1699" fmla="*/ 6301490 w 6604001"/>
              <a:gd name="connsiteY1699" fmla="*/ 4330903 h 6640493"/>
              <a:gd name="connsiteX1700" fmla="*/ 6298812 w 6604001"/>
              <a:gd name="connsiteY1700" fmla="*/ 4345460 h 6640493"/>
              <a:gd name="connsiteX1701" fmla="*/ 6298812 w 6604001"/>
              <a:gd name="connsiteY1701" fmla="*/ 4349227 h 6640493"/>
              <a:gd name="connsiteX1702" fmla="*/ 6291263 w 6604001"/>
              <a:gd name="connsiteY1702" fmla="*/ 4379367 h 6640493"/>
              <a:gd name="connsiteX1703" fmla="*/ 6366758 w 6604001"/>
              <a:gd name="connsiteY1703" fmla="*/ 4473555 h 6640493"/>
              <a:gd name="connsiteX1704" fmla="*/ 6370532 w 6604001"/>
              <a:gd name="connsiteY1704" fmla="*/ 4469788 h 6640493"/>
              <a:gd name="connsiteX1705" fmla="*/ 6370532 w 6604001"/>
              <a:gd name="connsiteY1705" fmla="*/ 4466020 h 6640493"/>
              <a:gd name="connsiteX1706" fmla="*/ 6374307 w 6604001"/>
              <a:gd name="connsiteY1706" fmla="*/ 4462253 h 6640493"/>
              <a:gd name="connsiteX1707" fmla="*/ 6461126 w 6604001"/>
              <a:gd name="connsiteY1707" fmla="*/ 3938568 h 6640493"/>
              <a:gd name="connsiteX1708" fmla="*/ 6340335 w 6604001"/>
              <a:gd name="connsiteY1708" fmla="*/ 4251272 h 6640493"/>
              <a:gd name="connsiteX1709" fmla="*/ 6323412 w 6604001"/>
              <a:gd name="connsiteY1709" fmla="*/ 4280529 h 6640493"/>
              <a:gd name="connsiteX1710" fmla="*/ 6325887 w 6604001"/>
              <a:gd name="connsiteY1710" fmla="*/ 4274842 h 6640493"/>
              <a:gd name="connsiteX1711" fmla="*/ 6457361 w 6604001"/>
              <a:gd name="connsiteY1711" fmla="*/ 3933806 h 6640493"/>
              <a:gd name="connsiteX1712" fmla="*/ 6457361 w 6604001"/>
              <a:gd name="connsiteY1712" fmla="*/ 3930035 h 6640493"/>
              <a:gd name="connsiteX1713" fmla="*/ 6457361 w 6604001"/>
              <a:gd name="connsiteY1713" fmla="*/ 3926265 h 6640493"/>
              <a:gd name="connsiteX1714" fmla="*/ 6457361 w 6604001"/>
              <a:gd name="connsiteY1714" fmla="*/ 3922495 h 6640493"/>
              <a:gd name="connsiteX1715" fmla="*/ 6461126 w 6604001"/>
              <a:gd name="connsiteY1715" fmla="*/ 3914954 h 6640493"/>
              <a:gd name="connsiteX1716" fmla="*/ 6461126 w 6604001"/>
              <a:gd name="connsiteY1716" fmla="*/ 3911184 h 6640493"/>
              <a:gd name="connsiteX1717" fmla="*/ 6363230 w 6604001"/>
              <a:gd name="connsiteY1717" fmla="*/ 3662343 h 6640493"/>
              <a:gd name="connsiteX1718" fmla="*/ 6355700 w 6604001"/>
              <a:gd name="connsiteY1718" fmla="*/ 3662343 h 6640493"/>
              <a:gd name="connsiteX1719" fmla="*/ 222627 w 6604001"/>
              <a:gd name="connsiteY1719" fmla="*/ 3659255 h 6640493"/>
              <a:gd name="connsiteX1720" fmla="*/ 223541 w 6604001"/>
              <a:gd name="connsiteY1720" fmla="*/ 3660169 h 6640493"/>
              <a:gd name="connsiteX1721" fmla="*/ 224661 w 6604001"/>
              <a:gd name="connsiteY1721" fmla="*/ 3662766 h 6640493"/>
              <a:gd name="connsiteX1722" fmla="*/ 90563 w 6604001"/>
              <a:gd name="connsiteY1722" fmla="*/ 3649527 h 6640493"/>
              <a:gd name="connsiteX1723" fmla="*/ 93056 w 6604001"/>
              <a:gd name="connsiteY1723" fmla="*/ 3711871 h 6640493"/>
              <a:gd name="connsiteX1724" fmla="*/ 124778 w 6604001"/>
              <a:gd name="connsiteY1724" fmla="*/ 4020527 h 6640493"/>
              <a:gd name="connsiteX1725" fmla="*/ 124778 w 6604001"/>
              <a:gd name="connsiteY1725" fmla="*/ 4016760 h 6640493"/>
              <a:gd name="connsiteX1726" fmla="*/ 128588 w 6604001"/>
              <a:gd name="connsiteY1726" fmla="*/ 4024293 h 6640493"/>
              <a:gd name="connsiteX1727" fmla="*/ 128588 w 6604001"/>
              <a:gd name="connsiteY1727" fmla="*/ 3766205 h 6640493"/>
              <a:gd name="connsiteX1728" fmla="*/ 128588 w 6604001"/>
              <a:gd name="connsiteY1728" fmla="*/ 3719493 h 6640493"/>
              <a:gd name="connsiteX1729" fmla="*/ 132341 w 6604001"/>
              <a:gd name="connsiteY1729" fmla="*/ 4058730 h 6640493"/>
              <a:gd name="connsiteX1730" fmla="*/ 162124 w 6604001"/>
              <a:gd name="connsiteY1730" fmla="*/ 4183057 h 6640493"/>
              <a:gd name="connsiteX1731" fmla="*/ 164689 w 6604001"/>
              <a:gd name="connsiteY1731" fmla="*/ 4192994 h 6640493"/>
              <a:gd name="connsiteX1732" fmla="*/ 158044 w 6604001"/>
              <a:gd name="connsiteY1732" fmla="*/ 4168579 h 6640493"/>
              <a:gd name="connsiteX1733" fmla="*/ 132359 w 6604001"/>
              <a:gd name="connsiteY1733" fmla="*/ 4062981 h 6640493"/>
              <a:gd name="connsiteX1734" fmla="*/ 132359 w 6604001"/>
              <a:gd name="connsiteY1734" fmla="*/ 4066744 h 6640493"/>
              <a:gd name="connsiteX1735" fmla="*/ 131888 w 6604001"/>
              <a:gd name="connsiteY1735" fmla="*/ 4065804 h 6640493"/>
              <a:gd name="connsiteX1736" fmla="*/ 129211 w 6604001"/>
              <a:gd name="connsiteY1736" fmla="*/ 4060460 h 6640493"/>
              <a:gd name="connsiteX1737" fmla="*/ 128361 w 6604001"/>
              <a:gd name="connsiteY1737" fmla="*/ 4047580 h 6640493"/>
              <a:gd name="connsiteX1738" fmla="*/ 124581 w 6604001"/>
              <a:gd name="connsiteY1738" fmla="*/ 4028735 h 6640493"/>
              <a:gd name="connsiteX1739" fmla="*/ 90563 w 6604001"/>
              <a:gd name="connsiteY1739" fmla="*/ 3651825 h 6640493"/>
              <a:gd name="connsiteX1740" fmla="*/ 128776 w 6604001"/>
              <a:gd name="connsiteY1740" fmla="*/ 3649432 h 6640493"/>
              <a:gd name="connsiteX1741" fmla="*/ 128745 w 6604001"/>
              <a:gd name="connsiteY1741" fmla="*/ 3669596 h 6640493"/>
              <a:gd name="connsiteX1742" fmla="*/ 128588 w 6604001"/>
              <a:gd name="connsiteY1742" fmla="*/ 3675043 h 6640493"/>
              <a:gd name="connsiteX1743" fmla="*/ 128588 w 6604001"/>
              <a:gd name="connsiteY1743" fmla="*/ 3671268 h 6640493"/>
              <a:gd name="connsiteX1744" fmla="*/ 90563 w 6604001"/>
              <a:gd name="connsiteY1744" fmla="*/ 3648056 h 6640493"/>
              <a:gd name="connsiteX1745" fmla="*/ 90563 w 6604001"/>
              <a:gd name="connsiteY1745" fmla="*/ 3649527 h 6640493"/>
              <a:gd name="connsiteX1746" fmla="*/ 90517 w 6604001"/>
              <a:gd name="connsiteY1746" fmla="*/ 3648364 h 6640493"/>
              <a:gd name="connsiteX1747" fmla="*/ 90488 w 6604001"/>
              <a:gd name="connsiteY1747" fmla="*/ 3644358 h 6640493"/>
              <a:gd name="connsiteX1748" fmla="*/ 90488 w 6604001"/>
              <a:gd name="connsiteY1748" fmla="*/ 3647651 h 6640493"/>
              <a:gd name="connsiteX1749" fmla="*/ 90517 w 6604001"/>
              <a:gd name="connsiteY1749" fmla="*/ 3648364 h 6640493"/>
              <a:gd name="connsiteX1750" fmla="*/ 80590 w 6604001"/>
              <a:gd name="connsiteY1750" fmla="*/ 3714045 h 6640493"/>
              <a:gd name="connsiteX1751" fmla="*/ 64105 w 6604001"/>
              <a:gd name="connsiteY1751" fmla="*/ 3874202 h 6640493"/>
              <a:gd name="connsiteX1752" fmla="*/ 86496 w 6604001"/>
              <a:gd name="connsiteY1752" fmla="*/ 4032216 h 6640493"/>
              <a:gd name="connsiteX1753" fmla="*/ 92918 w 6604001"/>
              <a:gd name="connsiteY1753" fmla="*/ 4069678 h 6640493"/>
              <a:gd name="connsiteX1754" fmla="*/ 87978 w 6604001"/>
              <a:gd name="connsiteY1754" fmla="*/ 4046893 h 6640493"/>
              <a:gd name="connsiteX1755" fmla="*/ 59981 w 6604001"/>
              <a:gd name="connsiteY1755" fmla="*/ 3878425 h 6640493"/>
              <a:gd name="connsiteX1756" fmla="*/ 59981 w 6604001"/>
              <a:gd name="connsiteY1756" fmla="*/ 3867131 h 6640493"/>
              <a:gd name="connsiteX1757" fmla="*/ 55651 w 6604001"/>
              <a:gd name="connsiteY1757" fmla="*/ 3896660 h 6640493"/>
              <a:gd name="connsiteX1758" fmla="*/ 54093 w 6604001"/>
              <a:gd name="connsiteY1758" fmla="*/ 3911512 h 6640493"/>
              <a:gd name="connsiteX1759" fmla="*/ 54021 w 6604001"/>
              <a:gd name="connsiteY1759" fmla="*/ 3911137 h 6640493"/>
              <a:gd name="connsiteX1760" fmla="*/ 56158 w 6604001"/>
              <a:gd name="connsiteY1760" fmla="*/ 3888760 h 6640493"/>
              <a:gd name="connsiteX1761" fmla="*/ 56621 w 6604001"/>
              <a:gd name="connsiteY1761" fmla="*/ 3854828 h 6640493"/>
              <a:gd name="connsiteX1762" fmla="*/ 56621 w 6604001"/>
              <a:gd name="connsiteY1762" fmla="*/ 3839746 h 6640493"/>
              <a:gd name="connsiteX1763" fmla="*/ 56268 w 6604001"/>
              <a:gd name="connsiteY1763" fmla="*/ 3831293 h 6640493"/>
              <a:gd name="connsiteX1764" fmla="*/ 56718 w 6604001"/>
              <a:gd name="connsiteY1764" fmla="*/ 3840536 h 6640493"/>
              <a:gd name="connsiteX1765" fmla="*/ 60470 w 6604001"/>
              <a:gd name="connsiteY1765" fmla="*/ 3848081 h 6640493"/>
              <a:gd name="connsiteX1766" fmla="*/ 90488 w 6604001"/>
              <a:gd name="connsiteY1766" fmla="*/ 3644358 h 6640493"/>
              <a:gd name="connsiteX1767" fmla="*/ 6588947 w 6604001"/>
              <a:gd name="connsiteY1767" fmla="*/ 3644165 h 6640493"/>
              <a:gd name="connsiteX1768" fmla="*/ 6588920 w 6604001"/>
              <a:gd name="connsiteY1768" fmla="*/ 3644432 h 6640493"/>
              <a:gd name="connsiteX1769" fmla="*/ 6588920 w 6604001"/>
              <a:gd name="connsiteY1769" fmla="*/ 3667105 h 6640493"/>
              <a:gd name="connsiteX1770" fmla="*/ 6588239 w 6604001"/>
              <a:gd name="connsiteY1770" fmla="*/ 3650985 h 6640493"/>
              <a:gd name="connsiteX1771" fmla="*/ 6588930 w 6604001"/>
              <a:gd name="connsiteY1771" fmla="*/ 3644279 h 6640493"/>
              <a:gd name="connsiteX1772" fmla="*/ 3079456 w 6604001"/>
              <a:gd name="connsiteY1772" fmla="*/ 3621068 h 6640493"/>
              <a:gd name="connsiteX1773" fmla="*/ 2683472 w 6604001"/>
              <a:gd name="connsiteY1773" fmla="*/ 4088933 h 6640493"/>
              <a:gd name="connsiteX1774" fmla="*/ 2687243 w 6604001"/>
              <a:gd name="connsiteY1774" fmla="*/ 4092706 h 6640493"/>
              <a:gd name="connsiteX1775" fmla="*/ 2687243 w 6604001"/>
              <a:gd name="connsiteY1775" fmla="*/ 4096480 h 6640493"/>
              <a:gd name="connsiteX1776" fmla="*/ 2687243 w 6604001"/>
              <a:gd name="connsiteY1776" fmla="*/ 4100253 h 6640493"/>
              <a:gd name="connsiteX1777" fmla="*/ 2687243 w 6604001"/>
              <a:gd name="connsiteY1777" fmla="*/ 4104026 h 6640493"/>
              <a:gd name="connsiteX1778" fmla="*/ 2683472 w 6604001"/>
              <a:gd name="connsiteY1778" fmla="*/ 4130437 h 6640493"/>
              <a:gd name="connsiteX1779" fmla="*/ 2679700 w 6604001"/>
              <a:gd name="connsiteY1779" fmla="*/ 4130437 h 6640493"/>
              <a:gd name="connsiteX1780" fmla="*/ 2992717 w 6604001"/>
              <a:gd name="connsiteY1780" fmla="*/ 4688857 h 6640493"/>
              <a:gd name="connsiteX1781" fmla="*/ 3019116 w 6604001"/>
              <a:gd name="connsiteY1781" fmla="*/ 4692630 h 6640493"/>
              <a:gd name="connsiteX1782" fmla="*/ 3449042 w 6604001"/>
              <a:gd name="connsiteY1782" fmla="*/ 4243631 h 6640493"/>
              <a:gd name="connsiteX1783" fmla="*/ 3445270 w 6604001"/>
              <a:gd name="connsiteY1783" fmla="*/ 4239858 h 6640493"/>
              <a:gd name="connsiteX1784" fmla="*/ 3445270 w 6604001"/>
              <a:gd name="connsiteY1784" fmla="*/ 4236084 h 6640493"/>
              <a:gd name="connsiteX1785" fmla="*/ 3445270 w 6604001"/>
              <a:gd name="connsiteY1785" fmla="*/ 4232311 h 6640493"/>
              <a:gd name="connsiteX1786" fmla="*/ 3445270 w 6604001"/>
              <a:gd name="connsiteY1786" fmla="*/ 4228538 h 6640493"/>
              <a:gd name="connsiteX1787" fmla="*/ 3445270 w 6604001"/>
              <a:gd name="connsiteY1787" fmla="*/ 4224765 h 6640493"/>
              <a:gd name="connsiteX1788" fmla="*/ 3449042 w 6604001"/>
              <a:gd name="connsiteY1788" fmla="*/ 4202126 h 6640493"/>
              <a:gd name="connsiteX1789" fmla="*/ 3452813 w 6604001"/>
              <a:gd name="connsiteY1789" fmla="*/ 4198353 h 6640493"/>
              <a:gd name="connsiteX1790" fmla="*/ 3105855 w 6604001"/>
              <a:gd name="connsiteY1790" fmla="*/ 3621068 h 6640493"/>
              <a:gd name="connsiteX1791" fmla="*/ 3102084 w 6604001"/>
              <a:gd name="connsiteY1791" fmla="*/ 3624841 h 6640493"/>
              <a:gd name="connsiteX1792" fmla="*/ 3079456 w 6604001"/>
              <a:gd name="connsiteY1792" fmla="*/ 3621068 h 6640493"/>
              <a:gd name="connsiteX1793" fmla="*/ 671314 w 6604001"/>
              <a:gd name="connsiteY1793" fmla="*/ 3602018 h 6640493"/>
              <a:gd name="connsiteX1794" fmla="*/ 622300 w 6604001"/>
              <a:gd name="connsiteY1794" fmla="*/ 3990169 h 6640493"/>
              <a:gd name="connsiteX1795" fmla="*/ 622300 w 6604001"/>
              <a:gd name="connsiteY1795" fmla="*/ 3993938 h 6640493"/>
              <a:gd name="connsiteX1796" fmla="*/ 626071 w 6604001"/>
              <a:gd name="connsiteY1796" fmla="*/ 3993938 h 6640493"/>
              <a:gd name="connsiteX1797" fmla="*/ 626071 w 6604001"/>
              <a:gd name="connsiteY1797" fmla="*/ 3997706 h 6640493"/>
              <a:gd name="connsiteX1798" fmla="*/ 629841 w 6604001"/>
              <a:gd name="connsiteY1798" fmla="*/ 4001475 h 6640493"/>
              <a:gd name="connsiteX1799" fmla="*/ 889993 w 6604001"/>
              <a:gd name="connsiteY1799" fmla="*/ 3971327 h 6640493"/>
              <a:gd name="connsiteX1800" fmla="*/ 886223 w 6604001"/>
              <a:gd name="connsiteY1800" fmla="*/ 3967559 h 6640493"/>
              <a:gd name="connsiteX1801" fmla="*/ 893763 w 6604001"/>
              <a:gd name="connsiteY1801" fmla="*/ 3944948 h 6640493"/>
              <a:gd name="connsiteX1802" fmla="*/ 678855 w 6604001"/>
              <a:gd name="connsiteY1802" fmla="*/ 3602018 h 6640493"/>
              <a:gd name="connsiteX1803" fmla="*/ 675085 w 6604001"/>
              <a:gd name="connsiteY1803" fmla="*/ 3602018 h 6640493"/>
              <a:gd name="connsiteX1804" fmla="*/ 671314 w 6604001"/>
              <a:gd name="connsiteY1804" fmla="*/ 3602018 h 6640493"/>
              <a:gd name="connsiteX1805" fmla="*/ 16605 w 6604001"/>
              <a:gd name="connsiteY1805" fmla="*/ 3601591 h 6640493"/>
              <a:gd name="connsiteX1806" fmla="*/ 22871 w 6604001"/>
              <a:gd name="connsiteY1806" fmla="*/ 3632872 h 6640493"/>
              <a:gd name="connsiteX1807" fmla="*/ 30163 w 6604001"/>
              <a:gd name="connsiteY1807" fmla="*/ 3757593 h 6640493"/>
              <a:gd name="connsiteX1808" fmla="*/ 26031 w 6604001"/>
              <a:gd name="connsiteY1808" fmla="*/ 3726110 h 6640493"/>
              <a:gd name="connsiteX1809" fmla="*/ 25772 w 6604001"/>
              <a:gd name="connsiteY1809" fmla="*/ 3723986 h 6640493"/>
              <a:gd name="connsiteX1810" fmla="*/ 21895 w 6604001"/>
              <a:gd name="connsiteY1810" fmla="*/ 3679037 h 6640493"/>
              <a:gd name="connsiteX1811" fmla="*/ 12041 w 6604001"/>
              <a:gd name="connsiteY1811" fmla="*/ 3599414 h 6640493"/>
              <a:gd name="connsiteX1812" fmla="*/ 19514 w 6604001"/>
              <a:gd name="connsiteY1812" fmla="*/ 3676451 h 6640493"/>
              <a:gd name="connsiteX1813" fmla="*/ 26031 w 6604001"/>
              <a:gd name="connsiteY1813" fmla="*/ 3726110 h 6640493"/>
              <a:gd name="connsiteX1814" fmla="*/ 30692 w 6604001"/>
              <a:gd name="connsiteY1814" fmla="*/ 3764340 h 6640493"/>
              <a:gd name="connsiteX1815" fmla="*/ 30692 w 6604001"/>
              <a:gd name="connsiteY1815" fmla="*/ 3768111 h 6640493"/>
              <a:gd name="connsiteX1816" fmla="*/ 31341 w 6604001"/>
              <a:gd name="connsiteY1816" fmla="*/ 3772628 h 6640493"/>
              <a:gd name="connsiteX1817" fmla="*/ 30560 w 6604001"/>
              <a:gd name="connsiteY1817" fmla="*/ 3767759 h 6640493"/>
              <a:gd name="connsiteX1818" fmla="*/ 14124 w 6604001"/>
              <a:gd name="connsiteY1818" fmla="*/ 3631012 h 6640493"/>
              <a:gd name="connsiteX1819" fmla="*/ 659808 w 6604001"/>
              <a:gd name="connsiteY1819" fmla="*/ 3595668 h 6640493"/>
              <a:gd name="connsiteX1820" fmla="*/ 441325 w 6604001"/>
              <a:gd name="connsiteY1820" fmla="*/ 3640912 h 6640493"/>
              <a:gd name="connsiteX1821" fmla="*/ 441325 w 6604001"/>
              <a:gd name="connsiteY1821" fmla="*/ 3652223 h 6640493"/>
              <a:gd name="connsiteX1822" fmla="*/ 610838 w 6604001"/>
              <a:gd name="connsiteY1822" fmla="*/ 3984010 h 6640493"/>
              <a:gd name="connsiteX1823" fmla="*/ 614605 w 6604001"/>
              <a:gd name="connsiteY1823" fmla="*/ 3984010 h 6640493"/>
              <a:gd name="connsiteX1824" fmla="*/ 614605 w 6604001"/>
              <a:gd name="connsiteY1824" fmla="*/ 3987780 h 6640493"/>
              <a:gd name="connsiteX1825" fmla="*/ 663575 w 6604001"/>
              <a:gd name="connsiteY1825" fmla="*/ 3603209 h 6640493"/>
              <a:gd name="connsiteX1826" fmla="*/ 663575 w 6604001"/>
              <a:gd name="connsiteY1826" fmla="*/ 3599438 h 6640493"/>
              <a:gd name="connsiteX1827" fmla="*/ 659808 w 6604001"/>
              <a:gd name="connsiteY1827" fmla="*/ 3599438 h 6640493"/>
              <a:gd name="connsiteX1828" fmla="*/ 659808 w 6604001"/>
              <a:gd name="connsiteY1828" fmla="*/ 3595668 h 6640493"/>
              <a:gd name="connsiteX1829" fmla="*/ 159534 w 6604001"/>
              <a:gd name="connsiteY1829" fmla="*/ 3585498 h 6640493"/>
              <a:gd name="connsiteX1830" fmla="*/ 160909 w 6604001"/>
              <a:gd name="connsiteY1830" fmla="*/ 3599201 h 6640493"/>
              <a:gd name="connsiteX1831" fmla="*/ 169453 w 6604001"/>
              <a:gd name="connsiteY1831" fmla="*/ 3677625 h 6640493"/>
              <a:gd name="connsiteX1832" fmla="*/ 168553 w 6604001"/>
              <a:gd name="connsiteY1832" fmla="*/ 3677625 h 6640493"/>
              <a:gd name="connsiteX1833" fmla="*/ 166692 w 6604001"/>
              <a:gd name="connsiteY1833" fmla="*/ 3659939 h 6640493"/>
              <a:gd name="connsiteX1834" fmla="*/ 161237 w 6604001"/>
              <a:gd name="connsiteY1834" fmla="*/ 3604810 h 6640493"/>
              <a:gd name="connsiteX1835" fmla="*/ 8880 w 6604001"/>
              <a:gd name="connsiteY1835" fmla="*/ 3560446 h 6640493"/>
              <a:gd name="connsiteX1836" fmla="*/ 9795 w 6604001"/>
              <a:gd name="connsiteY1836" fmla="*/ 3563244 h 6640493"/>
              <a:gd name="connsiteX1837" fmla="*/ 9016 w 6604001"/>
              <a:gd name="connsiteY1837" fmla="*/ 3562075 h 6640493"/>
              <a:gd name="connsiteX1838" fmla="*/ 7938 w 6604001"/>
              <a:gd name="connsiteY1838" fmla="*/ 3557568 h 6640493"/>
              <a:gd name="connsiteX1839" fmla="*/ 8744 w 6604001"/>
              <a:gd name="connsiteY1839" fmla="*/ 3560032 h 6640493"/>
              <a:gd name="connsiteX1840" fmla="*/ 8881 w 6604001"/>
              <a:gd name="connsiteY1840" fmla="*/ 3561873 h 6640493"/>
              <a:gd name="connsiteX1841" fmla="*/ 9016 w 6604001"/>
              <a:gd name="connsiteY1841" fmla="*/ 3562075 h 6640493"/>
              <a:gd name="connsiteX1842" fmla="*/ 9529 w 6604001"/>
              <a:gd name="connsiteY1842" fmla="*/ 3568233 h 6640493"/>
              <a:gd name="connsiteX1843" fmla="*/ 11709 w 6604001"/>
              <a:gd name="connsiteY1843" fmla="*/ 3594381 h 6640493"/>
              <a:gd name="connsiteX1844" fmla="*/ 12041 w 6604001"/>
              <a:gd name="connsiteY1844" fmla="*/ 3599414 h 6640493"/>
              <a:gd name="connsiteX1845" fmla="*/ 11642 w 6604001"/>
              <a:gd name="connsiteY1845" fmla="*/ 3595309 h 6640493"/>
              <a:gd name="connsiteX1846" fmla="*/ 7938 w 6604001"/>
              <a:gd name="connsiteY1846" fmla="*/ 3557568 h 6640493"/>
              <a:gd name="connsiteX1847" fmla="*/ 101685 w 6604001"/>
              <a:gd name="connsiteY1847" fmla="*/ 3552437 h 6640493"/>
              <a:gd name="connsiteX1848" fmla="*/ 99170 w 6604001"/>
              <a:gd name="connsiteY1848" fmla="*/ 3571964 h 6640493"/>
              <a:gd name="connsiteX1849" fmla="*/ 100823 w 6604001"/>
              <a:gd name="connsiteY1849" fmla="*/ 3557086 h 6640493"/>
              <a:gd name="connsiteX1850" fmla="*/ 252413 w 6604001"/>
              <a:gd name="connsiteY1850" fmla="*/ 3550226 h 6640493"/>
              <a:gd name="connsiteX1851" fmla="*/ 254948 w 6604001"/>
              <a:gd name="connsiteY1851" fmla="*/ 3550226 h 6640493"/>
              <a:gd name="connsiteX1852" fmla="*/ 271320 w 6604001"/>
              <a:gd name="connsiteY1852" fmla="*/ 3592239 h 6640493"/>
              <a:gd name="connsiteX1853" fmla="*/ 358358 w 6604001"/>
              <a:gd name="connsiteY1853" fmla="*/ 3818369 h 6640493"/>
              <a:gd name="connsiteX1854" fmla="*/ 366543 w 6604001"/>
              <a:gd name="connsiteY1854" fmla="*/ 3840117 h 6640493"/>
              <a:gd name="connsiteX1855" fmla="*/ 318903 w 6604001"/>
              <a:gd name="connsiteY1855" fmla="*/ 3723189 h 6640493"/>
              <a:gd name="connsiteX1856" fmla="*/ 252413 w 6604001"/>
              <a:gd name="connsiteY1856" fmla="*/ 3550226 h 6640493"/>
              <a:gd name="connsiteX1857" fmla="*/ 7938 w 6604001"/>
              <a:gd name="connsiteY1857" fmla="*/ 3549152 h 6640493"/>
              <a:gd name="connsiteX1858" fmla="*/ 8410 w 6604001"/>
              <a:gd name="connsiteY1858" fmla="*/ 3554806 h 6640493"/>
              <a:gd name="connsiteX1859" fmla="*/ 8880 w 6604001"/>
              <a:gd name="connsiteY1859" fmla="*/ 3560446 h 6640493"/>
              <a:gd name="connsiteX1860" fmla="*/ 8744 w 6604001"/>
              <a:gd name="connsiteY1860" fmla="*/ 3560032 h 6640493"/>
              <a:gd name="connsiteX1861" fmla="*/ 2288486 w 6604001"/>
              <a:gd name="connsiteY1861" fmla="*/ 3546456 h 6640493"/>
              <a:gd name="connsiteX1862" fmla="*/ 1922463 w 6604001"/>
              <a:gd name="connsiteY1862" fmla="*/ 3938241 h 6640493"/>
              <a:gd name="connsiteX1863" fmla="*/ 1926237 w 6604001"/>
              <a:gd name="connsiteY1863" fmla="*/ 3942008 h 6640493"/>
              <a:gd name="connsiteX1864" fmla="*/ 1926237 w 6604001"/>
              <a:gd name="connsiteY1864" fmla="*/ 3945775 h 6640493"/>
              <a:gd name="connsiteX1865" fmla="*/ 1926237 w 6604001"/>
              <a:gd name="connsiteY1865" fmla="*/ 3949543 h 6640493"/>
              <a:gd name="connsiteX1866" fmla="*/ 1926237 w 6604001"/>
              <a:gd name="connsiteY1866" fmla="*/ 3953310 h 6640493"/>
              <a:gd name="connsiteX1867" fmla="*/ 1922463 w 6604001"/>
              <a:gd name="connsiteY1867" fmla="*/ 3972146 h 6640493"/>
              <a:gd name="connsiteX1868" fmla="*/ 1922463 w 6604001"/>
              <a:gd name="connsiteY1868" fmla="*/ 3975913 h 6640493"/>
              <a:gd name="connsiteX1869" fmla="*/ 2213017 w 6604001"/>
              <a:gd name="connsiteY1869" fmla="*/ 4492014 h 6640493"/>
              <a:gd name="connsiteX1870" fmla="*/ 2235658 w 6604001"/>
              <a:gd name="connsiteY1870" fmla="*/ 4495781 h 6640493"/>
              <a:gd name="connsiteX1871" fmla="*/ 2635641 w 6604001"/>
              <a:gd name="connsiteY1871" fmla="*/ 4122832 h 6640493"/>
              <a:gd name="connsiteX1872" fmla="*/ 2635641 w 6604001"/>
              <a:gd name="connsiteY1872" fmla="*/ 4119065 h 6640493"/>
              <a:gd name="connsiteX1873" fmla="*/ 2635641 w 6604001"/>
              <a:gd name="connsiteY1873" fmla="*/ 4115298 h 6640493"/>
              <a:gd name="connsiteX1874" fmla="*/ 2635641 w 6604001"/>
              <a:gd name="connsiteY1874" fmla="*/ 4111531 h 6640493"/>
              <a:gd name="connsiteX1875" fmla="*/ 2635641 w 6604001"/>
              <a:gd name="connsiteY1875" fmla="*/ 4103996 h 6640493"/>
              <a:gd name="connsiteX1876" fmla="*/ 2639415 w 6604001"/>
              <a:gd name="connsiteY1876" fmla="*/ 4085160 h 6640493"/>
              <a:gd name="connsiteX1877" fmla="*/ 2643188 w 6604001"/>
              <a:gd name="connsiteY1877" fmla="*/ 4081393 h 6640493"/>
              <a:gd name="connsiteX1878" fmla="*/ 2311126 w 6604001"/>
              <a:gd name="connsiteY1878" fmla="*/ 3550223 h 6640493"/>
              <a:gd name="connsiteX1879" fmla="*/ 2307353 w 6604001"/>
              <a:gd name="connsiteY1879" fmla="*/ 3550223 h 6640493"/>
              <a:gd name="connsiteX1880" fmla="*/ 2288486 w 6604001"/>
              <a:gd name="connsiteY1880" fmla="*/ 3546456 h 6640493"/>
              <a:gd name="connsiteX1881" fmla="*/ 177080 w 6604001"/>
              <a:gd name="connsiteY1881" fmla="*/ 3545889 h 6640493"/>
              <a:gd name="connsiteX1882" fmla="*/ 193091 w 6604001"/>
              <a:gd name="connsiteY1882" fmla="*/ 3617554 h 6640493"/>
              <a:gd name="connsiteX1883" fmla="*/ 182787 w 6604001"/>
              <a:gd name="connsiteY1883" fmla="*/ 3578363 h 6640493"/>
              <a:gd name="connsiteX1884" fmla="*/ 59846 w 6604001"/>
              <a:gd name="connsiteY1884" fmla="*/ 3539680 h 6640493"/>
              <a:gd name="connsiteX1885" fmla="*/ 56769 w 6604001"/>
              <a:gd name="connsiteY1885" fmla="*/ 3581608 h 6640493"/>
              <a:gd name="connsiteX1886" fmla="*/ 54080 w 6604001"/>
              <a:gd name="connsiteY1886" fmla="*/ 3621958 h 6640493"/>
              <a:gd name="connsiteX1887" fmla="*/ 51574 w 6604001"/>
              <a:gd name="connsiteY1887" fmla="*/ 3685465 h 6640493"/>
              <a:gd name="connsiteX1888" fmla="*/ 51528 w 6604001"/>
              <a:gd name="connsiteY1888" fmla="*/ 3667255 h 6640493"/>
              <a:gd name="connsiteX1889" fmla="*/ 56672 w 6604001"/>
              <a:gd name="connsiteY1889" fmla="*/ 3575000 h 6640493"/>
              <a:gd name="connsiteX1890" fmla="*/ 60325 w 6604001"/>
              <a:gd name="connsiteY1890" fmla="*/ 3533154 h 6640493"/>
              <a:gd name="connsiteX1891" fmla="*/ 60325 w 6604001"/>
              <a:gd name="connsiteY1891" fmla="*/ 3534351 h 6640493"/>
              <a:gd name="connsiteX1892" fmla="*/ 59846 w 6604001"/>
              <a:gd name="connsiteY1892" fmla="*/ 3539680 h 6640493"/>
              <a:gd name="connsiteX1893" fmla="*/ 183295 w 6604001"/>
              <a:gd name="connsiteY1893" fmla="*/ 3513957 h 6640493"/>
              <a:gd name="connsiteX1894" fmla="*/ 193238 w 6604001"/>
              <a:gd name="connsiteY1894" fmla="*/ 3552435 h 6640493"/>
              <a:gd name="connsiteX1895" fmla="*/ 211319 w 6604001"/>
              <a:gd name="connsiteY1895" fmla="*/ 3621568 h 6640493"/>
              <a:gd name="connsiteX1896" fmla="*/ 211319 w 6604001"/>
              <a:gd name="connsiteY1896" fmla="*/ 3617799 h 6640493"/>
              <a:gd name="connsiteX1897" fmla="*/ 212819 w 6604001"/>
              <a:gd name="connsiteY1897" fmla="*/ 3627657 h 6640493"/>
              <a:gd name="connsiteX1898" fmla="*/ 210798 w 6604001"/>
              <a:gd name="connsiteY1898" fmla="*/ 3625618 h 6640493"/>
              <a:gd name="connsiteX1899" fmla="*/ 184356 w 6604001"/>
              <a:gd name="connsiteY1899" fmla="*/ 3518380 h 6640493"/>
              <a:gd name="connsiteX1900" fmla="*/ 17993 w 6604001"/>
              <a:gd name="connsiteY1900" fmla="*/ 3512347 h 6640493"/>
              <a:gd name="connsiteX1901" fmla="*/ 17832 w 6604001"/>
              <a:gd name="connsiteY1901" fmla="*/ 3515380 h 6640493"/>
              <a:gd name="connsiteX1902" fmla="*/ 17901 w 6604001"/>
              <a:gd name="connsiteY1902" fmla="*/ 3513118 h 6640493"/>
              <a:gd name="connsiteX1903" fmla="*/ 150543 w 6604001"/>
              <a:gd name="connsiteY1903" fmla="*/ 3496124 h 6640493"/>
              <a:gd name="connsiteX1904" fmla="*/ 152040 w 6604001"/>
              <a:gd name="connsiteY1904" fmla="*/ 3514288 h 6640493"/>
              <a:gd name="connsiteX1905" fmla="*/ 160952 w 6604001"/>
              <a:gd name="connsiteY1905" fmla="*/ 3605375 h 6640493"/>
              <a:gd name="connsiteX1906" fmla="*/ 166692 w 6604001"/>
              <a:gd name="connsiteY1906" fmla="*/ 3659939 h 6640493"/>
              <a:gd name="connsiteX1907" fmla="*/ 168442 w 6604001"/>
              <a:gd name="connsiteY1907" fmla="*/ 3677625 h 6640493"/>
              <a:gd name="connsiteX1908" fmla="*/ 166093 w 6604001"/>
              <a:gd name="connsiteY1908" fmla="*/ 3677625 h 6640493"/>
              <a:gd name="connsiteX1909" fmla="*/ 166093 w 6604001"/>
              <a:gd name="connsiteY1909" fmla="*/ 3681393 h 6640493"/>
              <a:gd name="connsiteX1910" fmla="*/ 151483 w 6604001"/>
              <a:gd name="connsiteY1910" fmla="*/ 3509943 h 6640493"/>
              <a:gd name="connsiteX1911" fmla="*/ 113467 w 6604001"/>
              <a:gd name="connsiteY1911" fmla="*/ 3458672 h 6640493"/>
              <a:gd name="connsiteX1912" fmla="*/ 111285 w 6604001"/>
              <a:gd name="connsiteY1912" fmla="*/ 3475018 h 6640493"/>
              <a:gd name="connsiteX1913" fmla="*/ 105180 w 6604001"/>
              <a:gd name="connsiteY1913" fmla="*/ 3524381 h 6640493"/>
              <a:gd name="connsiteX1914" fmla="*/ 101396 w 6604001"/>
              <a:gd name="connsiteY1914" fmla="*/ 3551927 h 6640493"/>
              <a:gd name="connsiteX1915" fmla="*/ 100823 w 6604001"/>
              <a:gd name="connsiteY1915" fmla="*/ 3557086 h 6640493"/>
              <a:gd name="connsiteX1916" fmla="*/ 98159 w 6604001"/>
              <a:gd name="connsiteY1916" fmla="*/ 3571442 h 6640493"/>
              <a:gd name="connsiteX1917" fmla="*/ 101224 w 6604001"/>
              <a:gd name="connsiteY1917" fmla="*/ 3544514 h 6640493"/>
              <a:gd name="connsiteX1918" fmla="*/ 111285 w 6604001"/>
              <a:gd name="connsiteY1918" fmla="*/ 3473130 h 6640493"/>
              <a:gd name="connsiteX1919" fmla="*/ 90196 w 6604001"/>
              <a:gd name="connsiteY1919" fmla="*/ 3443260 h 6640493"/>
              <a:gd name="connsiteX1920" fmla="*/ 84593 w 6604001"/>
              <a:gd name="connsiteY1920" fmla="*/ 3460165 h 6640493"/>
              <a:gd name="connsiteX1921" fmla="*/ 88974 w 6604001"/>
              <a:gd name="connsiteY1921" fmla="*/ 3445940 h 6640493"/>
              <a:gd name="connsiteX1922" fmla="*/ 6603048 w 6604001"/>
              <a:gd name="connsiteY1922" fmla="*/ 3436719 h 6640493"/>
              <a:gd name="connsiteX1923" fmla="*/ 6603009 w 6604001"/>
              <a:gd name="connsiteY1923" fmla="*/ 3441507 h 6640493"/>
              <a:gd name="connsiteX1924" fmla="*/ 6602567 w 6604001"/>
              <a:gd name="connsiteY1924" fmla="*/ 3449085 h 6640493"/>
              <a:gd name="connsiteX1925" fmla="*/ 185771 w 6604001"/>
              <a:gd name="connsiteY1925" fmla="*/ 3415605 h 6640493"/>
              <a:gd name="connsiteX1926" fmla="*/ 190500 w 6604001"/>
              <a:gd name="connsiteY1926" fmla="*/ 3425333 h 6640493"/>
              <a:gd name="connsiteX1927" fmla="*/ 223373 w 6604001"/>
              <a:gd name="connsiteY1927" fmla="*/ 3490983 h 6640493"/>
              <a:gd name="connsiteX1928" fmla="*/ 215883 w 6604001"/>
              <a:gd name="connsiteY1928" fmla="*/ 3477423 h 6640493"/>
              <a:gd name="connsiteX1929" fmla="*/ 190718 w 6604001"/>
              <a:gd name="connsiteY1929" fmla="*/ 3426260 h 6640493"/>
              <a:gd name="connsiteX1930" fmla="*/ 143915 w 6604001"/>
              <a:gd name="connsiteY1930" fmla="*/ 3411987 h 6640493"/>
              <a:gd name="connsiteX1931" fmla="*/ 144413 w 6604001"/>
              <a:gd name="connsiteY1931" fmla="*/ 3420685 h 6640493"/>
              <a:gd name="connsiteX1932" fmla="*/ 149541 w 6604001"/>
              <a:gd name="connsiteY1932" fmla="*/ 3481381 h 6640493"/>
              <a:gd name="connsiteX1933" fmla="*/ 150543 w 6604001"/>
              <a:gd name="connsiteY1933" fmla="*/ 3496124 h 6640493"/>
              <a:gd name="connsiteX1934" fmla="*/ 144536 w 6604001"/>
              <a:gd name="connsiteY1934" fmla="*/ 3423201 h 6640493"/>
              <a:gd name="connsiteX1935" fmla="*/ 934856 w 6604001"/>
              <a:gd name="connsiteY1935" fmla="*/ 3403581 h 6640493"/>
              <a:gd name="connsiteX1936" fmla="*/ 682625 w 6604001"/>
              <a:gd name="connsiteY1936" fmla="*/ 3584359 h 6640493"/>
              <a:gd name="connsiteX1937" fmla="*/ 686390 w 6604001"/>
              <a:gd name="connsiteY1937" fmla="*/ 3584359 h 6640493"/>
              <a:gd name="connsiteX1938" fmla="*/ 686390 w 6604001"/>
              <a:gd name="connsiteY1938" fmla="*/ 3588125 h 6640493"/>
              <a:gd name="connsiteX1939" fmla="*/ 686390 w 6604001"/>
              <a:gd name="connsiteY1939" fmla="*/ 3591891 h 6640493"/>
              <a:gd name="connsiteX1940" fmla="*/ 682625 w 6604001"/>
              <a:gd name="connsiteY1940" fmla="*/ 3599424 h 6640493"/>
              <a:gd name="connsiteX1941" fmla="*/ 682625 w 6604001"/>
              <a:gd name="connsiteY1941" fmla="*/ 3603190 h 6640493"/>
              <a:gd name="connsiteX1942" fmla="*/ 897210 w 6604001"/>
              <a:gd name="connsiteY1942" fmla="*/ 3942149 h 6640493"/>
              <a:gd name="connsiteX1943" fmla="*/ 912268 w 6604001"/>
              <a:gd name="connsiteY1943" fmla="*/ 3949681 h 6640493"/>
              <a:gd name="connsiteX1944" fmla="*/ 1205911 w 6604001"/>
              <a:gd name="connsiteY1944" fmla="*/ 3783968 h 6640493"/>
              <a:gd name="connsiteX1945" fmla="*/ 1205911 w 6604001"/>
              <a:gd name="connsiteY1945" fmla="*/ 3780202 h 6640493"/>
              <a:gd name="connsiteX1946" fmla="*/ 1205911 w 6604001"/>
              <a:gd name="connsiteY1946" fmla="*/ 3776436 h 6640493"/>
              <a:gd name="connsiteX1947" fmla="*/ 1205911 w 6604001"/>
              <a:gd name="connsiteY1947" fmla="*/ 3768903 h 6640493"/>
              <a:gd name="connsiteX1948" fmla="*/ 1209675 w 6604001"/>
              <a:gd name="connsiteY1948" fmla="*/ 3761371 h 6640493"/>
              <a:gd name="connsiteX1949" fmla="*/ 1209675 w 6604001"/>
              <a:gd name="connsiteY1949" fmla="*/ 3757605 h 6640493"/>
              <a:gd name="connsiteX1950" fmla="*/ 949915 w 6604001"/>
              <a:gd name="connsiteY1950" fmla="*/ 3403581 h 6640493"/>
              <a:gd name="connsiteX1951" fmla="*/ 949915 w 6604001"/>
              <a:gd name="connsiteY1951" fmla="*/ 3407347 h 6640493"/>
              <a:gd name="connsiteX1952" fmla="*/ 934856 w 6604001"/>
              <a:gd name="connsiteY1952" fmla="*/ 3403581 h 6640493"/>
              <a:gd name="connsiteX1953" fmla="*/ 264285 w 6604001"/>
              <a:gd name="connsiteY1953" fmla="*/ 3403581 h 6640493"/>
              <a:gd name="connsiteX1954" fmla="*/ 249238 w 6604001"/>
              <a:gd name="connsiteY1954" fmla="*/ 3535318 h 6640493"/>
              <a:gd name="connsiteX1955" fmla="*/ 253000 w 6604001"/>
              <a:gd name="connsiteY1955" fmla="*/ 3539082 h 6640493"/>
              <a:gd name="connsiteX1956" fmla="*/ 253000 w 6604001"/>
              <a:gd name="connsiteY1956" fmla="*/ 3542846 h 6640493"/>
              <a:gd name="connsiteX1957" fmla="*/ 422276 w 6604001"/>
              <a:gd name="connsiteY1957" fmla="*/ 3636943 h 6640493"/>
              <a:gd name="connsiteX1958" fmla="*/ 422276 w 6604001"/>
              <a:gd name="connsiteY1958" fmla="*/ 3621888 h 6640493"/>
              <a:gd name="connsiteX1959" fmla="*/ 271808 w 6604001"/>
              <a:gd name="connsiteY1959" fmla="*/ 3407345 h 6640493"/>
              <a:gd name="connsiteX1960" fmla="*/ 268047 w 6604001"/>
              <a:gd name="connsiteY1960" fmla="*/ 3407345 h 6640493"/>
              <a:gd name="connsiteX1961" fmla="*/ 264285 w 6604001"/>
              <a:gd name="connsiteY1961" fmla="*/ 3403581 h 6640493"/>
              <a:gd name="connsiteX1962" fmla="*/ 275372 w 6604001"/>
              <a:gd name="connsiteY1962" fmla="*/ 3398471 h 6640493"/>
              <a:gd name="connsiteX1963" fmla="*/ 272050 w 6604001"/>
              <a:gd name="connsiteY1963" fmla="*/ 3398818 h 6640493"/>
              <a:gd name="connsiteX1964" fmla="*/ 271806 w 6604001"/>
              <a:gd name="connsiteY1964" fmla="*/ 3398576 h 6640493"/>
              <a:gd name="connsiteX1965" fmla="*/ 135388 w 6604001"/>
              <a:gd name="connsiteY1965" fmla="*/ 3360048 h 6640493"/>
              <a:gd name="connsiteX1966" fmla="*/ 133396 w 6604001"/>
              <a:gd name="connsiteY1966" fmla="*/ 3420956 h 6640493"/>
              <a:gd name="connsiteX1967" fmla="*/ 132979 w 6604001"/>
              <a:gd name="connsiteY1967" fmla="*/ 3439673 h 6640493"/>
              <a:gd name="connsiteX1968" fmla="*/ 132271 w 6604001"/>
              <a:gd name="connsiteY1968" fmla="*/ 3460525 h 6640493"/>
              <a:gd name="connsiteX1969" fmla="*/ 129270 w 6604001"/>
              <a:gd name="connsiteY1969" fmla="*/ 3591704 h 6640493"/>
              <a:gd name="connsiteX1970" fmla="*/ 128776 w 6604001"/>
              <a:gd name="connsiteY1970" fmla="*/ 3649432 h 6640493"/>
              <a:gd name="connsiteX1971" fmla="*/ 128855 w 6604001"/>
              <a:gd name="connsiteY1971" fmla="*/ 3596414 h 6640493"/>
              <a:gd name="connsiteX1972" fmla="*/ 130636 w 6604001"/>
              <a:gd name="connsiteY1972" fmla="*/ 3463284 h 6640493"/>
              <a:gd name="connsiteX1973" fmla="*/ 140405 w 6604001"/>
              <a:gd name="connsiteY1973" fmla="*/ 3348597 h 6640493"/>
              <a:gd name="connsiteX1974" fmla="*/ 145945 w 6604001"/>
              <a:gd name="connsiteY1974" fmla="*/ 3423423 h 6640493"/>
              <a:gd name="connsiteX1975" fmla="*/ 153241 w 6604001"/>
              <a:gd name="connsiteY1975" fmla="*/ 3514116 h 6640493"/>
              <a:gd name="connsiteX1976" fmla="*/ 159534 w 6604001"/>
              <a:gd name="connsiteY1976" fmla="*/ 3585498 h 6640493"/>
              <a:gd name="connsiteX1977" fmla="*/ 151954 w 6604001"/>
              <a:gd name="connsiteY1977" fmla="*/ 3509943 h 6640493"/>
              <a:gd name="connsiteX1978" fmla="*/ 149541 w 6604001"/>
              <a:gd name="connsiteY1978" fmla="*/ 3481381 h 6640493"/>
              <a:gd name="connsiteX1979" fmla="*/ 145415 w 6604001"/>
              <a:gd name="connsiteY1979" fmla="*/ 3420685 h 6640493"/>
              <a:gd name="connsiteX1980" fmla="*/ 140412 w 6604001"/>
              <a:gd name="connsiteY1980" fmla="*/ 3348732 h 6640493"/>
              <a:gd name="connsiteX1981" fmla="*/ 6604001 w 6604001"/>
              <a:gd name="connsiteY1981" fmla="*/ 3345835 h 6640493"/>
              <a:gd name="connsiteX1982" fmla="*/ 6604001 w 6604001"/>
              <a:gd name="connsiteY1982" fmla="*/ 3346596 h 6640493"/>
              <a:gd name="connsiteX1983" fmla="*/ 6603530 w 6604001"/>
              <a:gd name="connsiteY1983" fmla="*/ 3424314 h 6640493"/>
              <a:gd name="connsiteX1984" fmla="*/ 6603048 w 6604001"/>
              <a:gd name="connsiteY1984" fmla="*/ 3436719 h 6640493"/>
              <a:gd name="connsiteX1985" fmla="*/ 6603202 w 6604001"/>
              <a:gd name="connsiteY1985" fmla="*/ 3417783 h 6640493"/>
              <a:gd name="connsiteX1986" fmla="*/ 6603505 w 6604001"/>
              <a:gd name="connsiteY1986" fmla="*/ 3409460 h 6640493"/>
              <a:gd name="connsiteX1987" fmla="*/ 6604001 w 6604001"/>
              <a:gd name="connsiteY1987" fmla="*/ 3345835 h 6640493"/>
              <a:gd name="connsiteX1988" fmla="*/ 139850 w 6604001"/>
              <a:gd name="connsiteY1988" fmla="*/ 3341106 h 6640493"/>
              <a:gd name="connsiteX1989" fmla="*/ 140373 w 6604001"/>
              <a:gd name="connsiteY1989" fmla="*/ 3348172 h 6640493"/>
              <a:gd name="connsiteX1990" fmla="*/ 140412 w 6604001"/>
              <a:gd name="connsiteY1990" fmla="*/ 3348732 h 6640493"/>
              <a:gd name="connsiteX1991" fmla="*/ 143915 w 6604001"/>
              <a:gd name="connsiteY1991" fmla="*/ 3411987 h 6640493"/>
              <a:gd name="connsiteX1992" fmla="*/ 140740 w 6604001"/>
              <a:gd name="connsiteY1992" fmla="*/ 3339099 h 6640493"/>
              <a:gd name="connsiteX1993" fmla="*/ 157124 w 6604001"/>
              <a:gd name="connsiteY1993" fmla="*/ 3404772 h 6640493"/>
              <a:gd name="connsiteX1994" fmla="*/ 183295 w 6604001"/>
              <a:gd name="connsiteY1994" fmla="*/ 3513957 h 6640493"/>
              <a:gd name="connsiteX1995" fmla="*/ 174096 w 6604001"/>
              <a:gd name="connsiteY1995" fmla="*/ 3478356 h 6640493"/>
              <a:gd name="connsiteX1996" fmla="*/ 155661 w 6604001"/>
              <a:gd name="connsiteY1996" fmla="*/ 3404276 h 6640493"/>
              <a:gd name="connsiteX1997" fmla="*/ 141145 w 6604001"/>
              <a:gd name="connsiteY1997" fmla="*/ 3341399 h 6640493"/>
              <a:gd name="connsiteX1998" fmla="*/ 132075 w 6604001"/>
              <a:gd name="connsiteY1998" fmla="*/ 3339089 h 6640493"/>
              <a:gd name="connsiteX1999" fmla="*/ 132022 w 6604001"/>
              <a:gd name="connsiteY1999" fmla="*/ 3384477 h 6640493"/>
              <a:gd name="connsiteX2000" fmla="*/ 102612 w 6604001"/>
              <a:gd name="connsiteY2000" fmla="*/ 3547441 h 6640493"/>
              <a:gd name="connsiteX2001" fmla="*/ 101685 w 6604001"/>
              <a:gd name="connsiteY2001" fmla="*/ 3552437 h 6640493"/>
              <a:gd name="connsiteX2002" fmla="*/ 102295 w 6604001"/>
              <a:gd name="connsiteY2002" fmla="*/ 3547700 h 6640493"/>
              <a:gd name="connsiteX2003" fmla="*/ 105180 w 6604001"/>
              <a:gd name="connsiteY2003" fmla="*/ 3524381 h 6640493"/>
              <a:gd name="connsiteX2004" fmla="*/ 111685 w 6604001"/>
              <a:gd name="connsiteY2004" fmla="*/ 3477017 h 6640493"/>
              <a:gd name="connsiteX2005" fmla="*/ 122706 w 6604001"/>
              <a:gd name="connsiteY2005" fmla="*/ 3402814 h 6640493"/>
              <a:gd name="connsiteX2006" fmla="*/ 139700 w 6604001"/>
              <a:gd name="connsiteY2006" fmla="*/ 3338493 h 6640493"/>
              <a:gd name="connsiteX2007" fmla="*/ 139850 w 6604001"/>
              <a:gd name="connsiteY2007" fmla="*/ 3341106 h 6640493"/>
              <a:gd name="connsiteX2008" fmla="*/ 139700 w 6604001"/>
              <a:gd name="connsiteY2008" fmla="*/ 3339082 h 6640493"/>
              <a:gd name="connsiteX2009" fmla="*/ 139700 w 6604001"/>
              <a:gd name="connsiteY2009" fmla="*/ 3338493 h 6640493"/>
              <a:gd name="connsiteX2010" fmla="*/ 139845 w 6604001"/>
              <a:gd name="connsiteY2010" fmla="*/ 3338493 h 6640493"/>
              <a:gd name="connsiteX2011" fmla="*/ 140405 w 6604001"/>
              <a:gd name="connsiteY2011" fmla="*/ 3348597 h 6640493"/>
              <a:gd name="connsiteX2012" fmla="*/ 140373 w 6604001"/>
              <a:gd name="connsiteY2012" fmla="*/ 3348172 h 6640493"/>
              <a:gd name="connsiteX2013" fmla="*/ 136418 w 6604001"/>
              <a:gd name="connsiteY2013" fmla="*/ 3338493 h 6640493"/>
              <a:gd name="connsiteX2014" fmla="*/ 136526 w 6604001"/>
              <a:gd name="connsiteY2014" fmla="*/ 3338493 h 6640493"/>
              <a:gd name="connsiteX2015" fmla="*/ 136526 w 6604001"/>
              <a:gd name="connsiteY2015" fmla="*/ 3339093 h 6640493"/>
              <a:gd name="connsiteX2016" fmla="*/ 130945 w 6604001"/>
              <a:gd name="connsiteY2016" fmla="*/ 3593356 h 6640493"/>
              <a:gd name="connsiteX2017" fmla="*/ 130835 w 6604001"/>
              <a:gd name="connsiteY2017" fmla="*/ 3597150 h 6640493"/>
              <a:gd name="connsiteX2018" fmla="*/ 131403 w 6604001"/>
              <a:gd name="connsiteY2018" fmla="*/ 3510508 h 6640493"/>
              <a:gd name="connsiteX2019" fmla="*/ 132979 w 6604001"/>
              <a:gd name="connsiteY2019" fmla="*/ 3439673 h 6640493"/>
              <a:gd name="connsiteX2020" fmla="*/ 136093 w 6604001"/>
              <a:gd name="connsiteY2020" fmla="*/ 3338493 h 6640493"/>
              <a:gd name="connsiteX2021" fmla="*/ 136380 w 6604001"/>
              <a:gd name="connsiteY2021" fmla="*/ 3338493 h 6640493"/>
              <a:gd name="connsiteX2022" fmla="*/ 135388 w 6604001"/>
              <a:gd name="connsiteY2022" fmla="*/ 3360048 h 6640493"/>
              <a:gd name="connsiteX2023" fmla="*/ 136526 w 6604001"/>
              <a:gd name="connsiteY2023" fmla="*/ 3335318 h 6640493"/>
              <a:gd name="connsiteX2024" fmla="*/ 136418 w 6604001"/>
              <a:gd name="connsiteY2024" fmla="*/ 3338493 h 6640493"/>
              <a:gd name="connsiteX2025" fmla="*/ 136380 w 6604001"/>
              <a:gd name="connsiteY2025" fmla="*/ 3338493 h 6640493"/>
              <a:gd name="connsiteX2026" fmla="*/ 134639 w 6604001"/>
              <a:gd name="connsiteY2026" fmla="*/ 3335318 h 6640493"/>
              <a:gd name="connsiteX2027" fmla="*/ 136219 w 6604001"/>
              <a:gd name="connsiteY2027" fmla="*/ 3335318 h 6640493"/>
              <a:gd name="connsiteX2028" fmla="*/ 134715 w 6604001"/>
              <a:gd name="connsiteY2028" fmla="*/ 3335728 h 6640493"/>
              <a:gd name="connsiteX2029" fmla="*/ 131763 w 6604001"/>
              <a:gd name="connsiteY2029" fmla="*/ 3335318 h 6640493"/>
              <a:gd name="connsiteX2030" fmla="*/ 122060 w 6604001"/>
              <a:gd name="connsiteY2030" fmla="*/ 3401746 h 6640493"/>
              <a:gd name="connsiteX2031" fmla="*/ 113467 w 6604001"/>
              <a:gd name="connsiteY2031" fmla="*/ 3458672 h 6640493"/>
              <a:gd name="connsiteX2032" fmla="*/ 120988 w 6604001"/>
              <a:gd name="connsiteY2032" fmla="*/ 3402336 h 6640493"/>
              <a:gd name="connsiteX2033" fmla="*/ 131763 w 6604001"/>
              <a:gd name="connsiteY2033" fmla="*/ 3335318 h 6640493"/>
              <a:gd name="connsiteX2034" fmla="*/ 139927 w 6604001"/>
              <a:gd name="connsiteY2034" fmla="*/ 3334474 h 6640493"/>
              <a:gd name="connsiteX2035" fmla="*/ 140740 w 6604001"/>
              <a:gd name="connsiteY2035" fmla="*/ 3339099 h 6640493"/>
              <a:gd name="connsiteX2036" fmla="*/ 139725 w 6604001"/>
              <a:gd name="connsiteY2036" fmla="*/ 3335031 h 6640493"/>
              <a:gd name="connsiteX2037" fmla="*/ 139783 w 6604001"/>
              <a:gd name="connsiteY2037" fmla="*/ 3334764 h 6640493"/>
              <a:gd name="connsiteX2038" fmla="*/ 139881 w 6604001"/>
              <a:gd name="connsiteY2038" fmla="*/ 3334320 h 6640493"/>
              <a:gd name="connsiteX2039" fmla="*/ 139783 w 6604001"/>
              <a:gd name="connsiteY2039" fmla="*/ 3334764 h 6640493"/>
              <a:gd name="connsiteX2040" fmla="*/ 139700 w 6604001"/>
              <a:gd name="connsiteY2040" fmla="*/ 3334931 h 6640493"/>
              <a:gd name="connsiteX2041" fmla="*/ 139725 w 6604001"/>
              <a:gd name="connsiteY2041" fmla="*/ 3335031 h 6640493"/>
              <a:gd name="connsiteX2042" fmla="*/ 139700 w 6604001"/>
              <a:gd name="connsiteY2042" fmla="*/ 3335144 h 6640493"/>
              <a:gd name="connsiteX2043" fmla="*/ 141145 w 6604001"/>
              <a:gd name="connsiteY2043" fmla="*/ 3341399 h 6640493"/>
              <a:gd name="connsiteX2044" fmla="*/ 177080 w 6604001"/>
              <a:gd name="connsiteY2044" fmla="*/ 3545889 h 6640493"/>
              <a:gd name="connsiteX2045" fmla="*/ 167248 w 6604001"/>
              <a:gd name="connsiteY2045" fmla="*/ 3501883 h 6640493"/>
              <a:gd name="connsiteX2046" fmla="*/ 139700 w 6604001"/>
              <a:gd name="connsiteY2046" fmla="*/ 3335318 h 6640493"/>
              <a:gd name="connsiteX2047" fmla="*/ 139700 w 6604001"/>
              <a:gd name="connsiteY2047" fmla="*/ 3338493 h 6640493"/>
              <a:gd name="connsiteX2048" fmla="*/ 136526 w 6604001"/>
              <a:gd name="connsiteY2048" fmla="*/ 3338493 h 6640493"/>
              <a:gd name="connsiteX2049" fmla="*/ 136526 w 6604001"/>
              <a:gd name="connsiteY2049" fmla="*/ 3335318 h 6640493"/>
              <a:gd name="connsiteX2050" fmla="*/ 136219 w 6604001"/>
              <a:gd name="connsiteY2050" fmla="*/ 3335318 h 6640493"/>
              <a:gd name="connsiteX2051" fmla="*/ 130836 w 6604001"/>
              <a:gd name="connsiteY2051" fmla="*/ 3330666 h 6640493"/>
              <a:gd name="connsiteX2052" fmla="*/ 120682 w 6604001"/>
              <a:gd name="connsiteY2052" fmla="*/ 3371055 h 6640493"/>
              <a:gd name="connsiteX2053" fmla="*/ 102214 w 6604001"/>
              <a:gd name="connsiteY2053" fmla="*/ 3416899 h 6640493"/>
              <a:gd name="connsiteX2054" fmla="*/ 90196 w 6604001"/>
              <a:gd name="connsiteY2054" fmla="*/ 3443260 h 6640493"/>
              <a:gd name="connsiteX2055" fmla="*/ 98613 w 6604001"/>
              <a:gd name="connsiteY2055" fmla="*/ 3417869 h 6640493"/>
              <a:gd name="connsiteX2056" fmla="*/ 107242 w 6604001"/>
              <a:gd name="connsiteY2056" fmla="*/ 3392946 h 6640493"/>
              <a:gd name="connsiteX2057" fmla="*/ 6603166 w 6604001"/>
              <a:gd name="connsiteY2057" fmla="*/ 3329303 h 6640493"/>
              <a:gd name="connsiteX2058" fmla="*/ 6600825 w 6604001"/>
              <a:gd name="connsiteY2058" fmla="*/ 3366214 h 6640493"/>
              <a:gd name="connsiteX2059" fmla="*/ 6598404 w 6604001"/>
              <a:gd name="connsiteY2059" fmla="*/ 3385556 h 6640493"/>
              <a:gd name="connsiteX2060" fmla="*/ 131485 w 6604001"/>
              <a:gd name="connsiteY2060" fmla="*/ 3328084 h 6640493"/>
              <a:gd name="connsiteX2061" fmla="*/ 131475 w 6604001"/>
              <a:gd name="connsiteY2061" fmla="*/ 3328124 h 6640493"/>
              <a:gd name="connsiteX2062" fmla="*/ 115013 w 6604001"/>
              <a:gd name="connsiteY2062" fmla="*/ 3370504 h 6640493"/>
              <a:gd name="connsiteX2063" fmla="*/ 107242 w 6604001"/>
              <a:gd name="connsiteY2063" fmla="*/ 3392946 h 6640493"/>
              <a:gd name="connsiteX2064" fmla="*/ 96838 w 6604001"/>
              <a:gd name="connsiteY2064" fmla="*/ 3420411 h 6640493"/>
              <a:gd name="connsiteX2065" fmla="*/ 88974 w 6604001"/>
              <a:gd name="connsiteY2065" fmla="*/ 3445940 h 6640493"/>
              <a:gd name="connsiteX2066" fmla="*/ 82692 w 6604001"/>
              <a:gd name="connsiteY2066" fmla="*/ 3459720 h 6640493"/>
              <a:gd name="connsiteX2067" fmla="*/ 97212 w 6604001"/>
              <a:gd name="connsiteY2067" fmla="*/ 3414570 h 6640493"/>
              <a:gd name="connsiteX2068" fmla="*/ 143156 w 6604001"/>
              <a:gd name="connsiteY2068" fmla="*/ 3327959 h 6640493"/>
              <a:gd name="connsiteX2069" fmla="*/ 155004 w 6604001"/>
              <a:gd name="connsiteY2069" fmla="*/ 3352327 h 6640493"/>
              <a:gd name="connsiteX2070" fmla="*/ 190685 w 6604001"/>
              <a:gd name="connsiteY2070" fmla="*/ 3429310 h 6640493"/>
              <a:gd name="connsiteX2071" fmla="*/ 222848 w 6604001"/>
              <a:gd name="connsiteY2071" fmla="*/ 3494814 h 6640493"/>
              <a:gd name="connsiteX2072" fmla="*/ 214134 w 6604001"/>
              <a:gd name="connsiteY2072" fmla="*/ 3478035 h 6640493"/>
              <a:gd name="connsiteX2073" fmla="*/ 189072 w 6604001"/>
              <a:gd name="connsiteY2073" fmla="*/ 3427226 h 6640493"/>
              <a:gd name="connsiteX2074" fmla="*/ 143149 w 6604001"/>
              <a:gd name="connsiteY2074" fmla="*/ 3327973 h 6640493"/>
              <a:gd name="connsiteX2075" fmla="*/ 142875 w 6604001"/>
              <a:gd name="connsiteY2075" fmla="*/ 3320632 h 6640493"/>
              <a:gd name="connsiteX2076" fmla="*/ 142875 w 6604001"/>
              <a:gd name="connsiteY2076" fmla="*/ 3323224 h 6640493"/>
              <a:gd name="connsiteX2077" fmla="*/ 185771 w 6604001"/>
              <a:gd name="connsiteY2077" fmla="*/ 3415605 h 6640493"/>
              <a:gd name="connsiteX2078" fmla="*/ 155004 w 6604001"/>
              <a:gd name="connsiteY2078" fmla="*/ 3352327 h 6640493"/>
              <a:gd name="connsiteX2079" fmla="*/ 143442 w 6604001"/>
              <a:gd name="connsiteY2079" fmla="*/ 3327381 h 6640493"/>
              <a:gd name="connsiteX2080" fmla="*/ 143156 w 6604001"/>
              <a:gd name="connsiteY2080" fmla="*/ 3327959 h 6640493"/>
              <a:gd name="connsiteX2081" fmla="*/ 142875 w 6604001"/>
              <a:gd name="connsiteY2081" fmla="*/ 3327381 h 6640493"/>
              <a:gd name="connsiteX2082" fmla="*/ 143149 w 6604001"/>
              <a:gd name="connsiteY2082" fmla="*/ 3327973 h 6640493"/>
              <a:gd name="connsiteX2083" fmla="*/ 139927 w 6604001"/>
              <a:gd name="connsiteY2083" fmla="*/ 3334474 h 6640493"/>
              <a:gd name="connsiteX2084" fmla="*/ 139899 w 6604001"/>
              <a:gd name="connsiteY2084" fmla="*/ 3334315 h 6640493"/>
              <a:gd name="connsiteX2085" fmla="*/ 139881 w 6604001"/>
              <a:gd name="connsiteY2085" fmla="*/ 3334320 h 6640493"/>
              <a:gd name="connsiteX2086" fmla="*/ 6604001 w 6604001"/>
              <a:gd name="connsiteY2086" fmla="*/ 3319453 h 6640493"/>
              <a:gd name="connsiteX2087" fmla="*/ 6603202 w 6604001"/>
              <a:gd name="connsiteY2087" fmla="*/ 3417783 h 6640493"/>
              <a:gd name="connsiteX2088" fmla="*/ 6602327 w 6604001"/>
              <a:gd name="connsiteY2088" fmla="*/ 3441802 h 6640493"/>
              <a:gd name="connsiteX2089" fmla="*/ 6601342 w 6604001"/>
              <a:gd name="connsiteY2089" fmla="*/ 3464136 h 6640493"/>
              <a:gd name="connsiteX2090" fmla="*/ 6600088 w 6604001"/>
              <a:gd name="connsiteY2090" fmla="*/ 3491639 h 6640493"/>
              <a:gd name="connsiteX2091" fmla="*/ 6596063 w 6604001"/>
              <a:gd name="connsiteY2091" fmla="*/ 3560743 h 6640493"/>
              <a:gd name="connsiteX2092" fmla="*/ 6600032 w 6604001"/>
              <a:gd name="connsiteY2092" fmla="*/ 3492878 h 6640493"/>
              <a:gd name="connsiteX2093" fmla="*/ 6600088 w 6604001"/>
              <a:gd name="connsiteY2093" fmla="*/ 3491639 h 6640493"/>
              <a:gd name="connsiteX2094" fmla="*/ 6602567 w 6604001"/>
              <a:gd name="connsiteY2094" fmla="*/ 3449085 h 6640493"/>
              <a:gd name="connsiteX2095" fmla="*/ 6602411 w 6604001"/>
              <a:gd name="connsiteY2095" fmla="*/ 3453105 h 6640493"/>
              <a:gd name="connsiteX2096" fmla="*/ 6600233 w 6604001"/>
              <a:gd name="connsiteY2096" fmla="*/ 3493553 h 6640493"/>
              <a:gd name="connsiteX2097" fmla="*/ 6593346 w 6604001"/>
              <a:gd name="connsiteY2097" fmla="*/ 3613840 h 6640493"/>
              <a:gd name="connsiteX2098" fmla="*/ 6588947 w 6604001"/>
              <a:gd name="connsiteY2098" fmla="*/ 3644165 h 6640493"/>
              <a:gd name="connsiteX2099" fmla="*/ 6591100 w 6604001"/>
              <a:gd name="connsiteY2099" fmla="*/ 3622585 h 6640493"/>
              <a:gd name="connsiteX2100" fmla="*/ 6592690 w 6604001"/>
              <a:gd name="connsiteY2100" fmla="*/ 3606642 h 6640493"/>
              <a:gd name="connsiteX2101" fmla="*/ 6604001 w 6604001"/>
              <a:gd name="connsiteY2101" fmla="*/ 3319453 h 6640493"/>
              <a:gd name="connsiteX2102" fmla="*/ 142875 w 6604001"/>
              <a:gd name="connsiteY2102" fmla="*/ 3319453 h 6640493"/>
              <a:gd name="connsiteX2103" fmla="*/ 143015 w 6604001"/>
              <a:gd name="connsiteY2103" fmla="*/ 3319543 h 6640493"/>
              <a:gd name="connsiteX2104" fmla="*/ 143015 w 6604001"/>
              <a:gd name="connsiteY2104" fmla="*/ 3319553 h 6640493"/>
              <a:gd name="connsiteX2105" fmla="*/ 142999 w 6604001"/>
              <a:gd name="connsiteY2105" fmla="*/ 3320078 h 6640493"/>
              <a:gd name="connsiteX2106" fmla="*/ 142875 w 6604001"/>
              <a:gd name="connsiteY2106" fmla="*/ 3320632 h 6640493"/>
              <a:gd name="connsiteX2107" fmla="*/ 132359 w 6604001"/>
              <a:gd name="connsiteY2107" fmla="*/ 3315478 h 6640493"/>
              <a:gd name="connsiteX2108" fmla="*/ 53182 w 6604001"/>
              <a:gd name="connsiteY2108" fmla="*/ 3364467 h 6640493"/>
              <a:gd name="connsiteX2109" fmla="*/ 132359 w 6604001"/>
              <a:gd name="connsiteY2109" fmla="*/ 3315478 h 6640493"/>
              <a:gd name="connsiteX2110" fmla="*/ 143359 w 6604001"/>
              <a:gd name="connsiteY2110" fmla="*/ 3308553 h 6640493"/>
              <a:gd name="connsiteX2111" fmla="*/ 143114 w 6604001"/>
              <a:gd name="connsiteY2111" fmla="*/ 3316397 h 6640493"/>
              <a:gd name="connsiteX2112" fmla="*/ 142875 w 6604001"/>
              <a:gd name="connsiteY2112" fmla="*/ 3316234 h 6640493"/>
              <a:gd name="connsiteX2113" fmla="*/ 142875 w 6604001"/>
              <a:gd name="connsiteY2113" fmla="*/ 3308769 h 6640493"/>
              <a:gd name="connsiteX2114" fmla="*/ 143374 w 6604001"/>
              <a:gd name="connsiteY2114" fmla="*/ 3308077 h 6640493"/>
              <a:gd name="connsiteX2115" fmla="*/ 143373 w 6604001"/>
              <a:gd name="connsiteY2115" fmla="*/ 3308111 h 6640493"/>
              <a:gd name="connsiteX2116" fmla="*/ 142875 w 6604001"/>
              <a:gd name="connsiteY2116" fmla="*/ 3308341 h 6640493"/>
              <a:gd name="connsiteX2117" fmla="*/ 49412 w 6604001"/>
              <a:gd name="connsiteY2117" fmla="*/ 3307941 h 6640493"/>
              <a:gd name="connsiteX2118" fmla="*/ 49412 w 6604001"/>
              <a:gd name="connsiteY2118" fmla="*/ 3364467 h 6640493"/>
              <a:gd name="connsiteX2119" fmla="*/ 49412 w 6604001"/>
              <a:gd name="connsiteY2119" fmla="*/ 3307941 h 6640493"/>
              <a:gd name="connsiteX2120" fmla="*/ 130838 w 6604001"/>
              <a:gd name="connsiteY2120" fmla="*/ 3307359 h 6640493"/>
              <a:gd name="connsiteX2121" fmla="*/ 131763 w 6604001"/>
              <a:gd name="connsiteY2121" fmla="*/ 3308220 h 6640493"/>
              <a:gd name="connsiteX2122" fmla="*/ 131763 w 6604001"/>
              <a:gd name="connsiteY2122" fmla="*/ 3308332 h 6640493"/>
              <a:gd name="connsiteX2123" fmla="*/ 127595 w 6604001"/>
              <a:gd name="connsiteY2123" fmla="*/ 3304338 h 6640493"/>
              <a:gd name="connsiteX2124" fmla="*/ 130723 w 6604001"/>
              <a:gd name="connsiteY2124" fmla="*/ 3307252 h 6640493"/>
              <a:gd name="connsiteX2125" fmla="*/ 131763 w 6604001"/>
              <a:gd name="connsiteY2125" fmla="*/ 3308333 h 6640493"/>
              <a:gd name="connsiteX2126" fmla="*/ 7938 w 6604001"/>
              <a:gd name="connsiteY2126" fmla="*/ 3300402 h 6640493"/>
              <a:gd name="connsiteX2127" fmla="*/ 45641 w 6604001"/>
              <a:gd name="connsiteY2127" fmla="*/ 3368237 h 6640493"/>
              <a:gd name="connsiteX2128" fmla="*/ 49412 w 6604001"/>
              <a:gd name="connsiteY2128" fmla="*/ 3364467 h 6640493"/>
              <a:gd name="connsiteX2129" fmla="*/ 53182 w 6604001"/>
              <a:gd name="connsiteY2129" fmla="*/ 3364467 h 6640493"/>
              <a:gd name="connsiteX2130" fmla="*/ 53182 w 6604001"/>
              <a:gd name="connsiteY2130" fmla="*/ 3368237 h 6640493"/>
              <a:gd name="connsiteX2131" fmla="*/ 132359 w 6604001"/>
              <a:gd name="connsiteY2131" fmla="*/ 3315478 h 6640493"/>
              <a:gd name="connsiteX2132" fmla="*/ 132359 w 6604001"/>
              <a:gd name="connsiteY2132" fmla="*/ 3323008 h 6640493"/>
              <a:gd name="connsiteX2133" fmla="*/ 134639 w 6604001"/>
              <a:gd name="connsiteY2133" fmla="*/ 3335318 h 6640493"/>
              <a:gd name="connsiteX2134" fmla="*/ 132630 w 6604001"/>
              <a:gd name="connsiteY2134" fmla="*/ 3335318 h 6640493"/>
              <a:gd name="connsiteX2135" fmla="*/ 132075 w 6604001"/>
              <a:gd name="connsiteY2135" fmla="*/ 3339089 h 6640493"/>
              <a:gd name="connsiteX2136" fmla="*/ 132080 w 6604001"/>
              <a:gd name="connsiteY2136" fmla="*/ 3334937 h 6640493"/>
              <a:gd name="connsiteX2137" fmla="*/ 132080 w 6604001"/>
              <a:gd name="connsiteY2137" fmla="*/ 3327381 h 6640493"/>
              <a:gd name="connsiteX2138" fmla="*/ 130836 w 6604001"/>
              <a:gd name="connsiteY2138" fmla="*/ 3330666 h 6640493"/>
              <a:gd name="connsiteX2139" fmla="*/ 131475 w 6604001"/>
              <a:gd name="connsiteY2139" fmla="*/ 3328124 h 6640493"/>
              <a:gd name="connsiteX2140" fmla="*/ 131763 w 6604001"/>
              <a:gd name="connsiteY2140" fmla="*/ 3327381 h 6640493"/>
              <a:gd name="connsiteX2141" fmla="*/ 131485 w 6604001"/>
              <a:gd name="connsiteY2141" fmla="*/ 3328084 h 6640493"/>
              <a:gd name="connsiteX2142" fmla="*/ 131763 w 6604001"/>
              <a:gd name="connsiteY2142" fmla="*/ 3326976 h 6640493"/>
              <a:gd name="connsiteX2143" fmla="*/ 131763 w 6604001"/>
              <a:gd name="connsiteY2143" fmla="*/ 3323210 h 6640493"/>
              <a:gd name="connsiteX2144" fmla="*/ 131763 w 6604001"/>
              <a:gd name="connsiteY2144" fmla="*/ 3319453 h 6640493"/>
              <a:gd name="connsiteX2145" fmla="*/ 52966 w 6604001"/>
              <a:gd name="connsiteY2145" fmla="*/ 3372173 h 6640493"/>
              <a:gd name="connsiteX2146" fmla="*/ 49213 w 6604001"/>
              <a:gd name="connsiteY2146" fmla="*/ 3375939 h 6640493"/>
              <a:gd name="connsiteX2147" fmla="*/ 60470 w 6604001"/>
              <a:gd name="connsiteY2147" fmla="*/ 3485165 h 6640493"/>
              <a:gd name="connsiteX2148" fmla="*/ 64222 w 6604001"/>
              <a:gd name="connsiteY2148" fmla="*/ 3511530 h 6640493"/>
              <a:gd name="connsiteX2149" fmla="*/ 64222 w 6604001"/>
              <a:gd name="connsiteY2149" fmla="*/ 3507764 h 6640493"/>
              <a:gd name="connsiteX2150" fmla="*/ 64222 w 6604001"/>
              <a:gd name="connsiteY2150" fmla="*/ 3503997 h 6640493"/>
              <a:gd name="connsiteX2151" fmla="*/ 81635 w 6604001"/>
              <a:gd name="connsiteY2151" fmla="*/ 3462037 h 6640493"/>
              <a:gd name="connsiteX2152" fmla="*/ 82692 w 6604001"/>
              <a:gd name="connsiteY2152" fmla="*/ 3459720 h 6640493"/>
              <a:gd name="connsiteX2153" fmla="*/ 68263 w 6604001"/>
              <a:gd name="connsiteY2153" fmla="*/ 3504586 h 6640493"/>
              <a:gd name="connsiteX2154" fmla="*/ 68263 w 6604001"/>
              <a:gd name="connsiteY2154" fmla="*/ 3508356 h 6640493"/>
              <a:gd name="connsiteX2155" fmla="*/ 82913 w 6604001"/>
              <a:gd name="connsiteY2155" fmla="*/ 3465233 h 6640493"/>
              <a:gd name="connsiteX2156" fmla="*/ 84593 w 6604001"/>
              <a:gd name="connsiteY2156" fmla="*/ 3460165 h 6640493"/>
              <a:gd name="connsiteX2157" fmla="*/ 67310 w 6604001"/>
              <a:gd name="connsiteY2157" fmla="*/ 3516274 h 6640493"/>
              <a:gd name="connsiteX2158" fmla="*/ 63500 w 6604001"/>
              <a:gd name="connsiteY2158" fmla="*/ 3516274 h 6640493"/>
              <a:gd name="connsiteX2159" fmla="*/ 63500 w 6604001"/>
              <a:gd name="connsiteY2159" fmla="*/ 3520051 h 6640493"/>
              <a:gd name="connsiteX2160" fmla="*/ 90170 w 6604001"/>
              <a:gd name="connsiteY2160" fmla="*/ 3625831 h 6640493"/>
              <a:gd name="connsiteX2161" fmla="*/ 90170 w 6604001"/>
              <a:gd name="connsiteY2161" fmla="*/ 3622053 h 6640493"/>
              <a:gd name="connsiteX2162" fmla="*/ 90170 w 6604001"/>
              <a:gd name="connsiteY2162" fmla="*/ 3618275 h 6640493"/>
              <a:gd name="connsiteX2163" fmla="*/ 90170 w 6604001"/>
              <a:gd name="connsiteY2163" fmla="*/ 3614498 h 6640493"/>
              <a:gd name="connsiteX2164" fmla="*/ 98159 w 6604001"/>
              <a:gd name="connsiteY2164" fmla="*/ 3571442 h 6640493"/>
              <a:gd name="connsiteX2165" fmla="*/ 93663 w 6604001"/>
              <a:gd name="connsiteY2165" fmla="*/ 3610942 h 6640493"/>
              <a:gd name="connsiteX2166" fmla="*/ 93663 w 6604001"/>
              <a:gd name="connsiteY2166" fmla="*/ 3614718 h 6640493"/>
              <a:gd name="connsiteX2167" fmla="*/ 99170 w 6604001"/>
              <a:gd name="connsiteY2167" fmla="*/ 3571964 h 6640493"/>
              <a:gd name="connsiteX2168" fmla="*/ 93663 w 6604001"/>
              <a:gd name="connsiteY2168" fmla="*/ 3621541 h 6640493"/>
              <a:gd name="connsiteX2169" fmla="*/ 93663 w 6604001"/>
              <a:gd name="connsiteY2169" fmla="*/ 3625307 h 6640493"/>
              <a:gd name="connsiteX2170" fmla="*/ 93663 w 6604001"/>
              <a:gd name="connsiteY2170" fmla="*/ 3629073 h 6640493"/>
              <a:gd name="connsiteX2171" fmla="*/ 128733 w 6604001"/>
              <a:gd name="connsiteY2171" fmla="*/ 3689330 h 6640493"/>
              <a:gd name="connsiteX2172" fmla="*/ 128733 w 6604001"/>
              <a:gd name="connsiteY2172" fmla="*/ 3685564 h 6640493"/>
              <a:gd name="connsiteX2173" fmla="*/ 128733 w 6604001"/>
              <a:gd name="connsiteY2173" fmla="*/ 3681798 h 6640493"/>
              <a:gd name="connsiteX2174" fmla="*/ 128733 w 6604001"/>
              <a:gd name="connsiteY2174" fmla="*/ 3678032 h 6640493"/>
              <a:gd name="connsiteX2175" fmla="*/ 128745 w 6604001"/>
              <a:gd name="connsiteY2175" fmla="*/ 3669596 h 6640493"/>
              <a:gd name="connsiteX2176" fmla="*/ 130835 w 6604001"/>
              <a:gd name="connsiteY2176" fmla="*/ 3597150 h 6640493"/>
              <a:gd name="connsiteX2177" fmla="*/ 130816 w 6604001"/>
              <a:gd name="connsiteY2177" fmla="*/ 3600059 h 6640493"/>
              <a:gd name="connsiteX2178" fmla="*/ 132341 w 6604001"/>
              <a:gd name="connsiteY2178" fmla="*/ 3682522 h 6640493"/>
              <a:gd name="connsiteX2179" fmla="*/ 132341 w 6604001"/>
              <a:gd name="connsiteY2179" fmla="*/ 3686302 h 6640493"/>
              <a:gd name="connsiteX2180" fmla="*/ 132341 w 6604001"/>
              <a:gd name="connsiteY2180" fmla="*/ 3693864 h 6640493"/>
              <a:gd name="connsiteX2181" fmla="*/ 169863 w 6604001"/>
              <a:gd name="connsiteY2181" fmla="*/ 3701425 h 6640493"/>
              <a:gd name="connsiteX2182" fmla="*/ 169863 w 6604001"/>
              <a:gd name="connsiteY2182" fmla="*/ 3697644 h 6640493"/>
              <a:gd name="connsiteX2183" fmla="*/ 169863 w 6604001"/>
              <a:gd name="connsiteY2183" fmla="*/ 3696962 h 6640493"/>
              <a:gd name="connsiteX2184" fmla="*/ 173318 w 6604001"/>
              <a:gd name="connsiteY2184" fmla="*/ 3700443 h 6640493"/>
              <a:gd name="connsiteX2185" fmla="*/ 203200 w 6604001"/>
              <a:gd name="connsiteY2185" fmla="*/ 3662801 h 6640493"/>
              <a:gd name="connsiteX2186" fmla="*/ 193091 w 6604001"/>
              <a:gd name="connsiteY2186" fmla="*/ 3617554 h 6640493"/>
              <a:gd name="connsiteX2187" fmla="*/ 245468 w 6604001"/>
              <a:gd name="connsiteY2187" fmla="*/ 3816757 h 6640493"/>
              <a:gd name="connsiteX2188" fmla="*/ 298252 w 6604001"/>
              <a:gd name="connsiteY2188" fmla="*/ 4065516 h 6640493"/>
              <a:gd name="connsiteX2189" fmla="*/ 426443 w 6604001"/>
              <a:gd name="connsiteY2189" fmla="*/ 4269047 h 6640493"/>
              <a:gd name="connsiteX2190" fmla="*/ 554634 w 6604001"/>
              <a:gd name="connsiteY2190" fmla="*/ 4502729 h 6640493"/>
              <a:gd name="connsiteX2191" fmla="*/ 637580 w 6604001"/>
              <a:gd name="connsiteY2191" fmla="*/ 4796718 h 6640493"/>
              <a:gd name="connsiteX2192" fmla="*/ 871340 w 6604001"/>
              <a:gd name="connsiteY2192" fmla="*/ 4951250 h 6640493"/>
              <a:gd name="connsiteX2193" fmla="*/ 939677 w 6604001"/>
              <a:gd name="connsiteY2193" fmla="*/ 5031814 h 6640493"/>
              <a:gd name="connsiteX2194" fmla="*/ 946083 w 6604001"/>
              <a:gd name="connsiteY2194" fmla="*/ 5038812 h 6640493"/>
              <a:gd name="connsiteX2195" fmla="*/ 903773 w 6604001"/>
              <a:gd name="connsiteY2195" fmla="*/ 5105184 h 6640493"/>
              <a:gd name="connsiteX2196" fmla="*/ 773113 w 6604001"/>
              <a:gd name="connsiteY2196" fmla="*/ 5223361 h 6640493"/>
              <a:gd name="connsiteX2197" fmla="*/ 776875 w 6604001"/>
              <a:gd name="connsiteY2197" fmla="*/ 5227129 h 6640493"/>
              <a:gd name="connsiteX2198" fmla="*/ 776875 w 6604001"/>
              <a:gd name="connsiteY2198" fmla="*/ 5230898 h 6640493"/>
              <a:gd name="connsiteX2199" fmla="*/ 780637 w 6604001"/>
              <a:gd name="connsiteY2199" fmla="*/ 5234666 h 6640493"/>
              <a:gd name="connsiteX2200" fmla="*/ 822964 w 6604001"/>
              <a:gd name="connsiteY2200" fmla="*/ 5267128 h 6640493"/>
              <a:gd name="connsiteX2201" fmla="*/ 780852 w 6604001"/>
              <a:gd name="connsiteY2201" fmla="*/ 5237700 h 6640493"/>
              <a:gd name="connsiteX2202" fmla="*/ 780852 w 6604001"/>
              <a:gd name="connsiteY2202" fmla="*/ 5241469 h 6640493"/>
              <a:gd name="connsiteX2203" fmla="*/ 777082 w 6604001"/>
              <a:gd name="connsiteY2203" fmla="*/ 5241469 h 6640493"/>
              <a:gd name="connsiteX2204" fmla="*/ 773312 w 6604001"/>
              <a:gd name="connsiteY2204" fmla="*/ 5241469 h 6640493"/>
              <a:gd name="connsiteX2205" fmla="*/ 890191 w 6604001"/>
              <a:gd name="connsiteY2205" fmla="*/ 5531688 h 6640493"/>
              <a:gd name="connsiteX2206" fmla="*/ 944979 w 6604001"/>
              <a:gd name="connsiteY2206" fmla="*/ 5582983 h 6640493"/>
              <a:gd name="connsiteX2207" fmla="*/ 995591 w 6604001"/>
              <a:gd name="connsiteY2207" fmla="*/ 5623718 h 6640493"/>
              <a:gd name="connsiteX2208" fmla="*/ 961356 w 6604001"/>
              <a:gd name="connsiteY2208" fmla="*/ 5596763 h 6640493"/>
              <a:gd name="connsiteX2209" fmla="*/ 909043 w 6604001"/>
              <a:gd name="connsiteY2209" fmla="*/ 5554302 h 6640493"/>
              <a:gd name="connsiteX2210" fmla="*/ 976909 w 6604001"/>
              <a:gd name="connsiteY2210" fmla="*/ 5671144 h 6640493"/>
              <a:gd name="connsiteX2211" fmla="*/ 969368 w 6604001"/>
              <a:gd name="connsiteY2211" fmla="*/ 5667375 h 6640493"/>
              <a:gd name="connsiteX2212" fmla="*/ 890191 w 6604001"/>
              <a:gd name="connsiteY2212" fmla="*/ 5542995 h 6640493"/>
              <a:gd name="connsiteX2213" fmla="*/ 832553 w 6604001"/>
              <a:gd name="connsiteY2213" fmla="*/ 5479052 h 6640493"/>
              <a:gd name="connsiteX2214" fmla="*/ 875115 w 6604001"/>
              <a:gd name="connsiteY2214" fmla="*/ 5520714 h 6640493"/>
              <a:gd name="connsiteX2215" fmla="*/ 875115 w 6604001"/>
              <a:gd name="connsiteY2215" fmla="*/ 5516948 h 6640493"/>
              <a:gd name="connsiteX2216" fmla="*/ 882651 w 6604001"/>
              <a:gd name="connsiteY2216" fmla="*/ 5524480 h 6640493"/>
              <a:gd name="connsiteX2217" fmla="*/ 765845 w 6604001"/>
              <a:gd name="connsiteY2217" fmla="*/ 5234492 h 6640493"/>
              <a:gd name="connsiteX2218" fmla="*/ 762078 w 6604001"/>
              <a:gd name="connsiteY2218" fmla="*/ 5234492 h 6640493"/>
              <a:gd name="connsiteX2219" fmla="*/ 762078 w 6604001"/>
              <a:gd name="connsiteY2219" fmla="*/ 5230726 h 6640493"/>
              <a:gd name="connsiteX2220" fmla="*/ 762078 w 6604001"/>
              <a:gd name="connsiteY2220" fmla="*/ 5226960 h 6640493"/>
              <a:gd name="connsiteX2221" fmla="*/ 617955 w 6604001"/>
              <a:gd name="connsiteY2221" fmla="*/ 5206305 h 6640493"/>
              <a:gd name="connsiteX2222" fmla="*/ 570078 w 6604001"/>
              <a:gd name="connsiteY2222" fmla="*/ 5170591 h 6640493"/>
              <a:gd name="connsiteX2223" fmla="*/ 569715 w 6604001"/>
              <a:gd name="connsiteY2223" fmla="*/ 5169856 h 6640493"/>
              <a:gd name="connsiteX2224" fmla="*/ 569715 w 6604001"/>
              <a:gd name="connsiteY2224" fmla="*/ 5171095 h 6640493"/>
              <a:gd name="connsiteX2225" fmla="*/ 565944 w 6604001"/>
              <a:gd name="connsiteY2225" fmla="*/ 5163721 h 6640493"/>
              <a:gd name="connsiteX2226" fmla="*/ 562174 w 6604001"/>
              <a:gd name="connsiteY2226" fmla="*/ 5163721 h 6640493"/>
              <a:gd name="connsiteX2227" fmla="*/ 558404 w 6604001"/>
              <a:gd name="connsiteY2227" fmla="*/ 5156181 h 6640493"/>
              <a:gd name="connsiteX2228" fmla="*/ 542127 w 6604001"/>
              <a:gd name="connsiteY2228" fmla="*/ 5134478 h 6640493"/>
              <a:gd name="connsiteX2229" fmla="*/ 550284 w 6604001"/>
              <a:gd name="connsiteY2229" fmla="*/ 5143904 h 6640493"/>
              <a:gd name="connsiteX2230" fmla="*/ 550284 w 6604001"/>
              <a:gd name="connsiteY2230" fmla="*/ 5144477 h 6640493"/>
              <a:gd name="connsiteX2231" fmla="*/ 554038 w 6604001"/>
              <a:gd name="connsiteY2231" fmla="*/ 5148243 h 6640493"/>
              <a:gd name="connsiteX2232" fmla="*/ 550284 w 6604001"/>
              <a:gd name="connsiteY2232" fmla="*/ 5143904 h 6640493"/>
              <a:gd name="connsiteX2233" fmla="*/ 550284 w 6604001"/>
              <a:gd name="connsiteY2233" fmla="*/ 5140710 h 6640493"/>
              <a:gd name="connsiteX2234" fmla="*/ 547264 w 6604001"/>
              <a:gd name="connsiteY2234" fmla="*/ 5135957 h 6640493"/>
              <a:gd name="connsiteX2235" fmla="*/ 550273 w 6604001"/>
              <a:gd name="connsiteY2235" fmla="*/ 5135957 h 6640493"/>
              <a:gd name="connsiteX2236" fmla="*/ 551765 w 6604001"/>
              <a:gd name="connsiteY2236" fmla="*/ 5137447 h 6640493"/>
              <a:gd name="connsiteX2237" fmla="*/ 554038 w 6604001"/>
              <a:gd name="connsiteY2237" fmla="*/ 5143481 h 6640493"/>
              <a:gd name="connsiteX2238" fmla="*/ 554038 w 6604001"/>
              <a:gd name="connsiteY2238" fmla="*/ 5139719 h 6640493"/>
              <a:gd name="connsiteX2239" fmla="*/ 551765 w 6604001"/>
              <a:gd name="connsiteY2239" fmla="*/ 5137447 h 6640493"/>
              <a:gd name="connsiteX2240" fmla="*/ 538977 w 6604001"/>
              <a:gd name="connsiteY2240" fmla="*/ 5103507 h 6640493"/>
              <a:gd name="connsiteX2241" fmla="*/ 523916 w 6604001"/>
              <a:gd name="connsiteY2241" fmla="*/ 5060711 h 6640493"/>
              <a:gd name="connsiteX2242" fmla="*/ 522414 w 6604001"/>
              <a:gd name="connsiteY2242" fmla="*/ 5054989 h 6640493"/>
              <a:gd name="connsiteX2243" fmla="*/ 536254 w 6604001"/>
              <a:gd name="connsiteY2243" fmla="*/ 5091358 h 6640493"/>
              <a:gd name="connsiteX2244" fmla="*/ 561504 w 6604001"/>
              <a:gd name="connsiteY2244" fmla="*/ 5151471 h 6640493"/>
              <a:gd name="connsiteX2245" fmla="*/ 561504 w 6604001"/>
              <a:gd name="connsiteY2245" fmla="*/ 5155239 h 6640493"/>
              <a:gd name="connsiteX2246" fmla="*/ 565279 w 6604001"/>
              <a:gd name="connsiteY2246" fmla="*/ 5162775 h 6640493"/>
              <a:gd name="connsiteX2247" fmla="*/ 754063 w 6604001"/>
              <a:gd name="connsiteY2247" fmla="*/ 5219297 h 6640493"/>
              <a:gd name="connsiteX2248" fmla="*/ 754063 w 6604001"/>
              <a:gd name="connsiteY2248" fmla="*/ 5215529 h 6640493"/>
              <a:gd name="connsiteX2249" fmla="*/ 750288 w 6604001"/>
              <a:gd name="connsiteY2249" fmla="*/ 5215529 h 6640493"/>
              <a:gd name="connsiteX2250" fmla="*/ 750288 w 6604001"/>
              <a:gd name="connsiteY2250" fmla="*/ 5211761 h 6640493"/>
              <a:gd name="connsiteX2251" fmla="*/ 482215 w 6604001"/>
              <a:gd name="connsiteY2251" fmla="*/ 4899006 h 6640493"/>
              <a:gd name="connsiteX2252" fmla="*/ 482215 w 6604001"/>
              <a:gd name="connsiteY2252" fmla="*/ 4902774 h 6640493"/>
              <a:gd name="connsiteX2253" fmla="*/ 482215 w 6604001"/>
              <a:gd name="connsiteY2253" fmla="*/ 4906543 h 6640493"/>
              <a:gd name="connsiteX2254" fmla="*/ 474663 w 6604001"/>
              <a:gd name="connsiteY2254" fmla="*/ 4899006 h 6640493"/>
              <a:gd name="connsiteX2255" fmla="*/ 479112 w 6604001"/>
              <a:gd name="connsiteY2255" fmla="*/ 4914638 h 6640493"/>
              <a:gd name="connsiteX2256" fmla="*/ 467438 w 6604001"/>
              <a:gd name="connsiteY2256" fmla="*/ 4891408 h 6640493"/>
              <a:gd name="connsiteX2257" fmla="*/ 459907 w 6604001"/>
              <a:gd name="connsiteY2257" fmla="*/ 4868835 h 6640493"/>
              <a:gd name="connsiteX2258" fmla="*/ 264115 w 6604001"/>
              <a:gd name="connsiteY2258" fmla="*/ 4496369 h 6640493"/>
              <a:gd name="connsiteX2259" fmla="*/ 264115 w 6604001"/>
              <a:gd name="connsiteY2259" fmla="*/ 4500131 h 6640493"/>
              <a:gd name="connsiteX2260" fmla="*/ 260350 w 6604001"/>
              <a:gd name="connsiteY2260" fmla="*/ 4492606 h 6640493"/>
              <a:gd name="connsiteX2261" fmla="*/ 302709 w 6604001"/>
              <a:gd name="connsiteY2261" fmla="*/ 4691008 h 6640493"/>
              <a:gd name="connsiteX2262" fmla="*/ 320032 w 6604001"/>
              <a:gd name="connsiteY2262" fmla="*/ 4739349 h 6640493"/>
              <a:gd name="connsiteX2263" fmla="*/ 317500 w 6604001"/>
              <a:gd name="connsiteY2263" fmla="*/ 4733906 h 6640493"/>
              <a:gd name="connsiteX2264" fmla="*/ 320913 w 6604001"/>
              <a:gd name="connsiteY2264" fmla="*/ 4742124 h 6640493"/>
              <a:gd name="connsiteX2265" fmla="*/ 321255 w 6604001"/>
              <a:gd name="connsiteY2265" fmla="*/ 4745206 h 6640493"/>
              <a:gd name="connsiteX2266" fmla="*/ 326694 w 6604001"/>
              <a:gd name="connsiteY2266" fmla="*/ 4756041 h 6640493"/>
              <a:gd name="connsiteX2267" fmla="*/ 328354 w 6604001"/>
              <a:gd name="connsiteY2267" fmla="*/ 4760038 h 6640493"/>
              <a:gd name="connsiteX2268" fmla="*/ 329928 w 6604001"/>
              <a:gd name="connsiteY2268" fmla="*/ 4763828 h 6640493"/>
              <a:gd name="connsiteX2269" fmla="*/ 312074 w 6604001"/>
              <a:gd name="connsiteY2269" fmla="*/ 4727698 h 6640493"/>
              <a:gd name="connsiteX2270" fmla="*/ 309660 w 6604001"/>
              <a:gd name="connsiteY2270" fmla="*/ 4721464 h 6640493"/>
              <a:gd name="connsiteX2271" fmla="*/ 304776 w 6604001"/>
              <a:gd name="connsiteY2271" fmla="*/ 4709996 h 6640493"/>
              <a:gd name="connsiteX2272" fmla="*/ 290886 w 6604001"/>
              <a:gd name="connsiteY2272" fmla="*/ 4655735 h 6640493"/>
              <a:gd name="connsiteX2273" fmla="*/ 256156 w 6604001"/>
              <a:gd name="connsiteY2273" fmla="*/ 4484191 h 6640493"/>
              <a:gd name="connsiteX2274" fmla="*/ 256156 w 6604001"/>
              <a:gd name="connsiteY2274" fmla="*/ 4480426 h 6640493"/>
              <a:gd name="connsiteX2275" fmla="*/ 252414 w 6604001"/>
              <a:gd name="connsiteY2275" fmla="*/ 4472895 h 6640493"/>
              <a:gd name="connsiteX2276" fmla="*/ 147638 w 6604001"/>
              <a:gd name="connsiteY2276" fmla="*/ 4284643 h 6640493"/>
              <a:gd name="connsiteX2277" fmla="*/ 147638 w 6604001"/>
              <a:gd name="connsiteY2277" fmla="*/ 4288408 h 6640493"/>
              <a:gd name="connsiteX2278" fmla="*/ 147638 w 6604001"/>
              <a:gd name="connsiteY2278" fmla="*/ 4292173 h 6640493"/>
              <a:gd name="connsiteX2279" fmla="*/ 147638 w 6604001"/>
              <a:gd name="connsiteY2279" fmla="*/ 4295938 h 6640493"/>
              <a:gd name="connsiteX2280" fmla="*/ 147639 w 6604001"/>
              <a:gd name="connsiteY2280" fmla="*/ 4295940 h 6640493"/>
              <a:gd name="connsiteX2281" fmla="*/ 147489 w 6604001"/>
              <a:gd name="connsiteY2281" fmla="*/ 4295940 h 6640493"/>
              <a:gd name="connsiteX2282" fmla="*/ 146666 w 6604001"/>
              <a:gd name="connsiteY2282" fmla="*/ 4293273 h 6640493"/>
              <a:gd name="connsiteX2283" fmla="*/ 146666 w 6604001"/>
              <a:gd name="connsiteY2283" fmla="*/ 4292175 h 6640493"/>
              <a:gd name="connsiteX2284" fmla="*/ 146666 w 6604001"/>
              <a:gd name="connsiteY2284" fmla="*/ 4288409 h 6640493"/>
              <a:gd name="connsiteX2285" fmla="*/ 146666 w 6604001"/>
              <a:gd name="connsiteY2285" fmla="*/ 4284643 h 6640493"/>
              <a:gd name="connsiteX2286" fmla="*/ 144316 w 6604001"/>
              <a:gd name="connsiteY2286" fmla="*/ 4284643 h 6640493"/>
              <a:gd name="connsiteX2287" fmla="*/ 142876 w 6604001"/>
              <a:gd name="connsiteY2287" fmla="*/ 4277791 h 6640493"/>
              <a:gd name="connsiteX2288" fmla="*/ 142876 w 6604001"/>
              <a:gd name="connsiteY2288" fmla="*/ 4274014 h 6640493"/>
              <a:gd name="connsiteX2289" fmla="*/ 139730 w 6604001"/>
              <a:gd name="connsiteY2289" fmla="*/ 4270806 h 6640493"/>
              <a:gd name="connsiteX2290" fmla="*/ 139171 w 6604001"/>
              <a:gd name="connsiteY2290" fmla="*/ 4268996 h 6640493"/>
              <a:gd name="connsiteX2291" fmla="*/ 139171 w 6604001"/>
              <a:gd name="connsiteY2291" fmla="*/ 4266458 h 6640493"/>
              <a:gd name="connsiteX2292" fmla="*/ 137159 w 6604001"/>
              <a:gd name="connsiteY2292" fmla="*/ 4259897 h 6640493"/>
              <a:gd name="connsiteX2293" fmla="*/ 139700 w 6604001"/>
              <a:gd name="connsiteY2293" fmla="*/ 4262417 h 6640493"/>
              <a:gd name="connsiteX2294" fmla="*/ 139701 w 6604001"/>
              <a:gd name="connsiteY2294" fmla="*/ 4262418 h 6640493"/>
              <a:gd name="connsiteX2295" fmla="*/ 139700 w 6604001"/>
              <a:gd name="connsiteY2295" fmla="*/ 4262415 h 6640493"/>
              <a:gd name="connsiteX2296" fmla="*/ 139700 w 6604001"/>
              <a:gd name="connsiteY2296" fmla="*/ 4262415 h 6640493"/>
              <a:gd name="connsiteX2297" fmla="*/ 139700 w 6604001"/>
              <a:gd name="connsiteY2297" fmla="*/ 4258649 h 6640493"/>
              <a:gd name="connsiteX2298" fmla="*/ 139700 w 6604001"/>
              <a:gd name="connsiteY2298" fmla="*/ 4254880 h 6640493"/>
              <a:gd name="connsiteX2299" fmla="*/ 139402 w 6604001"/>
              <a:gd name="connsiteY2299" fmla="*/ 4254880 h 6640493"/>
              <a:gd name="connsiteX2300" fmla="*/ 137408 w 6604001"/>
              <a:gd name="connsiteY2300" fmla="*/ 4204504 h 6640493"/>
              <a:gd name="connsiteX2301" fmla="*/ 138662 w 6604001"/>
              <a:gd name="connsiteY2301" fmla="*/ 4218497 h 6640493"/>
              <a:gd name="connsiteX2302" fmla="*/ 143669 w 6604001"/>
              <a:gd name="connsiteY2302" fmla="*/ 4269944 h 6640493"/>
              <a:gd name="connsiteX2303" fmla="*/ 143669 w 6604001"/>
              <a:gd name="connsiteY2303" fmla="*/ 4273707 h 6640493"/>
              <a:gd name="connsiteX2304" fmla="*/ 143669 w 6604001"/>
              <a:gd name="connsiteY2304" fmla="*/ 4277470 h 6640493"/>
              <a:gd name="connsiteX2305" fmla="*/ 147440 w 6604001"/>
              <a:gd name="connsiteY2305" fmla="*/ 4277470 h 6640493"/>
              <a:gd name="connsiteX2306" fmla="*/ 249238 w 6604001"/>
              <a:gd name="connsiteY2306" fmla="*/ 4465618 h 6640493"/>
              <a:gd name="connsiteX2307" fmla="*/ 249238 w 6604001"/>
              <a:gd name="connsiteY2307" fmla="*/ 4461855 h 6640493"/>
              <a:gd name="connsiteX2308" fmla="*/ 249238 w 6604001"/>
              <a:gd name="connsiteY2308" fmla="*/ 4458092 h 6640493"/>
              <a:gd name="connsiteX2309" fmla="*/ 249238 w 6604001"/>
              <a:gd name="connsiteY2309" fmla="*/ 4454329 h 6640493"/>
              <a:gd name="connsiteX2310" fmla="*/ 232649 w 6604001"/>
              <a:gd name="connsiteY2310" fmla="*/ 4407069 h 6640493"/>
              <a:gd name="connsiteX2311" fmla="*/ 248661 w 6604001"/>
              <a:gd name="connsiteY2311" fmla="*/ 4450736 h 6640493"/>
              <a:gd name="connsiteX2312" fmla="*/ 252032 w 6604001"/>
              <a:gd name="connsiteY2312" fmla="*/ 4450736 h 6640493"/>
              <a:gd name="connsiteX2313" fmla="*/ 252413 w 6604001"/>
              <a:gd name="connsiteY2313" fmla="*/ 4454505 h 6640493"/>
              <a:gd name="connsiteX2314" fmla="*/ 252413 w 6604001"/>
              <a:gd name="connsiteY2314" fmla="*/ 4450736 h 6640493"/>
              <a:gd name="connsiteX2315" fmla="*/ 252032 w 6604001"/>
              <a:gd name="connsiteY2315" fmla="*/ 4450736 h 6640493"/>
              <a:gd name="connsiteX2316" fmla="*/ 247855 w 6604001"/>
              <a:gd name="connsiteY2316" fmla="*/ 4409498 h 6640493"/>
              <a:gd name="connsiteX2317" fmla="*/ 248896 w 6604001"/>
              <a:gd name="connsiteY2317" fmla="*/ 4416035 h 6640493"/>
              <a:gd name="connsiteX2318" fmla="*/ 256599 w 6604001"/>
              <a:gd name="connsiteY2318" fmla="*/ 4461657 h 6640493"/>
              <a:gd name="connsiteX2319" fmla="*/ 256599 w 6604001"/>
              <a:gd name="connsiteY2319" fmla="*/ 4465413 h 6640493"/>
              <a:gd name="connsiteX2320" fmla="*/ 260387 w 6604001"/>
              <a:gd name="connsiteY2320" fmla="*/ 4472927 h 6640493"/>
              <a:gd name="connsiteX2321" fmla="*/ 377826 w 6604001"/>
              <a:gd name="connsiteY2321" fmla="*/ 4502979 h 6640493"/>
              <a:gd name="connsiteX2322" fmla="*/ 377826 w 6604001"/>
              <a:gd name="connsiteY2322" fmla="*/ 4499222 h 6640493"/>
              <a:gd name="connsiteX2323" fmla="*/ 374038 w 6604001"/>
              <a:gd name="connsiteY2323" fmla="*/ 4495466 h 6640493"/>
              <a:gd name="connsiteX2324" fmla="*/ 374038 w 6604001"/>
              <a:gd name="connsiteY2324" fmla="*/ 4491709 h 6640493"/>
              <a:gd name="connsiteX2325" fmla="*/ 218715 w 6604001"/>
              <a:gd name="connsiteY2325" fmla="*/ 4142350 h 6640493"/>
              <a:gd name="connsiteX2326" fmla="*/ 218715 w 6604001"/>
              <a:gd name="connsiteY2326" fmla="*/ 4146106 h 6640493"/>
              <a:gd name="connsiteX2327" fmla="*/ 214927 w 6604001"/>
              <a:gd name="connsiteY2327" fmla="*/ 4145167 h 6640493"/>
              <a:gd name="connsiteX2328" fmla="*/ 213512 w 6604001"/>
              <a:gd name="connsiteY2328" fmla="*/ 4142712 h 6640493"/>
              <a:gd name="connsiteX2329" fmla="*/ 211138 w 6604001"/>
              <a:gd name="connsiteY2329" fmla="*/ 4130346 h 6640493"/>
              <a:gd name="connsiteX2330" fmla="*/ 203634 w 6604001"/>
              <a:gd name="connsiteY2330" fmla="*/ 4107730 h 6640493"/>
              <a:gd name="connsiteX2331" fmla="*/ 187335 w 6604001"/>
              <a:gd name="connsiteY2331" fmla="*/ 4039721 h 6640493"/>
              <a:gd name="connsiteX2332" fmla="*/ 182341 w 6604001"/>
              <a:gd name="connsiteY2332" fmla="*/ 4018567 h 6640493"/>
              <a:gd name="connsiteX2333" fmla="*/ 189010 w 6604001"/>
              <a:gd name="connsiteY2333" fmla="*/ 4044627 h 6640493"/>
              <a:gd name="connsiteX2334" fmla="*/ 204153 w 6604001"/>
              <a:gd name="connsiteY2334" fmla="*/ 4100493 h 6640493"/>
              <a:gd name="connsiteX2335" fmla="*/ 204153 w 6604001"/>
              <a:gd name="connsiteY2335" fmla="*/ 4096719 h 6640493"/>
              <a:gd name="connsiteX2336" fmla="*/ 207619 w 6604001"/>
              <a:gd name="connsiteY2336" fmla="*/ 4096719 h 6640493"/>
              <a:gd name="connsiteX2337" fmla="*/ 207963 w 6604001"/>
              <a:gd name="connsiteY2337" fmla="*/ 4100493 h 6640493"/>
              <a:gd name="connsiteX2338" fmla="*/ 207963 w 6604001"/>
              <a:gd name="connsiteY2338" fmla="*/ 4096719 h 6640493"/>
              <a:gd name="connsiteX2339" fmla="*/ 207619 w 6604001"/>
              <a:gd name="connsiteY2339" fmla="*/ 4096719 h 6640493"/>
              <a:gd name="connsiteX2340" fmla="*/ 204654 w 6604001"/>
              <a:gd name="connsiteY2340" fmla="*/ 4064235 h 6640493"/>
              <a:gd name="connsiteX2341" fmla="*/ 206222 w 6604001"/>
              <a:gd name="connsiteY2341" fmla="*/ 4077750 h 6640493"/>
              <a:gd name="connsiteX2342" fmla="*/ 214754 w 6604001"/>
              <a:gd name="connsiteY2342" fmla="*/ 4130224 h 6640493"/>
              <a:gd name="connsiteX2343" fmla="*/ 374034 w 6604001"/>
              <a:gd name="connsiteY2343" fmla="*/ 4487843 h 6640493"/>
              <a:gd name="connsiteX2344" fmla="*/ 374034 w 6604001"/>
              <a:gd name="connsiteY2344" fmla="*/ 4484079 h 6640493"/>
              <a:gd name="connsiteX2345" fmla="*/ 374034 w 6604001"/>
              <a:gd name="connsiteY2345" fmla="*/ 4480314 h 6640493"/>
              <a:gd name="connsiteX2346" fmla="*/ 377083 w 6604001"/>
              <a:gd name="connsiteY2346" fmla="*/ 4480314 h 6640493"/>
              <a:gd name="connsiteX2347" fmla="*/ 377826 w 6604001"/>
              <a:gd name="connsiteY2347" fmla="*/ 4484079 h 6640493"/>
              <a:gd name="connsiteX2348" fmla="*/ 377826 w 6604001"/>
              <a:gd name="connsiteY2348" fmla="*/ 4480314 h 6640493"/>
              <a:gd name="connsiteX2349" fmla="*/ 377083 w 6604001"/>
              <a:gd name="connsiteY2349" fmla="*/ 4480314 h 6640493"/>
              <a:gd name="connsiteX2350" fmla="*/ 364079 w 6604001"/>
              <a:gd name="connsiteY2350" fmla="*/ 4414437 h 6640493"/>
              <a:gd name="connsiteX2351" fmla="*/ 347487 w 6604001"/>
              <a:gd name="connsiteY2351" fmla="*/ 4344795 h 6640493"/>
              <a:gd name="connsiteX2352" fmla="*/ 341015 w 6604001"/>
              <a:gd name="connsiteY2352" fmla="*/ 4298257 h 6640493"/>
              <a:gd name="connsiteX2353" fmla="*/ 346724 w 6604001"/>
              <a:gd name="connsiteY2353" fmla="*/ 4326549 h 6640493"/>
              <a:gd name="connsiteX2354" fmla="*/ 380547 w 6604001"/>
              <a:gd name="connsiteY2354" fmla="*/ 4491419 h 6640493"/>
              <a:gd name="connsiteX2355" fmla="*/ 384305 w 6604001"/>
              <a:gd name="connsiteY2355" fmla="*/ 4491419 h 6640493"/>
              <a:gd name="connsiteX2356" fmla="*/ 384305 w 6604001"/>
              <a:gd name="connsiteY2356" fmla="*/ 4495188 h 6640493"/>
              <a:gd name="connsiteX2357" fmla="*/ 384305 w 6604001"/>
              <a:gd name="connsiteY2357" fmla="*/ 4498956 h 6640493"/>
              <a:gd name="connsiteX2358" fmla="*/ 485775 w 6604001"/>
              <a:gd name="connsiteY2358" fmla="*/ 4389671 h 6640493"/>
              <a:gd name="connsiteX2359" fmla="*/ 433161 w 6604001"/>
              <a:gd name="connsiteY2359" fmla="*/ 4284154 h 6640493"/>
              <a:gd name="connsiteX2360" fmla="*/ 305383 w 6604001"/>
              <a:gd name="connsiteY2360" fmla="*/ 4095731 h 6640493"/>
              <a:gd name="connsiteX2361" fmla="*/ 305383 w 6604001"/>
              <a:gd name="connsiteY2361" fmla="*/ 4103268 h 6640493"/>
              <a:gd name="connsiteX2362" fmla="*/ 305383 w 6604001"/>
              <a:gd name="connsiteY2362" fmla="*/ 4107037 h 6640493"/>
              <a:gd name="connsiteX2363" fmla="*/ 301625 w 6604001"/>
              <a:gd name="connsiteY2363" fmla="*/ 4099500 h 6640493"/>
              <a:gd name="connsiteX2364" fmla="*/ 303614 w 6604001"/>
              <a:gd name="connsiteY2364" fmla="*/ 4109623 h 6640493"/>
              <a:gd name="connsiteX2365" fmla="*/ 298186 w 6604001"/>
              <a:gd name="connsiteY2365" fmla="*/ 4092580 h 6640493"/>
              <a:gd name="connsiteX2366" fmla="*/ 290602 w 6604001"/>
              <a:gd name="connsiteY2366" fmla="*/ 4073757 h 6640493"/>
              <a:gd name="connsiteX2367" fmla="*/ 220917 w 6604001"/>
              <a:gd name="connsiteY2367" fmla="*/ 3897771 h 6640493"/>
              <a:gd name="connsiteX2368" fmla="*/ 211545 w 6604001"/>
              <a:gd name="connsiteY2368" fmla="*/ 3865360 h 6640493"/>
              <a:gd name="connsiteX2369" fmla="*/ 226092 w 6604001"/>
              <a:gd name="connsiteY2369" fmla="*/ 3911496 h 6640493"/>
              <a:gd name="connsiteX2370" fmla="*/ 268990 w 6604001"/>
              <a:gd name="connsiteY2370" fmla="*/ 4015613 h 6640493"/>
              <a:gd name="connsiteX2371" fmla="*/ 287053 w 6604001"/>
              <a:gd name="connsiteY2371" fmla="*/ 4054872 h 6640493"/>
              <a:gd name="connsiteX2372" fmla="*/ 286724 w 6604001"/>
              <a:gd name="connsiteY2372" fmla="*/ 4054872 h 6640493"/>
              <a:gd name="connsiteX2373" fmla="*/ 290513 w 6604001"/>
              <a:gd name="connsiteY2373" fmla="*/ 4062393 h 6640493"/>
              <a:gd name="connsiteX2374" fmla="*/ 287053 w 6604001"/>
              <a:gd name="connsiteY2374" fmla="*/ 4054872 h 6640493"/>
              <a:gd name="connsiteX2375" fmla="*/ 289876 w 6604001"/>
              <a:gd name="connsiteY2375" fmla="*/ 4054872 h 6640493"/>
              <a:gd name="connsiteX2376" fmla="*/ 290513 w 6604001"/>
              <a:gd name="connsiteY2376" fmla="*/ 4058633 h 6640493"/>
              <a:gd name="connsiteX2377" fmla="*/ 290513 w 6604001"/>
              <a:gd name="connsiteY2377" fmla="*/ 4054872 h 6640493"/>
              <a:gd name="connsiteX2378" fmla="*/ 289876 w 6604001"/>
              <a:gd name="connsiteY2378" fmla="*/ 4054872 h 6640493"/>
              <a:gd name="connsiteX2379" fmla="*/ 280151 w 6604001"/>
              <a:gd name="connsiteY2379" fmla="*/ 3997521 h 6640493"/>
              <a:gd name="connsiteX2380" fmla="*/ 241250 w 6604001"/>
              <a:gd name="connsiteY2380" fmla="*/ 3802906 h 6640493"/>
              <a:gd name="connsiteX2381" fmla="*/ 203354 w 6604001"/>
              <a:gd name="connsiteY2381" fmla="*/ 3675043 h 6640493"/>
              <a:gd name="connsiteX2382" fmla="*/ 173038 w 6604001"/>
              <a:gd name="connsiteY2382" fmla="*/ 3708889 h 6640493"/>
              <a:gd name="connsiteX2383" fmla="*/ 173038 w 6604001"/>
              <a:gd name="connsiteY2383" fmla="*/ 3712650 h 6640493"/>
              <a:gd name="connsiteX2384" fmla="*/ 173038 w 6604001"/>
              <a:gd name="connsiteY2384" fmla="*/ 3716411 h 6640493"/>
              <a:gd name="connsiteX2385" fmla="*/ 173038 w 6604001"/>
              <a:gd name="connsiteY2385" fmla="*/ 3719314 h 6640493"/>
              <a:gd name="connsiteX2386" fmla="*/ 169863 w 6604001"/>
              <a:gd name="connsiteY2386" fmla="*/ 3719314 h 6640493"/>
              <a:gd name="connsiteX2387" fmla="*/ 169863 w 6604001"/>
              <a:gd name="connsiteY2387" fmla="*/ 3715539 h 6640493"/>
              <a:gd name="connsiteX2388" fmla="*/ 169863 w 6604001"/>
              <a:gd name="connsiteY2388" fmla="*/ 3711765 h 6640493"/>
              <a:gd name="connsiteX2389" fmla="*/ 131763 w 6604001"/>
              <a:gd name="connsiteY2389" fmla="*/ 3700443 h 6640493"/>
              <a:gd name="connsiteX2390" fmla="*/ 131763 w 6604001"/>
              <a:gd name="connsiteY2390" fmla="*/ 3707991 h 6640493"/>
              <a:gd name="connsiteX2391" fmla="*/ 131763 w 6604001"/>
              <a:gd name="connsiteY2391" fmla="*/ 3711765 h 6640493"/>
              <a:gd name="connsiteX2392" fmla="*/ 160815 w 6604001"/>
              <a:gd name="connsiteY2392" fmla="*/ 3921697 h 6640493"/>
              <a:gd name="connsiteX2393" fmla="*/ 172640 w 6604001"/>
              <a:gd name="connsiteY2393" fmla="*/ 3977055 h 6640493"/>
              <a:gd name="connsiteX2394" fmla="*/ 164587 w 6604001"/>
              <a:gd name="connsiteY2394" fmla="*/ 3941160 h 6640493"/>
              <a:gd name="connsiteX2395" fmla="*/ 132341 w 6604001"/>
              <a:gd name="connsiteY2395" fmla="*/ 3719493 h 6640493"/>
              <a:gd name="connsiteX2396" fmla="*/ 128588 w 6604001"/>
              <a:gd name="connsiteY2396" fmla="*/ 3719493 h 6640493"/>
              <a:gd name="connsiteX2397" fmla="*/ 128588 w 6604001"/>
              <a:gd name="connsiteY2397" fmla="*/ 3711680 h 6640493"/>
              <a:gd name="connsiteX2398" fmla="*/ 128588 w 6604001"/>
              <a:gd name="connsiteY2398" fmla="*/ 3707914 h 6640493"/>
              <a:gd name="connsiteX2399" fmla="*/ 128588 w 6604001"/>
              <a:gd name="connsiteY2399" fmla="*/ 3700381 h 6640493"/>
              <a:gd name="connsiteX2400" fmla="*/ 94298 w 6604001"/>
              <a:gd name="connsiteY2400" fmla="*/ 3640118 h 6640493"/>
              <a:gd name="connsiteX2401" fmla="*/ 90488 w 6604001"/>
              <a:gd name="connsiteY2401" fmla="*/ 3643885 h 6640493"/>
              <a:gd name="connsiteX2402" fmla="*/ 90488 w 6604001"/>
              <a:gd name="connsiteY2402" fmla="*/ 3640586 h 6640493"/>
              <a:gd name="connsiteX2403" fmla="*/ 90488 w 6604001"/>
              <a:gd name="connsiteY2403" fmla="*/ 3636813 h 6640493"/>
              <a:gd name="connsiteX2404" fmla="*/ 90488 w 6604001"/>
              <a:gd name="connsiteY2404" fmla="*/ 3633040 h 6640493"/>
              <a:gd name="connsiteX2405" fmla="*/ 64222 w 6604001"/>
              <a:gd name="connsiteY2405" fmla="*/ 3527406 h 6640493"/>
              <a:gd name="connsiteX2406" fmla="*/ 64222 w 6604001"/>
              <a:gd name="connsiteY2406" fmla="*/ 3531179 h 6640493"/>
              <a:gd name="connsiteX2407" fmla="*/ 60470 w 6604001"/>
              <a:gd name="connsiteY2407" fmla="*/ 3531179 h 6640493"/>
              <a:gd name="connsiteX2408" fmla="*/ 60325 w 6604001"/>
              <a:gd name="connsiteY2408" fmla="*/ 3533154 h 6640493"/>
              <a:gd name="connsiteX2409" fmla="*/ 60325 w 6604001"/>
              <a:gd name="connsiteY2409" fmla="*/ 3530581 h 6640493"/>
              <a:gd name="connsiteX2410" fmla="*/ 15875 w 6604001"/>
              <a:gd name="connsiteY2410" fmla="*/ 3583365 h 6640493"/>
              <a:gd name="connsiteX2411" fmla="*/ 15875 w 6604001"/>
              <a:gd name="connsiteY2411" fmla="*/ 3590906 h 6640493"/>
              <a:gd name="connsiteX2412" fmla="*/ 16605 w 6604001"/>
              <a:gd name="connsiteY2412" fmla="*/ 3601591 h 6640493"/>
              <a:gd name="connsiteX2413" fmla="*/ 15347 w 6604001"/>
              <a:gd name="connsiteY2413" fmla="*/ 3595309 h 6640493"/>
              <a:gd name="connsiteX2414" fmla="*/ 15347 w 6604001"/>
              <a:gd name="connsiteY2414" fmla="*/ 3580212 h 6640493"/>
              <a:gd name="connsiteX2415" fmla="*/ 9795 w 6604001"/>
              <a:gd name="connsiteY2415" fmla="*/ 3563244 h 6640493"/>
              <a:gd name="connsiteX2416" fmla="*/ 15479 w 6604001"/>
              <a:gd name="connsiteY2416" fmla="*/ 3571767 h 6640493"/>
              <a:gd name="connsiteX2417" fmla="*/ 16930 w 6604001"/>
              <a:gd name="connsiteY2417" fmla="*/ 3532427 h 6640493"/>
              <a:gd name="connsiteX2418" fmla="*/ 17832 w 6604001"/>
              <a:gd name="connsiteY2418" fmla="*/ 3515380 h 6640493"/>
              <a:gd name="connsiteX2419" fmla="*/ 15875 w 6604001"/>
              <a:gd name="connsiteY2419" fmla="*/ 3579793 h 6640493"/>
              <a:gd name="connsiteX2420" fmla="*/ 60325 w 6604001"/>
              <a:gd name="connsiteY2420" fmla="*/ 3523349 h 6640493"/>
              <a:gd name="connsiteX2421" fmla="*/ 60325 w 6604001"/>
              <a:gd name="connsiteY2421" fmla="*/ 3515823 h 6640493"/>
              <a:gd name="connsiteX2422" fmla="*/ 56621 w 6604001"/>
              <a:gd name="connsiteY2422" fmla="*/ 3489482 h 6640493"/>
              <a:gd name="connsiteX2423" fmla="*/ 49213 w 6604001"/>
              <a:gd name="connsiteY2423" fmla="*/ 3376593 h 6640493"/>
              <a:gd name="connsiteX2424" fmla="*/ 45509 w 6604001"/>
              <a:gd name="connsiteY2424" fmla="*/ 3376593 h 6640493"/>
              <a:gd name="connsiteX2425" fmla="*/ 23747 w 6604001"/>
              <a:gd name="connsiteY2425" fmla="*/ 3464082 h 6640493"/>
              <a:gd name="connsiteX2426" fmla="*/ 17993 w 6604001"/>
              <a:gd name="connsiteY2426" fmla="*/ 3512347 h 6640493"/>
              <a:gd name="connsiteX2427" fmla="*/ 18601 w 6604001"/>
              <a:gd name="connsiteY2427" fmla="*/ 3500861 h 6640493"/>
              <a:gd name="connsiteX2428" fmla="*/ 45641 w 6604001"/>
              <a:gd name="connsiteY2428" fmla="*/ 3375775 h 6640493"/>
              <a:gd name="connsiteX2429" fmla="*/ 45641 w 6604001"/>
              <a:gd name="connsiteY2429" fmla="*/ 3372006 h 6640493"/>
              <a:gd name="connsiteX2430" fmla="*/ 7938 w 6604001"/>
              <a:gd name="connsiteY2430" fmla="*/ 3300402 h 6640493"/>
              <a:gd name="connsiteX2431" fmla="*/ 143154 w 6604001"/>
              <a:gd name="connsiteY2431" fmla="*/ 3299849 h 6640493"/>
              <a:gd name="connsiteX2432" fmla="*/ 143146 w 6604001"/>
              <a:gd name="connsiteY2432" fmla="*/ 3299874 h 6640493"/>
              <a:gd name="connsiteX2433" fmla="*/ 142875 w 6604001"/>
              <a:gd name="connsiteY2433" fmla="*/ 3300402 h 6640493"/>
              <a:gd name="connsiteX2434" fmla="*/ 143470 w 6604001"/>
              <a:gd name="connsiteY2434" fmla="*/ 3299243 h 6640493"/>
              <a:gd name="connsiteX2435" fmla="*/ 143470 w 6604001"/>
              <a:gd name="connsiteY2435" fmla="*/ 3305002 h 6640493"/>
              <a:gd name="connsiteX2436" fmla="*/ 143374 w 6604001"/>
              <a:gd name="connsiteY2436" fmla="*/ 3308059 h 6640493"/>
              <a:gd name="connsiteX2437" fmla="*/ 142875 w 6604001"/>
              <a:gd name="connsiteY2437" fmla="*/ 3308341 h 6640493"/>
              <a:gd name="connsiteX2438" fmla="*/ 142875 w 6604001"/>
              <a:gd name="connsiteY2438" fmla="*/ 3300793 h 6640493"/>
              <a:gd name="connsiteX2439" fmla="*/ 143146 w 6604001"/>
              <a:gd name="connsiteY2439" fmla="*/ 3299874 h 6640493"/>
              <a:gd name="connsiteX2440" fmla="*/ 143470 w 6604001"/>
              <a:gd name="connsiteY2440" fmla="*/ 3298778 h 6640493"/>
              <a:gd name="connsiteX2441" fmla="*/ 143470 w 6604001"/>
              <a:gd name="connsiteY2441" fmla="*/ 3299221 h 6640493"/>
              <a:gd name="connsiteX2442" fmla="*/ 143154 w 6604001"/>
              <a:gd name="connsiteY2442" fmla="*/ 3299849 h 6640493"/>
              <a:gd name="connsiteX2443" fmla="*/ 143970 w 6604001"/>
              <a:gd name="connsiteY2443" fmla="*/ 3298225 h 6640493"/>
              <a:gd name="connsiteX2444" fmla="*/ 143970 w 6604001"/>
              <a:gd name="connsiteY2444" fmla="*/ 3298267 h 6640493"/>
              <a:gd name="connsiteX2445" fmla="*/ 143470 w 6604001"/>
              <a:gd name="connsiteY2445" fmla="*/ 3299243 h 6640493"/>
              <a:gd name="connsiteX2446" fmla="*/ 143470 w 6604001"/>
              <a:gd name="connsiteY2446" fmla="*/ 3299221 h 6640493"/>
              <a:gd name="connsiteX2447" fmla="*/ 143970 w 6604001"/>
              <a:gd name="connsiteY2447" fmla="*/ 3295271 h 6640493"/>
              <a:gd name="connsiteX2448" fmla="*/ 143970 w 6604001"/>
              <a:gd name="connsiteY2448" fmla="*/ 3297081 h 6640493"/>
              <a:gd name="connsiteX2449" fmla="*/ 143470 w 6604001"/>
              <a:gd name="connsiteY2449" fmla="*/ 3298778 h 6640493"/>
              <a:gd name="connsiteX2450" fmla="*/ 143470 w 6604001"/>
              <a:gd name="connsiteY2450" fmla="*/ 3297466 h 6640493"/>
              <a:gd name="connsiteX2451" fmla="*/ 136395 w 6604001"/>
              <a:gd name="connsiteY2451" fmla="*/ 3293118 h 6640493"/>
              <a:gd name="connsiteX2452" fmla="*/ 136525 w 6604001"/>
              <a:gd name="connsiteY2452" fmla="*/ 3294045 h 6640493"/>
              <a:gd name="connsiteX2453" fmla="*/ 136384 w 6604001"/>
              <a:gd name="connsiteY2453" fmla="*/ 3293140 h 6640493"/>
              <a:gd name="connsiteX2454" fmla="*/ 136302 w 6604001"/>
              <a:gd name="connsiteY2454" fmla="*/ 3292617 h 6640493"/>
              <a:gd name="connsiteX2455" fmla="*/ 136384 w 6604001"/>
              <a:gd name="connsiteY2455" fmla="*/ 3293140 h 6640493"/>
              <a:gd name="connsiteX2456" fmla="*/ 135017 w 6604001"/>
              <a:gd name="connsiteY2456" fmla="*/ 3295829 h 6640493"/>
              <a:gd name="connsiteX2457" fmla="*/ 135659 w 6604001"/>
              <a:gd name="connsiteY2457" fmla="*/ 3293261 h 6640493"/>
              <a:gd name="connsiteX2458" fmla="*/ 135760 w 6604001"/>
              <a:gd name="connsiteY2458" fmla="*/ 3293160 h 6640493"/>
              <a:gd name="connsiteX2459" fmla="*/ 135890 w 6604001"/>
              <a:gd name="connsiteY2459" fmla="*/ 3294045 h 6640493"/>
              <a:gd name="connsiteX2460" fmla="*/ 135890 w 6604001"/>
              <a:gd name="connsiteY2460" fmla="*/ 3293029 h 6640493"/>
              <a:gd name="connsiteX2461" fmla="*/ 136470 w 6604001"/>
              <a:gd name="connsiteY2461" fmla="*/ 3292450 h 6640493"/>
              <a:gd name="connsiteX2462" fmla="*/ 136526 w 6604001"/>
              <a:gd name="connsiteY2462" fmla="*/ 3292860 h 6640493"/>
              <a:gd name="connsiteX2463" fmla="*/ 136395 w 6604001"/>
              <a:gd name="connsiteY2463" fmla="*/ 3293118 h 6640493"/>
              <a:gd name="connsiteX2464" fmla="*/ 136321 w 6604001"/>
              <a:gd name="connsiteY2464" fmla="*/ 3292597 h 6640493"/>
              <a:gd name="connsiteX2465" fmla="*/ 6603947 w 6604001"/>
              <a:gd name="connsiteY2465" fmla="*/ 3291641 h 6640493"/>
              <a:gd name="connsiteX2466" fmla="*/ 6604001 w 6604001"/>
              <a:gd name="connsiteY2466" fmla="*/ 3293467 h 6640493"/>
              <a:gd name="connsiteX2467" fmla="*/ 6604001 w 6604001"/>
              <a:gd name="connsiteY2467" fmla="*/ 3297227 h 6640493"/>
              <a:gd name="connsiteX2468" fmla="*/ 135886 w 6604001"/>
              <a:gd name="connsiteY2468" fmla="*/ 3289508 h 6640493"/>
              <a:gd name="connsiteX2469" fmla="*/ 136321 w 6604001"/>
              <a:gd name="connsiteY2469" fmla="*/ 3292597 h 6640493"/>
              <a:gd name="connsiteX2470" fmla="*/ 136302 w 6604001"/>
              <a:gd name="connsiteY2470" fmla="*/ 3292617 h 6640493"/>
              <a:gd name="connsiteX2471" fmla="*/ 135889 w 6604001"/>
              <a:gd name="connsiteY2471" fmla="*/ 3289979 h 6640493"/>
              <a:gd name="connsiteX2472" fmla="*/ 6498859 w 6604001"/>
              <a:gd name="connsiteY2472" fmla="*/ 3289291 h 6640493"/>
              <a:gd name="connsiteX2473" fmla="*/ 6498859 w 6604001"/>
              <a:gd name="connsiteY2473" fmla="*/ 3293061 h 6640493"/>
              <a:gd name="connsiteX2474" fmla="*/ 6469063 w 6604001"/>
              <a:gd name="connsiteY2474" fmla="*/ 3892531 h 6640493"/>
              <a:gd name="connsiteX2475" fmla="*/ 6472788 w 6604001"/>
              <a:gd name="connsiteY2475" fmla="*/ 3892531 h 6640493"/>
              <a:gd name="connsiteX2476" fmla="*/ 6565901 w 6604001"/>
              <a:gd name="connsiteY2476" fmla="*/ 3541892 h 6640493"/>
              <a:gd name="connsiteX2477" fmla="*/ 6498859 w 6604001"/>
              <a:gd name="connsiteY2477" fmla="*/ 3289291 h 6640493"/>
              <a:gd name="connsiteX2478" fmla="*/ 6490728 w 6604001"/>
              <a:gd name="connsiteY2478" fmla="*/ 3289291 h 6640493"/>
              <a:gd name="connsiteX2479" fmla="*/ 6401081 w 6604001"/>
              <a:gd name="connsiteY2479" fmla="*/ 3534272 h 6640493"/>
              <a:gd name="connsiteX2480" fmla="*/ 6371198 w 6604001"/>
              <a:gd name="connsiteY2480" fmla="*/ 3617192 h 6640493"/>
              <a:gd name="connsiteX2481" fmla="*/ 6371198 w 6604001"/>
              <a:gd name="connsiteY2481" fmla="*/ 3620961 h 6640493"/>
              <a:gd name="connsiteX2482" fmla="*/ 6367463 w 6604001"/>
              <a:gd name="connsiteY2482" fmla="*/ 3654883 h 6640493"/>
              <a:gd name="connsiteX2483" fmla="*/ 6460845 w 6604001"/>
              <a:gd name="connsiteY2483" fmla="*/ 3903643 h 6640493"/>
              <a:gd name="connsiteX2484" fmla="*/ 6464581 w 6604001"/>
              <a:gd name="connsiteY2484" fmla="*/ 3899874 h 6640493"/>
              <a:gd name="connsiteX2485" fmla="*/ 6464581 w 6604001"/>
              <a:gd name="connsiteY2485" fmla="*/ 3896105 h 6640493"/>
              <a:gd name="connsiteX2486" fmla="*/ 6494463 w 6604001"/>
              <a:gd name="connsiteY2486" fmla="*/ 3293060 h 6640493"/>
              <a:gd name="connsiteX2487" fmla="*/ 6490728 w 6604001"/>
              <a:gd name="connsiteY2487" fmla="*/ 3289291 h 6640493"/>
              <a:gd name="connsiteX2488" fmla="*/ 135712 w 6604001"/>
              <a:gd name="connsiteY2488" fmla="*/ 3288276 h 6640493"/>
              <a:gd name="connsiteX2489" fmla="*/ 135733 w 6604001"/>
              <a:gd name="connsiteY2489" fmla="*/ 3288423 h 6640493"/>
              <a:gd name="connsiteX2490" fmla="*/ 135733 w 6604001"/>
              <a:gd name="connsiteY2490" fmla="*/ 3288985 h 6640493"/>
              <a:gd name="connsiteX2491" fmla="*/ 135726 w 6604001"/>
              <a:gd name="connsiteY2491" fmla="*/ 3288941 h 6640493"/>
              <a:gd name="connsiteX2492" fmla="*/ 135734 w 6604001"/>
              <a:gd name="connsiteY2492" fmla="*/ 3287141 h 6640493"/>
              <a:gd name="connsiteX2493" fmla="*/ 135878 w 6604001"/>
              <a:gd name="connsiteY2493" fmla="*/ 3288183 h 6640493"/>
              <a:gd name="connsiteX2494" fmla="*/ 135886 w 6604001"/>
              <a:gd name="connsiteY2494" fmla="*/ 3289508 h 6640493"/>
              <a:gd name="connsiteX2495" fmla="*/ 135733 w 6604001"/>
              <a:gd name="connsiteY2495" fmla="*/ 3288423 h 6640493"/>
              <a:gd name="connsiteX2496" fmla="*/ 3769 w 6604001"/>
              <a:gd name="connsiteY2496" fmla="*/ 3278183 h 6640493"/>
              <a:gd name="connsiteX2497" fmla="*/ 0 w 6604001"/>
              <a:gd name="connsiteY2497" fmla="*/ 3297030 h 6640493"/>
              <a:gd name="connsiteX2498" fmla="*/ 3769 w 6604001"/>
              <a:gd name="connsiteY2498" fmla="*/ 3278183 h 6640493"/>
              <a:gd name="connsiteX2499" fmla="*/ 144690 w 6604001"/>
              <a:gd name="connsiteY2499" fmla="*/ 3273078 h 6640493"/>
              <a:gd name="connsiteX2500" fmla="*/ 144648 w 6604001"/>
              <a:gd name="connsiteY2500" fmla="*/ 3274230 h 6640493"/>
              <a:gd name="connsiteX2501" fmla="*/ 139700 w 6604001"/>
              <a:gd name="connsiteY2501" fmla="*/ 3294043 h 6640493"/>
              <a:gd name="connsiteX2502" fmla="*/ 3769 w 6604001"/>
              <a:gd name="connsiteY2502" fmla="*/ 3263103 h 6640493"/>
              <a:gd name="connsiteX2503" fmla="*/ 7537 w 6604001"/>
              <a:gd name="connsiteY2503" fmla="*/ 3300799 h 6640493"/>
              <a:gd name="connsiteX2504" fmla="*/ 3769 w 6604001"/>
              <a:gd name="connsiteY2504" fmla="*/ 3278183 h 6640493"/>
              <a:gd name="connsiteX2505" fmla="*/ 268288 w 6604001"/>
              <a:gd name="connsiteY2505" fmla="*/ 3252778 h 6640493"/>
              <a:gd name="connsiteX2506" fmla="*/ 268288 w 6604001"/>
              <a:gd name="connsiteY2506" fmla="*/ 3395073 h 6640493"/>
              <a:gd name="connsiteX2507" fmla="*/ 271806 w 6604001"/>
              <a:gd name="connsiteY2507" fmla="*/ 3398576 h 6640493"/>
              <a:gd name="connsiteX2508" fmla="*/ 271463 w 6604001"/>
              <a:gd name="connsiteY2508" fmla="*/ 3398586 h 6640493"/>
              <a:gd name="connsiteX2509" fmla="*/ 275230 w 6604001"/>
              <a:gd name="connsiteY2509" fmla="*/ 3402353 h 6640493"/>
              <a:gd name="connsiteX2510" fmla="*/ 275230 w 6604001"/>
              <a:gd name="connsiteY2510" fmla="*/ 3406121 h 6640493"/>
              <a:gd name="connsiteX2511" fmla="*/ 271463 w 6604001"/>
              <a:gd name="connsiteY2511" fmla="*/ 3406121 h 6640493"/>
              <a:gd name="connsiteX2512" fmla="*/ 327960 w 6604001"/>
              <a:gd name="connsiteY2512" fmla="*/ 3470171 h 6640493"/>
              <a:gd name="connsiteX2513" fmla="*/ 437186 w 6604001"/>
              <a:gd name="connsiteY2513" fmla="*/ 3632181 h 6640493"/>
              <a:gd name="connsiteX2514" fmla="*/ 655638 w 6604001"/>
              <a:gd name="connsiteY2514" fmla="*/ 3590737 h 6640493"/>
              <a:gd name="connsiteX2515" fmla="*/ 651872 w 6604001"/>
              <a:gd name="connsiteY2515" fmla="*/ 3586969 h 6640493"/>
              <a:gd name="connsiteX2516" fmla="*/ 651872 w 6604001"/>
              <a:gd name="connsiteY2516" fmla="*/ 3583201 h 6640493"/>
              <a:gd name="connsiteX2517" fmla="*/ 651872 w 6604001"/>
              <a:gd name="connsiteY2517" fmla="*/ 3579434 h 6640493"/>
              <a:gd name="connsiteX2518" fmla="*/ 655638 w 6604001"/>
              <a:gd name="connsiteY2518" fmla="*/ 3571898 h 6640493"/>
              <a:gd name="connsiteX2519" fmla="*/ 456018 w 6604001"/>
              <a:gd name="connsiteY2519" fmla="*/ 3349606 h 6640493"/>
              <a:gd name="connsiteX2520" fmla="*/ 444719 w 6604001"/>
              <a:gd name="connsiteY2520" fmla="*/ 3349606 h 6640493"/>
              <a:gd name="connsiteX2521" fmla="*/ 315483 w 6604001"/>
              <a:gd name="connsiteY2521" fmla="*/ 3397291 h 6640493"/>
              <a:gd name="connsiteX2522" fmla="*/ 275372 w 6604001"/>
              <a:gd name="connsiteY2522" fmla="*/ 3398471 h 6640493"/>
              <a:gd name="connsiteX2523" fmla="*/ 320188 w 6604001"/>
              <a:gd name="connsiteY2523" fmla="*/ 3393786 h 6640493"/>
              <a:gd name="connsiteX2524" fmla="*/ 441326 w 6604001"/>
              <a:gd name="connsiteY2524" fmla="*/ 3346390 h 6640493"/>
              <a:gd name="connsiteX2525" fmla="*/ 441326 w 6604001"/>
              <a:gd name="connsiteY2525" fmla="*/ 3331410 h 6640493"/>
              <a:gd name="connsiteX2526" fmla="*/ 272050 w 6604001"/>
              <a:gd name="connsiteY2526" fmla="*/ 3252778 h 6640493"/>
              <a:gd name="connsiteX2527" fmla="*/ 268288 w 6604001"/>
              <a:gd name="connsiteY2527" fmla="*/ 3252778 h 6640493"/>
              <a:gd name="connsiteX2528" fmla="*/ 69204 w 6604001"/>
              <a:gd name="connsiteY2528" fmla="*/ 3246847 h 6640493"/>
              <a:gd name="connsiteX2529" fmla="*/ 90658 w 6604001"/>
              <a:gd name="connsiteY2529" fmla="*/ 3268934 h 6640493"/>
              <a:gd name="connsiteX2530" fmla="*/ 127595 w 6604001"/>
              <a:gd name="connsiteY2530" fmla="*/ 3304338 h 6640493"/>
              <a:gd name="connsiteX2531" fmla="*/ 90911 w 6604001"/>
              <a:gd name="connsiteY2531" fmla="*/ 3270172 h 6640493"/>
              <a:gd name="connsiteX2532" fmla="*/ 6200339 w 6604001"/>
              <a:gd name="connsiteY2532" fmla="*/ 3244841 h 6640493"/>
              <a:gd name="connsiteX2533" fmla="*/ 6200339 w 6604001"/>
              <a:gd name="connsiteY2533" fmla="*/ 3248605 h 6640493"/>
              <a:gd name="connsiteX2534" fmla="*/ 6196573 w 6604001"/>
              <a:gd name="connsiteY2534" fmla="*/ 3248605 h 6640493"/>
              <a:gd name="connsiteX2535" fmla="*/ 6162675 w 6604001"/>
              <a:gd name="connsiteY2535" fmla="*/ 4073506 h 6640493"/>
              <a:gd name="connsiteX2536" fmla="*/ 6166441 w 6604001"/>
              <a:gd name="connsiteY2536" fmla="*/ 4073506 h 6640493"/>
              <a:gd name="connsiteX2537" fmla="*/ 6350997 w 6604001"/>
              <a:gd name="connsiteY2537" fmla="*/ 3659169 h 6640493"/>
              <a:gd name="connsiteX2538" fmla="*/ 6350997 w 6604001"/>
              <a:gd name="connsiteY2538" fmla="*/ 3655402 h 6640493"/>
              <a:gd name="connsiteX2539" fmla="*/ 6354763 w 6604001"/>
              <a:gd name="connsiteY2539" fmla="*/ 3621502 h 6640493"/>
              <a:gd name="connsiteX2540" fmla="*/ 6204106 w 6604001"/>
              <a:gd name="connsiteY2540" fmla="*/ 3244841 h 6640493"/>
              <a:gd name="connsiteX2541" fmla="*/ 6200339 w 6604001"/>
              <a:gd name="connsiteY2541" fmla="*/ 3244841 h 6640493"/>
              <a:gd name="connsiteX2542" fmla="*/ 6190025 w 6604001"/>
              <a:gd name="connsiteY2542" fmla="*/ 3244841 h 6640493"/>
              <a:gd name="connsiteX2543" fmla="*/ 5985488 w 6604001"/>
              <a:gd name="connsiteY2543" fmla="*/ 3663137 h 6640493"/>
              <a:gd name="connsiteX2544" fmla="*/ 5981700 w 6604001"/>
              <a:gd name="connsiteY2544" fmla="*/ 3712128 h 6640493"/>
              <a:gd name="connsiteX2545" fmla="*/ 6152147 w 6604001"/>
              <a:gd name="connsiteY2545" fmla="*/ 4081443 h 6640493"/>
              <a:gd name="connsiteX2546" fmla="*/ 6155935 w 6604001"/>
              <a:gd name="connsiteY2546" fmla="*/ 4077675 h 6640493"/>
              <a:gd name="connsiteX2547" fmla="*/ 6159723 w 6604001"/>
              <a:gd name="connsiteY2547" fmla="*/ 4073906 h 6640493"/>
              <a:gd name="connsiteX2548" fmla="*/ 6193812 w 6604001"/>
              <a:gd name="connsiteY2548" fmla="*/ 3248609 h 6640493"/>
              <a:gd name="connsiteX2549" fmla="*/ 6190025 w 6604001"/>
              <a:gd name="connsiteY2549" fmla="*/ 3248609 h 6640493"/>
              <a:gd name="connsiteX2550" fmla="*/ 6190025 w 6604001"/>
              <a:gd name="connsiteY2550" fmla="*/ 3244841 h 6640493"/>
              <a:gd name="connsiteX2551" fmla="*/ 172547 w 6604001"/>
              <a:gd name="connsiteY2551" fmla="*/ 3242544 h 6640493"/>
              <a:gd name="connsiteX2552" fmla="*/ 143970 w 6604001"/>
              <a:gd name="connsiteY2552" fmla="*/ 3300402 h 6640493"/>
              <a:gd name="connsiteX2553" fmla="*/ 143970 w 6604001"/>
              <a:gd name="connsiteY2553" fmla="*/ 3298267 h 6640493"/>
              <a:gd name="connsiteX2554" fmla="*/ 52740 w 6604001"/>
              <a:gd name="connsiteY2554" fmla="*/ 3229536 h 6640493"/>
              <a:gd name="connsiteX2555" fmla="*/ 53092 w 6604001"/>
              <a:gd name="connsiteY2555" fmla="*/ 3229536 h 6640493"/>
              <a:gd name="connsiteX2556" fmla="*/ 69204 w 6604001"/>
              <a:gd name="connsiteY2556" fmla="*/ 3246847 h 6640493"/>
              <a:gd name="connsiteX2557" fmla="*/ 52723 w 6604001"/>
              <a:gd name="connsiteY2557" fmla="*/ 3229880 h 6640493"/>
              <a:gd name="connsiteX2558" fmla="*/ 56168 w 6604001"/>
              <a:gd name="connsiteY2558" fmla="*/ 3226125 h 6640493"/>
              <a:gd name="connsiteX2559" fmla="*/ 90658 w 6604001"/>
              <a:gd name="connsiteY2559" fmla="*/ 3265094 h 6640493"/>
              <a:gd name="connsiteX2560" fmla="*/ 130838 w 6604001"/>
              <a:gd name="connsiteY2560" fmla="*/ 3307359 h 6640493"/>
              <a:gd name="connsiteX2561" fmla="*/ 130723 w 6604001"/>
              <a:gd name="connsiteY2561" fmla="*/ 3307252 h 6640493"/>
              <a:gd name="connsiteX2562" fmla="*/ 92076 w 6604001"/>
              <a:gd name="connsiteY2562" fmla="*/ 3267060 h 6640493"/>
              <a:gd name="connsiteX2563" fmla="*/ 55996 w 6604001"/>
              <a:gd name="connsiteY2563" fmla="*/ 3229536 h 6640493"/>
              <a:gd name="connsiteX2564" fmla="*/ 56168 w 6604001"/>
              <a:gd name="connsiteY2564" fmla="*/ 3229536 h 6640493"/>
              <a:gd name="connsiteX2565" fmla="*/ 55865 w 6604001"/>
              <a:gd name="connsiteY2565" fmla="*/ 3225784 h 6640493"/>
              <a:gd name="connsiteX2566" fmla="*/ 56168 w 6604001"/>
              <a:gd name="connsiteY2566" fmla="*/ 3225784 h 6640493"/>
              <a:gd name="connsiteX2567" fmla="*/ 56168 w 6604001"/>
              <a:gd name="connsiteY2567" fmla="*/ 3226125 h 6640493"/>
              <a:gd name="connsiteX2568" fmla="*/ 123978 w 6604001"/>
              <a:gd name="connsiteY2568" fmla="*/ 3211389 h 6640493"/>
              <a:gd name="connsiteX2569" fmla="*/ 125611 w 6604001"/>
              <a:gd name="connsiteY2569" fmla="*/ 3224389 h 6640493"/>
              <a:gd name="connsiteX2570" fmla="*/ 135726 w 6604001"/>
              <a:gd name="connsiteY2570" fmla="*/ 3288941 h 6640493"/>
              <a:gd name="connsiteX2571" fmla="*/ 135732 w 6604001"/>
              <a:gd name="connsiteY2571" fmla="*/ 3289282 h 6640493"/>
              <a:gd name="connsiteX2572" fmla="*/ 135733 w 6604001"/>
              <a:gd name="connsiteY2572" fmla="*/ 3288985 h 6640493"/>
              <a:gd name="connsiteX2573" fmla="*/ 135889 w 6604001"/>
              <a:gd name="connsiteY2573" fmla="*/ 3289979 h 6640493"/>
              <a:gd name="connsiteX2574" fmla="*/ 135890 w 6604001"/>
              <a:gd name="connsiteY2574" fmla="*/ 3290276 h 6640493"/>
              <a:gd name="connsiteX2575" fmla="*/ 135890 w 6604001"/>
              <a:gd name="connsiteY2575" fmla="*/ 3293029 h 6640493"/>
              <a:gd name="connsiteX2576" fmla="*/ 135760 w 6604001"/>
              <a:gd name="connsiteY2576" fmla="*/ 3293160 h 6640493"/>
              <a:gd name="connsiteX2577" fmla="*/ 125175 w 6604001"/>
              <a:gd name="connsiteY2577" fmla="*/ 3221466 h 6640493"/>
              <a:gd name="connsiteX2578" fmla="*/ 5714771 w 6604001"/>
              <a:gd name="connsiteY2578" fmla="*/ 3187684 h 6640493"/>
              <a:gd name="connsiteX2579" fmla="*/ 5438775 w 6604001"/>
              <a:gd name="connsiteY2579" fmla="*/ 3674146 h 6640493"/>
              <a:gd name="connsiteX2580" fmla="*/ 5442556 w 6604001"/>
              <a:gd name="connsiteY2580" fmla="*/ 3681688 h 6640493"/>
              <a:gd name="connsiteX2581" fmla="*/ 5438775 w 6604001"/>
              <a:gd name="connsiteY2581" fmla="*/ 3730712 h 6640493"/>
              <a:gd name="connsiteX2582" fmla="*/ 5673182 w 6604001"/>
              <a:gd name="connsiteY2582" fmla="*/ 4202093 h 6640493"/>
              <a:gd name="connsiteX2583" fmla="*/ 5676963 w 6604001"/>
              <a:gd name="connsiteY2583" fmla="*/ 4198322 h 6640493"/>
              <a:gd name="connsiteX2584" fmla="*/ 5680744 w 6604001"/>
              <a:gd name="connsiteY2584" fmla="*/ 4194551 h 6640493"/>
              <a:gd name="connsiteX2585" fmla="*/ 5722332 w 6604001"/>
              <a:gd name="connsiteY2585" fmla="*/ 3191455 h 6640493"/>
              <a:gd name="connsiteX2586" fmla="*/ 5718551 w 6604001"/>
              <a:gd name="connsiteY2586" fmla="*/ 3191455 h 6640493"/>
              <a:gd name="connsiteX2587" fmla="*/ 5714771 w 6604001"/>
              <a:gd name="connsiteY2587" fmla="*/ 3187684 h 6640493"/>
              <a:gd name="connsiteX2588" fmla="*/ 95181 w 6604001"/>
              <a:gd name="connsiteY2588" fmla="*/ 3187572 h 6640493"/>
              <a:gd name="connsiteX2589" fmla="*/ 98690 w 6604001"/>
              <a:gd name="connsiteY2589" fmla="*/ 3199296 h 6640493"/>
              <a:gd name="connsiteX2590" fmla="*/ 115936 w 6604001"/>
              <a:gd name="connsiteY2590" fmla="*/ 3252170 h 6640493"/>
              <a:gd name="connsiteX2591" fmla="*/ 123521 w 6604001"/>
              <a:gd name="connsiteY2591" fmla="*/ 3275481 h 6640493"/>
              <a:gd name="connsiteX2592" fmla="*/ 98773 w 6604001"/>
              <a:gd name="connsiteY2592" fmla="*/ 3200677 h 6640493"/>
              <a:gd name="connsiteX2593" fmla="*/ 214541 w 6604001"/>
              <a:gd name="connsiteY2593" fmla="*/ 3159441 h 6640493"/>
              <a:gd name="connsiteX2594" fmla="*/ 193548 w 6604001"/>
              <a:gd name="connsiteY2594" fmla="*/ 3200088 h 6640493"/>
              <a:gd name="connsiteX2595" fmla="*/ 190668 w 6604001"/>
              <a:gd name="connsiteY2595" fmla="*/ 3205333 h 6640493"/>
              <a:gd name="connsiteX2596" fmla="*/ 143970 w 6604001"/>
              <a:gd name="connsiteY2596" fmla="*/ 3298225 h 6640493"/>
              <a:gd name="connsiteX2597" fmla="*/ 143970 w 6604001"/>
              <a:gd name="connsiteY2597" fmla="*/ 3297081 h 6640493"/>
              <a:gd name="connsiteX2598" fmla="*/ 157191 w 6604001"/>
              <a:gd name="connsiteY2598" fmla="*/ 3252260 h 6640493"/>
              <a:gd name="connsiteX2599" fmla="*/ 183878 w 6604001"/>
              <a:gd name="connsiteY2599" fmla="*/ 3204082 h 6640493"/>
              <a:gd name="connsiteX2600" fmla="*/ 117254 w 6604001"/>
              <a:gd name="connsiteY2600" fmla="*/ 3154736 h 6640493"/>
              <a:gd name="connsiteX2601" fmla="*/ 126775 w 6604001"/>
              <a:gd name="connsiteY2601" fmla="*/ 3222505 h 6640493"/>
              <a:gd name="connsiteX2602" fmla="*/ 135683 w 6604001"/>
              <a:gd name="connsiteY2602" fmla="*/ 3286772 h 6640493"/>
              <a:gd name="connsiteX2603" fmla="*/ 135712 w 6604001"/>
              <a:gd name="connsiteY2603" fmla="*/ 3288276 h 6640493"/>
              <a:gd name="connsiteX2604" fmla="*/ 126703 w 6604001"/>
              <a:gd name="connsiteY2604" fmla="*/ 3224331 h 6640493"/>
              <a:gd name="connsiteX2605" fmla="*/ 118680 w 6604001"/>
              <a:gd name="connsiteY2605" fmla="*/ 3166756 h 6640493"/>
              <a:gd name="connsiteX2606" fmla="*/ 115685 w 6604001"/>
              <a:gd name="connsiteY2606" fmla="*/ 3144683 h 6640493"/>
              <a:gd name="connsiteX2607" fmla="*/ 116152 w 6604001"/>
              <a:gd name="connsiteY2607" fmla="*/ 3148613 h 6640493"/>
              <a:gd name="connsiteX2608" fmla="*/ 118680 w 6604001"/>
              <a:gd name="connsiteY2608" fmla="*/ 3166756 h 6640493"/>
              <a:gd name="connsiteX2609" fmla="*/ 123978 w 6604001"/>
              <a:gd name="connsiteY2609" fmla="*/ 3211389 h 6640493"/>
              <a:gd name="connsiteX2610" fmla="*/ 116152 w 6604001"/>
              <a:gd name="connsiteY2610" fmla="*/ 3149084 h 6640493"/>
              <a:gd name="connsiteX2611" fmla="*/ 224790 w 6604001"/>
              <a:gd name="connsiteY2611" fmla="*/ 3144612 h 6640493"/>
              <a:gd name="connsiteX2612" fmla="*/ 215807 w 6604001"/>
              <a:gd name="connsiteY2612" fmla="*/ 3159732 h 6640493"/>
              <a:gd name="connsiteX2613" fmla="*/ 190668 w 6604001"/>
              <a:gd name="connsiteY2613" fmla="*/ 3207206 h 6640493"/>
              <a:gd name="connsiteX2614" fmla="*/ 172547 w 6604001"/>
              <a:gd name="connsiteY2614" fmla="*/ 3242544 h 6640493"/>
              <a:gd name="connsiteX2615" fmla="*/ 192827 w 6604001"/>
              <a:gd name="connsiteY2615" fmla="*/ 3201484 h 6640493"/>
              <a:gd name="connsiteX2616" fmla="*/ 193548 w 6604001"/>
              <a:gd name="connsiteY2616" fmla="*/ 3200088 h 6640493"/>
              <a:gd name="connsiteX2617" fmla="*/ 220931 w 6604001"/>
              <a:gd name="connsiteY2617" fmla="*/ 3150190 h 6640493"/>
              <a:gd name="connsiteX2618" fmla="*/ 662864 w 6604001"/>
              <a:gd name="connsiteY2618" fmla="*/ 3143239 h 6640493"/>
              <a:gd name="connsiteX2619" fmla="*/ 460375 w 6604001"/>
              <a:gd name="connsiteY2619" fmla="*/ 3331225 h 6640493"/>
              <a:gd name="connsiteX2620" fmla="*/ 460375 w 6604001"/>
              <a:gd name="connsiteY2620" fmla="*/ 3346264 h 6640493"/>
              <a:gd name="connsiteX2621" fmla="*/ 659114 w 6604001"/>
              <a:gd name="connsiteY2621" fmla="*/ 3571856 h 6640493"/>
              <a:gd name="connsiteX2622" fmla="*/ 659114 w 6604001"/>
              <a:gd name="connsiteY2622" fmla="*/ 3568096 h 6640493"/>
              <a:gd name="connsiteX2623" fmla="*/ 662864 w 6604001"/>
              <a:gd name="connsiteY2623" fmla="*/ 3568096 h 6640493"/>
              <a:gd name="connsiteX2624" fmla="*/ 666614 w 6604001"/>
              <a:gd name="connsiteY2624" fmla="*/ 3568096 h 6640493"/>
              <a:gd name="connsiteX2625" fmla="*/ 670364 w 6604001"/>
              <a:gd name="connsiteY2625" fmla="*/ 3146999 h 6640493"/>
              <a:gd name="connsiteX2626" fmla="*/ 666614 w 6604001"/>
              <a:gd name="connsiteY2626" fmla="*/ 3146999 h 6640493"/>
              <a:gd name="connsiteX2627" fmla="*/ 666614 w 6604001"/>
              <a:gd name="connsiteY2627" fmla="*/ 3143239 h 6640493"/>
              <a:gd name="connsiteX2628" fmla="*/ 662864 w 6604001"/>
              <a:gd name="connsiteY2628" fmla="*/ 3143239 h 6640493"/>
              <a:gd name="connsiteX2629" fmla="*/ 6599578 w 6604001"/>
              <a:gd name="connsiteY2629" fmla="*/ 3143078 h 6640493"/>
              <a:gd name="connsiteX2630" fmla="*/ 6603009 w 6604001"/>
              <a:gd name="connsiteY2630" fmla="*/ 3194040 h 6640493"/>
              <a:gd name="connsiteX2631" fmla="*/ 6603947 w 6604001"/>
              <a:gd name="connsiteY2631" fmla="*/ 3291641 h 6640493"/>
              <a:gd name="connsiteX2632" fmla="*/ 6586712 w 6604001"/>
              <a:gd name="connsiteY2632" fmla="*/ 3140353 h 6640493"/>
              <a:gd name="connsiteX2633" fmla="*/ 6590653 w 6604001"/>
              <a:gd name="connsiteY2633" fmla="*/ 3165339 h 6640493"/>
              <a:gd name="connsiteX2634" fmla="*/ 6604001 w 6604001"/>
              <a:gd name="connsiteY2634" fmla="*/ 3297227 h 6640493"/>
              <a:gd name="connsiteX2635" fmla="*/ 6604001 w 6604001"/>
              <a:gd name="connsiteY2635" fmla="*/ 3308276 h 6640493"/>
              <a:gd name="connsiteX2636" fmla="*/ 6604001 w 6604001"/>
              <a:gd name="connsiteY2636" fmla="*/ 3319453 h 6640493"/>
              <a:gd name="connsiteX2637" fmla="*/ 6603166 w 6604001"/>
              <a:gd name="connsiteY2637" fmla="*/ 3329303 h 6640493"/>
              <a:gd name="connsiteX2638" fmla="*/ 6604000 w 6604001"/>
              <a:gd name="connsiteY2638" fmla="*/ 3316168 h 6640493"/>
              <a:gd name="connsiteX2639" fmla="*/ 6604000 w 6604001"/>
              <a:gd name="connsiteY2639" fmla="*/ 3313103 h 6640493"/>
              <a:gd name="connsiteX2640" fmla="*/ 6604000 w 6604001"/>
              <a:gd name="connsiteY2640" fmla="*/ 3312402 h 6640493"/>
              <a:gd name="connsiteX2641" fmla="*/ 6604000 w 6604001"/>
              <a:gd name="connsiteY2641" fmla="*/ 3308631 h 6640493"/>
              <a:gd name="connsiteX2642" fmla="*/ 6604000 w 6604001"/>
              <a:gd name="connsiteY2642" fmla="*/ 3308340 h 6640493"/>
              <a:gd name="connsiteX2643" fmla="*/ 6604000 w 6604001"/>
              <a:gd name="connsiteY2643" fmla="*/ 3305166 h 6640493"/>
              <a:gd name="connsiteX2644" fmla="*/ 6604000 w 6604001"/>
              <a:gd name="connsiteY2644" fmla="*/ 3304862 h 6640493"/>
              <a:gd name="connsiteX2645" fmla="*/ 6604000 w 6604001"/>
              <a:gd name="connsiteY2645" fmla="*/ 3301093 h 6640493"/>
              <a:gd name="connsiteX2646" fmla="*/ 6594122 w 6604001"/>
              <a:gd name="connsiteY2646" fmla="*/ 3190384 h 6640493"/>
              <a:gd name="connsiteX2647" fmla="*/ 682223 w 6604001"/>
              <a:gd name="connsiteY2647" fmla="*/ 3138475 h 6640493"/>
              <a:gd name="connsiteX2648" fmla="*/ 682223 w 6604001"/>
              <a:gd name="connsiteY2648" fmla="*/ 3142248 h 6640493"/>
              <a:gd name="connsiteX2649" fmla="*/ 678456 w 6604001"/>
              <a:gd name="connsiteY2649" fmla="*/ 3142248 h 6640493"/>
              <a:gd name="connsiteX2650" fmla="*/ 674688 w 6604001"/>
              <a:gd name="connsiteY2650" fmla="*/ 3572249 h 6640493"/>
              <a:gd name="connsiteX2651" fmla="*/ 678456 w 6604001"/>
              <a:gd name="connsiteY2651" fmla="*/ 3576021 h 6640493"/>
              <a:gd name="connsiteX2652" fmla="*/ 678456 w 6604001"/>
              <a:gd name="connsiteY2652" fmla="*/ 3579793 h 6640493"/>
              <a:gd name="connsiteX2653" fmla="*/ 927101 w 6604001"/>
              <a:gd name="connsiteY2653" fmla="*/ 3398737 h 6640493"/>
              <a:gd name="connsiteX2654" fmla="*/ 927101 w 6604001"/>
              <a:gd name="connsiteY2654" fmla="*/ 3394965 h 6640493"/>
              <a:gd name="connsiteX2655" fmla="*/ 927101 w 6604001"/>
              <a:gd name="connsiteY2655" fmla="*/ 3368561 h 6640493"/>
              <a:gd name="connsiteX2656" fmla="*/ 685990 w 6604001"/>
              <a:gd name="connsiteY2656" fmla="*/ 3138475 h 6640493"/>
              <a:gd name="connsiteX2657" fmla="*/ 682223 w 6604001"/>
              <a:gd name="connsiteY2657" fmla="*/ 3138475 h 6640493"/>
              <a:gd name="connsiteX2658" fmla="*/ 135013 w 6604001"/>
              <a:gd name="connsiteY2658" fmla="*/ 3131141 h 6640493"/>
              <a:gd name="connsiteX2659" fmla="*/ 135414 w 6604001"/>
              <a:gd name="connsiteY2659" fmla="*/ 3207446 h 6640493"/>
              <a:gd name="connsiteX2660" fmla="*/ 135750 w 6604001"/>
              <a:gd name="connsiteY2660" fmla="*/ 3265887 h 6640493"/>
              <a:gd name="connsiteX2661" fmla="*/ 135734 w 6604001"/>
              <a:gd name="connsiteY2661" fmla="*/ 3287141 h 6640493"/>
              <a:gd name="connsiteX2662" fmla="*/ 135683 w 6604001"/>
              <a:gd name="connsiteY2662" fmla="*/ 3286772 h 6640493"/>
              <a:gd name="connsiteX2663" fmla="*/ 134120 w 6604001"/>
              <a:gd name="connsiteY2663" fmla="*/ 3207919 h 6640493"/>
              <a:gd name="connsiteX2664" fmla="*/ 113907 w 6604001"/>
              <a:gd name="connsiteY2664" fmla="*/ 3129746 h 6640493"/>
              <a:gd name="connsiteX2665" fmla="*/ 114950 w 6604001"/>
              <a:gd name="connsiteY2665" fmla="*/ 3137764 h 6640493"/>
              <a:gd name="connsiteX2666" fmla="*/ 115685 w 6604001"/>
              <a:gd name="connsiteY2666" fmla="*/ 3144683 h 6640493"/>
              <a:gd name="connsiteX2667" fmla="*/ 5110931 w 6604001"/>
              <a:gd name="connsiteY2667" fmla="*/ 3127358 h 6640493"/>
              <a:gd name="connsiteX2668" fmla="*/ 5107162 w 6604001"/>
              <a:gd name="connsiteY2668" fmla="*/ 3131132 h 6640493"/>
              <a:gd name="connsiteX2669" fmla="*/ 5065713 w 6604001"/>
              <a:gd name="connsiteY2669" fmla="*/ 4255470 h 6640493"/>
              <a:gd name="connsiteX2670" fmla="*/ 5069481 w 6604001"/>
              <a:gd name="connsiteY2670" fmla="*/ 4255470 h 6640493"/>
              <a:gd name="connsiteX2671" fmla="*/ 5073249 w 6604001"/>
              <a:gd name="connsiteY2671" fmla="*/ 4259243 h 6640493"/>
              <a:gd name="connsiteX2672" fmla="*/ 5404845 w 6604001"/>
              <a:gd name="connsiteY2672" fmla="*/ 3734802 h 6640493"/>
              <a:gd name="connsiteX2673" fmla="*/ 5404845 w 6604001"/>
              <a:gd name="connsiteY2673" fmla="*/ 3731029 h 6640493"/>
              <a:gd name="connsiteX2674" fmla="*/ 5404845 w 6604001"/>
              <a:gd name="connsiteY2674" fmla="*/ 3727256 h 6640493"/>
              <a:gd name="connsiteX2675" fmla="*/ 5408613 w 6604001"/>
              <a:gd name="connsiteY2675" fmla="*/ 3678208 h 6640493"/>
              <a:gd name="connsiteX2676" fmla="*/ 5114699 w 6604001"/>
              <a:gd name="connsiteY2676" fmla="*/ 3127358 h 6640493"/>
              <a:gd name="connsiteX2677" fmla="*/ 5110931 w 6604001"/>
              <a:gd name="connsiteY2677" fmla="*/ 3127358 h 6640493"/>
              <a:gd name="connsiteX2678" fmla="*/ 156451 w 6604001"/>
              <a:gd name="connsiteY2678" fmla="*/ 3127297 h 6640493"/>
              <a:gd name="connsiteX2679" fmla="*/ 155203 w 6604001"/>
              <a:gd name="connsiteY2679" fmla="*/ 3140033 h 6640493"/>
              <a:gd name="connsiteX2680" fmla="*/ 147261 w 6604001"/>
              <a:gd name="connsiteY2680" fmla="*/ 3208365 h 6640493"/>
              <a:gd name="connsiteX2681" fmla="*/ 139700 w 6604001"/>
              <a:gd name="connsiteY2681" fmla="*/ 3289282 h 6640493"/>
              <a:gd name="connsiteX2682" fmla="*/ 148332 w 6604001"/>
              <a:gd name="connsiteY2682" fmla="*/ 3209953 h 6640493"/>
              <a:gd name="connsiteX2683" fmla="*/ 148647 w 6604001"/>
              <a:gd name="connsiteY2683" fmla="*/ 3206916 h 6640493"/>
              <a:gd name="connsiteX2684" fmla="*/ 148622 w 6604001"/>
              <a:gd name="connsiteY2684" fmla="*/ 3207177 h 6640493"/>
              <a:gd name="connsiteX2685" fmla="*/ 140229 w 6604001"/>
              <a:gd name="connsiteY2685" fmla="*/ 3289283 h 6640493"/>
              <a:gd name="connsiteX2686" fmla="*/ 139447 w 6604001"/>
              <a:gd name="connsiteY2686" fmla="*/ 3289283 h 6640493"/>
              <a:gd name="connsiteX2687" fmla="*/ 146965 w 6604001"/>
              <a:gd name="connsiteY2687" fmla="*/ 3207854 h 6640493"/>
              <a:gd name="connsiteX2688" fmla="*/ 5085548 w 6604001"/>
              <a:gd name="connsiteY2688" fmla="*/ 3124184 h 6640493"/>
              <a:gd name="connsiteX2689" fmla="*/ 4753572 w 6604001"/>
              <a:gd name="connsiteY2689" fmla="*/ 3659379 h 6640493"/>
              <a:gd name="connsiteX2690" fmla="*/ 4749800 w 6604001"/>
              <a:gd name="connsiteY2690" fmla="*/ 3719683 h 6640493"/>
              <a:gd name="connsiteX2691" fmla="*/ 5047824 w 6604001"/>
              <a:gd name="connsiteY2691" fmla="*/ 4262418 h 6640493"/>
              <a:gd name="connsiteX2692" fmla="*/ 5051596 w 6604001"/>
              <a:gd name="connsiteY2692" fmla="*/ 4258649 h 6640493"/>
              <a:gd name="connsiteX2693" fmla="*/ 5059141 w 6604001"/>
              <a:gd name="connsiteY2693" fmla="*/ 4254880 h 6640493"/>
              <a:gd name="connsiteX2694" fmla="*/ 5096866 w 6604001"/>
              <a:gd name="connsiteY2694" fmla="*/ 3131721 h 6640493"/>
              <a:gd name="connsiteX2695" fmla="*/ 5093093 w 6604001"/>
              <a:gd name="connsiteY2695" fmla="*/ 3131721 h 6640493"/>
              <a:gd name="connsiteX2696" fmla="*/ 5089321 w 6604001"/>
              <a:gd name="connsiteY2696" fmla="*/ 3127952 h 6640493"/>
              <a:gd name="connsiteX2697" fmla="*/ 5085548 w 6604001"/>
              <a:gd name="connsiteY2697" fmla="*/ 3124184 h 6640493"/>
              <a:gd name="connsiteX2698" fmla="*/ 6583615 w 6604001"/>
              <a:gd name="connsiteY2698" fmla="*/ 3121492 h 6640493"/>
              <a:gd name="connsiteX2699" fmla="*/ 6585479 w 6604001"/>
              <a:gd name="connsiteY2699" fmla="*/ 3132026 h 6640493"/>
              <a:gd name="connsiteX2700" fmla="*/ 6586712 w 6604001"/>
              <a:gd name="connsiteY2700" fmla="*/ 3140353 h 6640493"/>
              <a:gd name="connsiteX2701" fmla="*/ 6585770 w 6604001"/>
              <a:gd name="connsiteY2701" fmla="*/ 3134376 h 6640493"/>
              <a:gd name="connsiteX2702" fmla="*/ 29715 w 6604001"/>
              <a:gd name="connsiteY2702" fmla="*/ 3118127 h 6640493"/>
              <a:gd name="connsiteX2703" fmla="*/ 36925 w 6604001"/>
              <a:gd name="connsiteY2703" fmla="*/ 3159334 h 6640493"/>
              <a:gd name="connsiteX2704" fmla="*/ 49213 w 6604001"/>
              <a:gd name="connsiteY2704" fmla="*/ 3210140 h 6640493"/>
              <a:gd name="connsiteX2705" fmla="*/ 48518 w 6604001"/>
              <a:gd name="connsiteY2705" fmla="*/ 3210823 h 6640493"/>
              <a:gd name="connsiteX2706" fmla="*/ 42071 w 6604001"/>
              <a:gd name="connsiteY2706" fmla="*/ 3185619 h 6640493"/>
              <a:gd name="connsiteX2707" fmla="*/ 29802 w 6604001"/>
              <a:gd name="connsiteY2707" fmla="*/ 3119940 h 6640493"/>
              <a:gd name="connsiteX2708" fmla="*/ 76028 w 6604001"/>
              <a:gd name="connsiteY2708" fmla="*/ 3117699 h 6640493"/>
              <a:gd name="connsiteX2709" fmla="*/ 95181 w 6604001"/>
              <a:gd name="connsiteY2709" fmla="*/ 3187572 h 6640493"/>
              <a:gd name="connsiteX2710" fmla="*/ 82863 w 6604001"/>
              <a:gd name="connsiteY2710" fmla="*/ 3146423 h 6640493"/>
              <a:gd name="connsiteX2711" fmla="*/ 238061 w 6604001"/>
              <a:gd name="connsiteY2711" fmla="*/ 3116821 h 6640493"/>
              <a:gd name="connsiteX2712" fmla="*/ 239244 w 6604001"/>
              <a:gd name="connsiteY2712" fmla="*/ 3116821 h 6640493"/>
              <a:gd name="connsiteX2713" fmla="*/ 220931 w 6604001"/>
              <a:gd name="connsiteY2713" fmla="*/ 3150190 h 6640493"/>
              <a:gd name="connsiteX2714" fmla="*/ 215513 w 6604001"/>
              <a:gd name="connsiteY2714" fmla="*/ 3158026 h 6640493"/>
              <a:gd name="connsiteX2715" fmla="*/ 214541 w 6604001"/>
              <a:gd name="connsiteY2715" fmla="*/ 3159441 h 6640493"/>
              <a:gd name="connsiteX2716" fmla="*/ 218826 w 6604001"/>
              <a:gd name="connsiteY2716" fmla="*/ 3151145 h 6640493"/>
              <a:gd name="connsiteX2717" fmla="*/ 238741 w 6604001"/>
              <a:gd name="connsiteY2717" fmla="*/ 3115609 h 6640493"/>
              <a:gd name="connsiteX2718" fmla="*/ 238061 w 6604001"/>
              <a:gd name="connsiteY2718" fmla="*/ 3116821 h 6640493"/>
              <a:gd name="connsiteX2719" fmla="*/ 237515 w 6604001"/>
              <a:gd name="connsiteY2719" fmla="*/ 3116821 h 6640493"/>
              <a:gd name="connsiteX2720" fmla="*/ 158765 w 6604001"/>
              <a:gd name="connsiteY2720" fmla="*/ 3110208 h 6640493"/>
              <a:gd name="connsiteX2721" fmla="*/ 157322 w 6604001"/>
              <a:gd name="connsiteY2721" fmla="*/ 3123213 h 6640493"/>
              <a:gd name="connsiteX2722" fmla="*/ 148647 w 6604001"/>
              <a:gd name="connsiteY2722" fmla="*/ 3206916 h 6640493"/>
              <a:gd name="connsiteX2723" fmla="*/ 155203 w 6604001"/>
              <a:gd name="connsiteY2723" fmla="*/ 3140033 h 6640493"/>
              <a:gd name="connsiteX2724" fmla="*/ 157322 w 6604001"/>
              <a:gd name="connsiteY2724" fmla="*/ 3121802 h 6640493"/>
              <a:gd name="connsiteX2725" fmla="*/ 71438 w 6604001"/>
              <a:gd name="connsiteY2725" fmla="*/ 3098413 h 6640493"/>
              <a:gd name="connsiteX2726" fmla="*/ 76028 w 6604001"/>
              <a:gd name="connsiteY2726" fmla="*/ 3117699 h 6640493"/>
              <a:gd name="connsiteX2727" fmla="*/ 71438 w 6604001"/>
              <a:gd name="connsiteY2727" fmla="*/ 3100959 h 6640493"/>
              <a:gd name="connsiteX2728" fmla="*/ 160714 w 6604001"/>
              <a:gd name="connsiteY2728" fmla="*/ 3094548 h 6640493"/>
              <a:gd name="connsiteX2729" fmla="*/ 158765 w 6604001"/>
              <a:gd name="connsiteY2729" fmla="*/ 3110208 h 6640493"/>
              <a:gd name="connsiteX2730" fmla="*/ 159475 w 6604001"/>
              <a:gd name="connsiteY2730" fmla="*/ 3103803 h 6640493"/>
              <a:gd name="connsiteX2731" fmla="*/ 6596063 w 6604001"/>
              <a:gd name="connsiteY2731" fmla="*/ 3090847 h 6640493"/>
              <a:gd name="connsiteX2732" fmla="*/ 6599380 w 6604001"/>
              <a:gd name="connsiteY2732" fmla="*/ 3136315 h 6640493"/>
              <a:gd name="connsiteX2733" fmla="*/ 6599578 w 6604001"/>
              <a:gd name="connsiteY2733" fmla="*/ 3143078 h 6640493"/>
              <a:gd name="connsiteX2734" fmla="*/ 6597585 w 6604001"/>
              <a:gd name="connsiteY2734" fmla="*/ 3075295 h 6640493"/>
              <a:gd name="connsiteX2735" fmla="*/ 6597717 w 6604001"/>
              <a:gd name="connsiteY2735" fmla="*/ 3078833 h 6640493"/>
              <a:gd name="connsiteX2736" fmla="*/ 6604001 w 6604001"/>
              <a:gd name="connsiteY2736" fmla="*/ 3199648 h 6640493"/>
              <a:gd name="connsiteX2737" fmla="*/ 6604001 w 6604001"/>
              <a:gd name="connsiteY2737" fmla="*/ 3199667 h 6640493"/>
              <a:gd name="connsiteX2738" fmla="*/ 6600032 w 6604001"/>
              <a:gd name="connsiteY2738" fmla="*/ 3145258 h 6640493"/>
              <a:gd name="connsiteX2739" fmla="*/ 6599380 w 6604001"/>
              <a:gd name="connsiteY2739" fmla="*/ 3136315 h 6640493"/>
              <a:gd name="connsiteX2740" fmla="*/ 4357050 w 6604001"/>
              <a:gd name="connsiteY2740" fmla="*/ 3071795 h 6640493"/>
              <a:gd name="connsiteX2741" fmla="*/ 4353266 w 6604001"/>
              <a:gd name="connsiteY2741" fmla="*/ 3075560 h 6640493"/>
              <a:gd name="connsiteX2742" fmla="*/ 4349483 w 6604001"/>
              <a:gd name="connsiteY2742" fmla="*/ 3075560 h 6640493"/>
              <a:gd name="connsiteX2743" fmla="*/ 4345700 w 6604001"/>
              <a:gd name="connsiteY2743" fmla="*/ 3079328 h 6640493"/>
              <a:gd name="connsiteX2744" fmla="*/ 4311650 w 6604001"/>
              <a:gd name="connsiteY2744" fmla="*/ 4250714 h 6640493"/>
              <a:gd name="connsiteX2745" fmla="*/ 4315433 w 6604001"/>
              <a:gd name="connsiteY2745" fmla="*/ 4250714 h 6640493"/>
              <a:gd name="connsiteX2746" fmla="*/ 4319217 w 6604001"/>
              <a:gd name="connsiteY2746" fmla="*/ 4250714 h 6640493"/>
              <a:gd name="connsiteX2747" fmla="*/ 4323000 w 6604001"/>
              <a:gd name="connsiteY2747" fmla="*/ 4254480 h 6640493"/>
              <a:gd name="connsiteX2748" fmla="*/ 4712680 w 6604001"/>
              <a:gd name="connsiteY2748" fmla="*/ 3719635 h 6640493"/>
              <a:gd name="connsiteX2749" fmla="*/ 4716463 w 6604001"/>
              <a:gd name="connsiteY2749" fmla="*/ 3659370 h 6640493"/>
              <a:gd name="connsiteX2750" fmla="*/ 4357050 w 6604001"/>
              <a:gd name="connsiteY2750" fmla="*/ 3071795 h 6640493"/>
              <a:gd name="connsiteX2751" fmla="*/ 4327733 w 6604001"/>
              <a:gd name="connsiteY2751" fmla="*/ 3071795 h 6640493"/>
              <a:gd name="connsiteX2752" fmla="*/ 3947118 w 6604001"/>
              <a:gd name="connsiteY2752" fmla="*/ 3617938 h 6640493"/>
              <a:gd name="connsiteX2753" fmla="*/ 3947118 w 6604001"/>
              <a:gd name="connsiteY2753" fmla="*/ 3670670 h 6640493"/>
              <a:gd name="connsiteX2754" fmla="*/ 3947118 w 6604001"/>
              <a:gd name="connsiteY2754" fmla="*/ 3674436 h 6640493"/>
              <a:gd name="connsiteX2755" fmla="*/ 3943350 w 6604001"/>
              <a:gd name="connsiteY2755" fmla="*/ 3678203 h 6640493"/>
              <a:gd name="connsiteX2756" fmla="*/ 4290048 w 6604001"/>
              <a:gd name="connsiteY2756" fmla="*/ 4254480 h 6640493"/>
              <a:gd name="connsiteX2757" fmla="*/ 4293817 w 6604001"/>
              <a:gd name="connsiteY2757" fmla="*/ 4254480 h 6640493"/>
              <a:gd name="connsiteX2758" fmla="*/ 4301354 w 6604001"/>
              <a:gd name="connsiteY2758" fmla="*/ 4250714 h 6640493"/>
              <a:gd name="connsiteX2759" fmla="*/ 4339038 w 6604001"/>
              <a:gd name="connsiteY2759" fmla="*/ 3079328 h 6640493"/>
              <a:gd name="connsiteX2760" fmla="*/ 4335270 w 6604001"/>
              <a:gd name="connsiteY2760" fmla="*/ 3075560 h 6640493"/>
              <a:gd name="connsiteX2761" fmla="*/ 4331501 w 6604001"/>
              <a:gd name="connsiteY2761" fmla="*/ 3075560 h 6640493"/>
              <a:gd name="connsiteX2762" fmla="*/ 4327733 w 6604001"/>
              <a:gd name="connsiteY2762" fmla="*/ 3071795 h 6640493"/>
              <a:gd name="connsiteX2763" fmla="*/ 1225697 w 6604001"/>
              <a:gd name="connsiteY2763" fmla="*/ 3067036 h 6640493"/>
              <a:gd name="connsiteX2764" fmla="*/ 957263 w 6604001"/>
              <a:gd name="connsiteY2764" fmla="*/ 3372250 h 6640493"/>
              <a:gd name="connsiteX2765" fmla="*/ 957263 w 6604001"/>
              <a:gd name="connsiteY2765" fmla="*/ 3398627 h 6640493"/>
              <a:gd name="connsiteX2766" fmla="*/ 1214355 w 6604001"/>
              <a:gd name="connsiteY2766" fmla="*/ 3752831 h 6640493"/>
              <a:gd name="connsiteX2767" fmla="*/ 1218136 w 6604001"/>
              <a:gd name="connsiteY2767" fmla="*/ 3752831 h 6640493"/>
              <a:gd name="connsiteX2768" fmla="*/ 1218136 w 6604001"/>
              <a:gd name="connsiteY2768" fmla="*/ 3749063 h 6640493"/>
              <a:gd name="connsiteX2769" fmla="*/ 1221917 w 6604001"/>
              <a:gd name="connsiteY2769" fmla="*/ 3749063 h 6640493"/>
              <a:gd name="connsiteX2770" fmla="*/ 1237040 w 6604001"/>
              <a:gd name="connsiteY2770" fmla="*/ 3070804 h 6640493"/>
              <a:gd name="connsiteX2771" fmla="*/ 1233259 w 6604001"/>
              <a:gd name="connsiteY2771" fmla="*/ 3070804 h 6640493"/>
              <a:gd name="connsiteX2772" fmla="*/ 1229478 w 6604001"/>
              <a:gd name="connsiteY2772" fmla="*/ 3070804 h 6640493"/>
              <a:gd name="connsiteX2773" fmla="*/ 1229478 w 6604001"/>
              <a:gd name="connsiteY2773" fmla="*/ 3067036 h 6640493"/>
              <a:gd name="connsiteX2774" fmla="*/ 1225697 w 6604001"/>
              <a:gd name="connsiteY2774" fmla="*/ 3067036 h 6640493"/>
              <a:gd name="connsiteX2775" fmla="*/ 1252258 w 6604001"/>
              <a:gd name="connsiteY2775" fmla="*/ 3063861 h 6640493"/>
              <a:gd name="connsiteX2776" fmla="*/ 1248504 w 6604001"/>
              <a:gd name="connsiteY2776" fmla="*/ 3067630 h 6640493"/>
              <a:gd name="connsiteX2777" fmla="*/ 1244750 w 6604001"/>
              <a:gd name="connsiteY2777" fmla="*/ 3067630 h 6640493"/>
              <a:gd name="connsiteX2778" fmla="*/ 1233488 w 6604001"/>
              <a:gd name="connsiteY2778" fmla="*/ 3753823 h 6640493"/>
              <a:gd name="connsiteX2779" fmla="*/ 1237242 w 6604001"/>
              <a:gd name="connsiteY2779" fmla="*/ 3753823 h 6640493"/>
              <a:gd name="connsiteX2780" fmla="*/ 1237242 w 6604001"/>
              <a:gd name="connsiteY2780" fmla="*/ 3757593 h 6640493"/>
              <a:gd name="connsiteX2781" fmla="*/ 1240996 w 6604001"/>
              <a:gd name="connsiteY2781" fmla="*/ 3757593 h 6640493"/>
              <a:gd name="connsiteX2782" fmla="*/ 1552576 w 6604001"/>
              <a:gd name="connsiteY2782" fmla="*/ 3467279 h 6640493"/>
              <a:gd name="connsiteX2783" fmla="*/ 1552576 w 6604001"/>
              <a:gd name="connsiteY2783" fmla="*/ 3425806 h 6640493"/>
              <a:gd name="connsiteX2784" fmla="*/ 1252258 w 6604001"/>
              <a:gd name="connsiteY2784" fmla="*/ 3063861 h 6640493"/>
              <a:gd name="connsiteX2785" fmla="*/ 199597 w 6604001"/>
              <a:gd name="connsiteY2785" fmla="*/ 3056134 h 6640493"/>
              <a:gd name="connsiteX2786" fmla="*/ 194786 w 6604001"/>
              <a:gd name="connsiteY2786" fmla="*/ 3073330 h 6640493"/>
              <a:gd name="connsiteX2787" fmla="*/ 175608 w 6604001"/>
              <a:gd name="connsiteY2787" fmla="*/ 3148787 h 6640493"/>
              <a:gd name="connsiteX2788" fmla="*/ 173968 w 6604001"/>
              <a:gd name="connsiteY2788" fmla="*/ 3155483 h 6640493"/>
              <a:gd name="connsiteX2789" fmla="*/ 173743 w 6604001"/>
              <a:gd name="connsiteY2789" fmla="*/ 3156333 h 6640493"/>
              <a:gd name="connsiteX2790" fmla="*/ 155497 w 6604001"/>
              <a:gd name="connsiteY2790" fmla="*/ 3227664 h 6640493"/>
              <a:gd name="connsiteX2791" fmla="*/ 144690 w 6604001"/>
              <a:gd name="connsiteY2791" fmla="*/ 3273078 h 6640493"/>
              <a:gd name="connsiteX2792" fmla="*/ 145819 w 6604001"/>
              <a:gd name="connsiteY2792" fmla="*/ 3241957 h 6640493"/>
              <a:gd name="connsiteX2793" fmla="*/ 193176 w 6604001"/>
              <a:gd name="connsiteY2793" fmla="*/ 3076658 h 6640493"/>
              <a:gd name="connsiteX2794" fmla="*/ 51253 w 6604001"/>
              <a:gd name="connsiteY2794" fmla="*/ 3034750 h 6640493"/>
              <a:gd name="connsiteX2795" fmla="*/ 52316 w 6604001"/>
              <a:gd name="connsiteY2795" fmla="*/ 3037523 h 6640493"/>
              <a:gd name="connsiteX2796" fmla="*/ 64634 w 6604001"/>
              <a:gd name="connsiteY2796" fmla="*/ 3069512 h 6640493"/>
              <a:gd name="connsiteX2797" fmla="*/ 64634 w 6604001"/>
              <a:gd name="connsiteY2797" fmla="*/ 3071196 h 6640493"/>
              <a:gd name="connsiteX2798" fmla="*/ 64634 w 6604001"/>
              <a:gd name="connsiteY2798" fmla="*/ 3074969 h 6640493"/>
              <a:gd name="connsiteX2799" fmla="*/ 444828 w 6604001"/>
              <a:gd name="connsiteY2799" fmla="*/ 3033698 h 6640493"/>
              <a:gd name="connsiteX2800" fmla="*/ 433482 w 6604001"/>
              <a:gd name="connsiteY2800" fmla="*/ 3044994 h 6640493"/>
              <a:gd name="connsiteX2801" fmla="*/ 274638 w 6604001"/>
              <a:gd name="connsiteY2801" fmla="*/ 3240789 h 6640493"/>
              <a:gd name="connsiteX2802" fmla="*/ 274638 w 6604001"/>
              <a:gd name="connsiteY2802" fmla="*/ 3244554 h 6640493"/>
              <a:gd name="connsiteX2803" fmla="*/ 274638 w 6604001"/>
              <a:gd name="connsiteY2803" fmla="*/ 3248319 h 6640493"/>
              <a:gd name="connsiteX2804" fmla="*/ 444828 w 6604001"/>
              <a:gd name="connsiteY2804" fmla="*/ 3327380 h 6640493"/>
              <a:gd name="connsiteX2805" fmla="*/ 456174 w 6604001"/>
              <a:gd name="connsiteY2805" fmla="*/ 3327380 h 6640493"/>
              <a:gd name="connsiteX2806" fmla="*/ 660401 w 6604001"/>
              <a:gd name="connsiteY2806" fmla="*/ 3139127 h 6640493"/>
              <a:gd name="connsiteX2807" fmla="*/ 660401 w 6604001"/>
              <a:gd name="connsiteY2807" fmla="*/ 3135362 h 6640493"/>
              <a:gd name="connsiteX2808" fmla="*/ 660401 w 6604001"/>
              <a:gd name="connsiteY2808" fmla="*/ 3131597 h 6640493"/>
              <a:gd name="connsiteX2809" fmla="*/ 660401 w 6604001"/>
              <a:gd name="connsiteY2809" fmla="*/ 3127831 h 6640493"/>
              <a:gd name="connsiteX2810" fmla="*/ 660401 w 6604001"/>
              <a:gd name="connsiteY2810" fmla="*/ 3124066 h 6640493"/>
              <a:gd name="connsiteX2811" fmla="*/ 444828 w 6604001"/>
              <a:gd name="connsiteY2811" fmla="*/ 3033698 h 6640493"/>
              <a:gd name="connsiteX2812" fmla="*/ 425451 w 6604001"/>
              <a:gd name="connsiteY2812" fmla="*/ 3030528 h 6640493"/>
              <a:gd name="connsiteX2813" fmla="*/ 256175 w 6604001"/>
              <a:gd name="connsiteY2813" fmla="*/ 3097879 h 6640493"/>
              <a:gd name="connsiteX2814" fmla="*/ 252413 w 6604001"/>
              <a:gd name="connsiteY2814" fmla="*/ 3097879 h 6640493"/>
              <a:gd name="connsiteX2815" fmla="*/ 252413 w 6604001"/>
              <a:gd name="connsiteY2815" fmla="*/ 3105363 h 6640493"/>
              <a:gd name="connsiteX2816" fmla="*/ 256175 w 6604001"/>
              <a:gd name="connsiteY2816" fmla="*/ 3139042 h 6640493"/>
              <a:gd name="connsiteX2817" fmla="*/ 267460 w 6604001"/>
              <a:gd name="connsiteY2817" fmla="*/ 3240077 h 6640493"/>
              <a:gd name="connsiteX2818" fmla="*/ 271222 w 6604001"/>
              <a:gd name="connsiteY2818" fmla="*/ 3240077 h 6640493"/>
              <a:gd name="connsiteX2819" fmla="*/ 425451 w 6604001"/>
              <a:gd name="connsiteY2819" fmla="*/ 3045490 h 6640493"/>
              <a:gd name="connsiteX2820" fmla="*/ 425451 w 6604001"/>
              <a:gd name="connsiteY2820" fmla="*/ 3030528 h 6640493"/>
              <a:gd name="connsiteX2821" fmla="*/ 3520678 w 6604001"/>
              <a:gd name="connsiteY2821" fmla="*/ 3030523 h 6640493"/>
              <a:gd name="connsiteX2822" fmla="*/ 3520678 w 6604001"/>
              <a:gd name="connsiteY2822" fmla="*/ 3034292 h 6640493"/>
              <a:gd name="connsiteX2823" fmla="*/ 3516908 w 6604001"/>
              <a:gd name="connsiteY2823" fmla="*/ 3034292 h 6640493"/>
              <a:gd name="connsiteX2824" fmla="*/ 3513138 w 6604001"/>
              <a:gd name="connsiteY2824" fmla="*/ 3038056 h 6640493"/>
              <a:gd name="connsiteX2825" fmla="*/ 3482975 w 6604001"/>
              <a:gd name="connsiteY2825" fmla="*/ 4183445 h 6640493"/>
              <a:gd name="connsiteX2826" fmla="*/ 3486745 w 6604001"/>
              <a:gd name="connsiteY2826" fmla="*/ 4187212 h 6640493"/>
              <a:gd name="connsiteX2827" fmla="*/ 3490516 w 6604001"/>
              <a:gd name="connsiteY2827" fmla="*/ 4187212 h 6640493"/>
              <a:gd name="connsiteX2828" fmla="*/ 3494286 w 6604001"/>
              <a:gd name="connsiteY2828" fmla="*/ 4190980 h 6640493"/>
              <a:gd name="connsiteX2829" fmla="*/ 3901480 w 6604001"/>
              <a:gd name="connsiteY2829" fmla="*/ 3678568 h 6640493"/>
              <a:gd name="connsiteX2830" fmla="*/ 3901480 w 6604001"/>
              <a:gd name="connsiteY2830" fmla="*/ 3622052 h 6640493"/>
              <a:gd name="connsiteX2831" fmla="*/ 3905250 w 6604001"/>
              <a:gd name="connsiteY2831" fmla="*/ 3618285 h 6640493"/>
              <a:gd name="connsiteX2832" fmla="*/ 3524448 w 6604001"/>
              <a:gd name="connsiteY2832" fmla="*/ 3030523 h 6640493"/>
              <a:gd name="connsiteX2833" fmla="*/ 3520678 w 6604001"/>
              <a:gd name="connsiteY2833" fmla="*/ 3030523 h 6640493"/>
              <a:gd name="connsiteX2834" fmla="*/ 3490494 w 6604001"/>
              <a:gd name="connsiteY2834" fmla="*/ 3030523 h 6640493"/>
              <a:gd name="connsiteX2835" fmla="*/ 3113088 w 6604001"/>
              <a:gd name="connsiteY2835" fmla="*/ 3557547 h 6640493"/>
              <a:gd name="connsiteX2836" fmla="*/ 3113088 w 6604001"/>
              <a:gd name="connsiteY2836" fmla="*/ 3614015 h 6640493"/>
              <a:gd name="connsiteX2837" fmla="*/ 3460301 w 6604001"/>
              <a:gd name="connsiteY2837" fmla="*/ 4186218 h 6640493"/>
              <a:gd name="connsiteX2838" fmla="*/ 3464075 w 6604001"/>
              <a:gd name="connsiteY2838" fmla="*/ 4186218 h 6640493"/>
              <a:gd name="connsiteX2839" fmla="*/ 3467849 w 6604001"/>
              <a:gd name="connsiteY2839" fmla="*/ 4182454 h 6640493"/>
              <a:gd name="connsiteX2840" fmla="*/ 3501816 w 6604001"/>
              <a:gd name="connsiteY2840" fmla="*/ 3038051 h 6640493"/>
              <a:gd name="connsiteX2841" fmla="*/ 3498042 w 6604001"/>
              <a:gd name="connsiteY2841" fmla="*/ 3034287 h 6640493"/>
              <a:gd name="connsiteX2842" fmla="*/ 3494268 w 6604001"/>
              <a:gd name="connsiteY2842" fmla="*/ 3034287 h 6640493"/>
              <a:gd name="connsiteX2843" fmla="*/ 3490494 w 6604001"/>
              <a:gd name="connsiteY2843" fmla="*/ 3030523 h 6640493"/>
              <a:gd name="connsiteX2844" fmla="*/ 1934553 w 6604001"/>
              <a:gd name="connsiteY2844" fmla="*/ 3022590 h 6640493"/>
              <a:gd name="connsiteX2845" fmla="*/ 1934553 w 6604001"/>
              <a:gd name="connsiteY2845" fmla="*/ 3026354 h 6640493"/>
              <a:gd name="connsiteX2846" fmla="*/ 1930785 w 6604001"/>
              <a:gd name="connsiteY2846" fmla="*/ 3026354 h 6640493"/>
              <a:gd name="connsiteX2847" fmla="*/ 1927017 w 6604001"/>
              <a:gd name="connsiteY2847" fmla="*/ 3030122 h 6640493"/>
              <a:gd name="connsiteX2848" fmla="*/ 1908175 w 6604001"/>
              <a:gd name="connsiteY2848" fmla="*/ 3923096 h 6640493"/>
              <a:gd name="connsiteX2849" fmla="*/ 1915712 w 6604001"/>
              <a:gd name="connsiteY2849" fmla="*/ 3923096 h 6640493"/>
              <a:gd name="connsiteX2850" fmla="*/ 1915712 w 6604001"/>
              <a:gd name="connsiteY2850" fmla="*/ 3926863 h 6640493"/>
              <a:gd name="connsiteX2851" fmla="*/ 1919480 w 6604001"/>
              <a:gd name="connsiteY2851" fmla="*/ 3930631 h 6640493"/>
              <a:gd name="connsiteX2852" fmla="*/ 2281238 w 6604001"/>
              <a:gd name="connsiteY2852" fmla="*/ 3542543 h 6640493"/>
              <a:gd name="connsiteX2853" fmla="*/ 2277470 w 6604001"/>
              <a:gd name="connsiteY2853" fmla="*/ 3535008 h 6640493"/>
              <a:gd name="connsiteX2854" fmla="*/ 2281238 w 6604001"/>
              <a:gd name="connsiteY2854" fmla="*/ 3489794 h 6640493"/>
              <a:gd name="connsiteX2855" fmla="*/ 1934553 w 6604001"/>
              <a:gd name="connsiteY2855" fmla="*/ 3022590 h 6640493"/>
              <a:gd name="connsiteX2856" fmla="*/ 212575 w 6604001"/>
              <a:gd name="connsiteY2856" fmla="*/ 3013553 h 6640493"/>
              <a:gd name="connsiteX2857" fmla="*/ 211319 w 6604001"/>
              <a:gd name="connsiteY2857" fmla="*/ 3018581 h 6640493"/>
              <a:gd name="connsiteX2858" fmla="*/ 211319 w 6604001"/>
              <a:gd name="connsiteY2858" fmla="*/ 3017637 h 6640493"/>
              <a:gd name="connsiteX2859" fmla="*/ 211319 w 6604001"/>
              <a:gd name="connsiteY2859" fmla="*/ 3015645 h 6640493"/>
              <a:gd name="connsiteX2860" fmla="*/ 211593 w 6604001"/>
              <a:gd name="connsiteY2860" fmla="*/ 3014537 h 6640493"/>
              <a:gd name="connsiteX2861" fmla="*/ 2702504 w 6604001"/>
              <a:gd name="connsiteY2861" fmla="*/ 3011477 h 6640493"/>
              <a:gd name="connsiteX2862" fmla="*/ 2702504 w 6604001"/>
              <a:gd name="connsiteY2862" fmla="*/ 3015246 h 6640493"/>
              <a:gd name="connsiteX2863" fmla="*/ 2698736 w 6604001"/>
              <a:gd name="connsiteY2863" fmla="*/ 3019015 h 6640493"/>
              <a:gd name="connsiteX2864" fmla="*/ 2694967 w 6604001"/>
              <a:gd name="connsiteY2864" fmla="*/ 3019015 h 6640493"/>
              <a:gd name="connsiteX2865" fmla="*/ 2668588 w 6604001"/>
              <a:gd name="connsiteY2865" fmla="*/ 4070729 h 6640493"/>
              <a:gd name="connsiteX2866" fmla="*/ 2676125 w 6604001"/>
              <a:gd name="connsiteY2866" fmla="*/ 4074499 h 6640493"/>
              <a:gd name="connsiteX2867" fmla="*/ 2679894 w 6604001"/>
              <a:gd name="connsiteY2867" fmla="*/ 4078268 h 6640493"/>
              <a:gd name="connsiteX2868" fmla="*/ 3071813 w 6604001"/>
              <a:gd name="connsiteY2868" fmla="*/ 3614606 h 6640493"/>
              <a:gd name="connsiteX2869" fmla="*/ 3071813 w 6604001"/>
              <a:gd name="connsiteY2869" fmla="*/ 3558062 h 6640493"/>
              <a:gd name="connsiteX2870" fmla="*/ 2702504 w 6604001"/>
              <a:gd name="connsiteY2870" fmla="*/ 3011477 h 6640493"/>
              <a:gd name="connsiteX2871" fmla="*/ 2671972 w 6604001"/>
              <a:gd name="connsiteY2871" fmla="*/ 3011477 h 6640493"/>
              <a:gd name="connsiteX2872" fmla="*/ 2317750 w 6604001"/>
              <a:gd name="connsiteY2872" fmla="*/ 3489761 h 6640493"/>
              <a:gd name="connsiteX2873" fmla="*/ 2317750 w 6604001"/>
              <a:gd name="connsiteY2873" fmla="*/ 3493527 h 6640493"/>
              <a:gd name="connsiteX2874" fmla="*/ 2317750 w 6604001"/>
              <a:gd name="connsiteY2874" fmla="*/ 3497294 h 6640493"/>
              <a:gd name="connsiteX2875" fmla="*/ 2317750 w 6604001"/>
              <a:gd name="connsiteY2875" fmla="*/ 3542487 h 6640493"/>
              <a:gd name="connsiteX2876" fmla="*/ 2645593 w 6604001"/>
              <a:gd name="connsiteY2876" fmla="*/ 4073505 h 6640493"/>
              <a:gd name="connsiteX2877" fmla="*/ 2649362 w 6604001"/>
              <a:gd name="connsiteY2877" fmla="*/ 4073505 h 6640493"/>
              <a:gd name="connsiteX2878" fmla="*/ 2649362 w 6604001"/>
              <a:gd name="connsiteY2878" fmla="*/ 4069739 h 6640493"/>
              <a:gd name="connsiteX2879" fmla="*/ 2656898 w 6604001"/>
              <a:gd name="connsiteY2879" fmla="*/ 4069739 h 6640493"/>
              <a:gd name="connsiteX2880" fmla="*/ 2683277 w 6604001"/>
              <a:gd name="connsiteY2880" fmla="*/ 3019005 h 6640493"/>
              <a:gd name="connsiteX2881" fmla="*/ 2679508 w 6604001"/>
              <a:gd name="connsiteY2881" fmla="*/ 3019005 h 6640493"/>
              <a:gd name="connsiteX2882" fmla="*/ 2675740 w 6604001"/>
              <a:gd name="connsiteY2882" fmla="*/ 3015241 h 6640493"/>
              <a:gd name="connsiteX2883" fmla="*/ 2671972 w 6604001"/>
              <a:gd name="connsiteY2883" fmla="*/ 3011477 h 6640493"/>
              <a:gd name="connsiteX2884" fmla="*/ 215088 w 6604001"/>
              <a:gd name="connsiteY2884" fmla="*/ 3011043 h 6640493"/>
              <a:gd name="connsiteX2885" fmla="*/ 176452 w 6604001"/>
              <a:gd name="connsiteY2885" fmla="*/ 3152838 h 6640493"/>
              <a:gd name="connsiteX2886" fmla="*/ 143970 w 6604001"/>
              <a:gd name="connsiteY2886" fmla="*/ 3295271 h 6640493"/>
              <a:gd name="connsiteX2887" fmla="*/ 143970 w 6604001"/>
              <a:gd name="connsiteY2887" fmla="*/ 3292902 h 6640493"/>
              <a:gd name="connsiteX2888" fmla="*/ 144648 w 6604001"/>
              <a:gd name="connsiteY2888" fmla="*/ 3274230 h 6640493"/>
              <a:gd name="connsiteX2889" fmla="*/ 157130 w 6604001"/>
              <a:gd name="connsiteY2889" fmla="*/ 3224245 h 6640493"/>
              <a:gd name="connsiteX2890" fmla="*/ 173968 w 6604001"/>
              <a:gd name="connsiteY2890" fmla="*/ 3155483 h 6640493"/>
              <a:gd name="connsiteX2891" fmla="*/ 192687 w 6604001"/>
              <a:gd name="connsiteY2891" fmla="*/ 3085002 h 6640493"/>
              <a:gd name="connsiteX2892" fmla="*/ 205916 w 6604001"/>
              <a:gd name="connsiteY2892" fmla="*/ 3035934 h 6640493"/>
              <a:gd name="connsiteX2893" fmla="*/ 213072 w 6604001"/>
              <a:gd name="connsiteY2893" fmla="*/ 3013057 h 6640493"/>
              <a:gd name="connsiteX2894" fmla="*/ 214313 w 6604001"/>
              <a:gd name="connsiteY2894" fmla="*/ 3003531 h 6640493"/>
              <a:gd name="connsiteX2895" fmla="*/ 211593 w 6604001"/>
              <a:gd name="connsiteY2895" fmla="*/ 3014537 h 6640493"/>
              <a:gd name="connsiteX2896" fmla="*/ 211319 w 6604001"/>
              <a:gd name="connsiteY2896" fmla="*/ 3014812 h 6640493"/>
              <a:gd name="connsiteX2897" fmla="*/ 211319 w 6604001"/>
              <a:gd name="connsiteY2897" fmla="*/ 3015645 h 6640493"/>
              <a:gd name="connsiteX2898" fmla="*/ 210583 w 6604001"/>
              <a:gd name="connsiteY2898" fmla="*/ 3018623 h 6640493"/>
              <a:gd name="connsiteX2899" fmla="*/ 205916 w 6604001"/>
              <a:gd name="connsiteY2899" fmla="*/ 3035934 h 6640493"/>
              <a:gd name="connsiteX2900" fmla="*/ 199597 w 6604001"/>
              <a:gd name="connsiteY2900" fmla="*/ 3056134 h 6640493"/>
              <a:gd name="connsiteX2901" fmla="*/ 217306 w 6604001"/>
              <a:gd name="connsiteY2901" fmla="*/ 2992945 h 6640493"/>
              <a:gd name="connsiteX2902" fmla="*/ 214794 w 6604001"/>
              <a:gd name="connsiteY2902" fmla="*/ 2999228 h 6640493"/>
              <a:gd name="connsiteX2903" fmla="*/ 214794 w 6604001"/>
              <a:gd name="connsiteY2903" fmla="*/ 2995459 h 6640493"/>
              <a:gd name="connsiteX2904" fmla="*/ 15491 w 6604001"/>
              <a:gd name="connsiteY2904" fmla="*/ 2991427 h 6640493"/>
              <a:gd name="connsiteX2905" fmla="*/ 15073 w 6604001"/>
              <a:gd name="connsiteY2905" fmla="*/ 2995459 h 6640493"/>
              <a:gd name="connsiteX2906" fmla="*/ 3769 w 6604001"/>
              <a:gd name="connsiteY2906" fmla="*/ 3146240 h 6640493"/>
              <a:gd name="connsiteX2907" fmla="*/ 3769 w 6604001"/>
              <a:gd name="connsiteY2907" fmla="*/ 3199017 h 6640493"/>
              <a:gd name="connsiteX2908" fmla="*/ 3769 w 6604001"/>
              <a:gd name="connsiteY2908" fmla="*/ 3237186 h 6640493"/>
              <a:gd name="connsiteX2909" fmla="*/ 3769 w 6604001"/>
              <a:gd name="connsiteY2909" fmla="*/ 3257565 h 6640493"/>
              <a:gd name="connsiteX2910" fmla="*/ 3175 w 6604001"/>
              <a:gd name="connsiteY2910" fmla="*/ 3259119 h 6640493"/>
              <a:gd name="connsiteX2911" fmla="*/ 3175 w 6604001"/>
              <a:gd name="connsiteY2911" fmla="*/ 3191301 h 6640493"/>
              <a:gd name="connsiteX2912" fmla="*/ 3175 w 6604001"/>
              <a:gd name="connsiteY2912" fmla="*/ 3146089 h 6640493"/>
              <a:gd name="connsiteX2913" fmla="*/ 14685 w 6604001"/>
              <a:gd name="connsiteY2913" fmla="*/ 2995384 h 6640493"/>
              <a:gd name="connsiteX2914" fmla="*/ 15164 w 6604001"/>
              <a:gd name="connsiteY2914" fmla="*/ 2993027 h 6640493"/>
              <a:gd name="connsiteX2915" fmla="*/ 218131 w 6604001"/>
              <a:gd name="connsiteY2915" fmla="*/ 2990884 h 6640493"/>
              <a:gd name="connsiteX2916" fmla="*/ 218417 w 6604001"/>
              <a:gd name="connsiteY2916" fmla="*/ 2991417 h 6640493"/>
              <a:gd name="connsiteX2917" fmla="*/ 218140 w 6604001"/>
              <a:gd name="connsiteY2917" fmla="*/ 2992111 h 6640493"/>
              <a:gd name="connsiteX2918" fmla="*/ 217306 w 6604001"/>
              <a:gd name="connsiteY2918" fmla="*/ 2992945 h 6640493"/>
              <a:gd name="connsiteX2919" fmla="*/ 227598 w 6604001"/>
              <a:gd name="connsiteY2919" fmla="*/ 2962631 h 6640493"/>
              <a:gd name="connsiteX2920" fmla="*/ 227061 w 6604001"/>
              <a:gd name="connsiteY2920" fmla="*/ 2964938 h 6640493"/>
              <a:gd name="connsiteX2921" fmla="*/ 226868 w 6604001"/>
              <a:gd name="connsiteY2921" fmla="*/ 2965353 h 6640493"/>
              <a:gd name="connsiteX2922" fmla="*/ 226779 w 6604001"/>
              <a:gd name="connsiteY2922" fmla="*/ 2966150 h 6640493"/>
              <a:gd name="connsiteX2923" fmla="*/ 226099 w 6604001"/>
              <a:gd name="connsiteY2923" fmla="*/ 2969074 h 6640493"/>
              <a:gd name="connsiteX2924" fmla="*/ 226570 w 6604001"/>
              <a:gd name="connsiteY2924" fmla="*/ 2964834 h 6640493"/>
              <a:gd name="connsiteX2925" fmla="*/ 230166 w 6604001"/>
              <a:gd name="connsiteY2925" fmla="*/ 2958287 h 6640493"/>
              <a:gd name="connsiteX2926" fmla="*/ 226397 w 6604001"/>
              <a:gd name="connsiteY2926" fmla="*/ 2969593 h 6640493"/>
              <a:gd name="connsiteX2927" fmla="*/ 226779 w 6604001"/>
              <a:gd name="connsiteY2927" fmla="*/ 2966150 h 6640493"/>
              <a:gd name="connsiteX2928" fmla="*/ 227061 w 6604001"/>
              <a:gd name="connsiteY2928" fmla="*/ 2964938 h 6640493"/>
              <a:gd name="connsiteX2929" fmla="*/ 6583951 w 6604001"/>
              <a:gd name="connsiteY2929" fmla="*/ 2947486 h 6640493"/>
              <a:gd name="connsiteX2930" fmla="*/ 6581667 w 6604001"/>
              <a:gd name="connsiteY2930" fmla="*/ 2959499 h 6640493"/>
              <a:gd name="connsiteX2931" fmla="*/ 6578810 w 6604001"/>
              <a:gd name="connsiteY2931" fmla="*/ 2972470 h 6640493"/>
              <a:gd name="connsiteX2932" fmla="*/ 6585480 w 6604001"/>
              <a:gd name="connsiteY2932" fmla="*/ 2940052 h 6640493"/>
              <a:gd name="connsiteX2933" fmla="*/ 6596593 w 6604001"/>
              <a:gd name="connsiteY2933" fmla="*/ 3041551 h 6640493"/>
              <a:gd name="connsiteX2934" fmla="*/ 6597585 w 6604001"/>
              <a:gd name="connsiteY2934" fmla="*/ 3075295 h 6640493"/>
              <a:gd name="connsiteX2935" fmla="*/ 6596466 w 6604001"/>
              <a:gd name="connsiteY2935" fmla="*/ 3045150 h 6640493"/>
              <a:gd name="connsiteX2936" fmla="*/ 6588459 w 6604001"/>
              <a:gd name="connsiteY2936" fmla="*/ 2977805 h 6640493"/>
              <a:gd name="connsiteX2937" fmla="*/ 6584914 w 6604001"/>
              <a:gd name="connsiteY2937" fmla="*/ 2942802 h 6640493"/>
              <a:gd name="connsiteX2938" fmla="*/ 6584629 w 6604001"/>
              <a:gd name="connsiteY2938" fmla="*/ 2939996 h 6640493"/>
              <a:gd name="connsiteX2939" fmla="*/ 6584914 w 6604001"/>
              <a:gd name="connsiteY2939" fmla="*/ 2942802 h 6640493"/>
              <a:gd name="connsiteX2940" fmla="*/ 6583951 w 6604001"/>
              <a:gd name="connsiteY2940" fmla="*/ 2947486 h 6640493"/>
              <a:gd name="connsiteX2941" fmla="*/ 6584188 w 6604001"/>
              <a:gd name="connsiteY2941" fmla="*/ 2946241 h 6640493"/>
              <a:gd name="connsiteX2942" fmla="*/ 180879 w 6604001"/>
              <a:gd name="connsiteY2942" fmla="*/ 2935553 h 6640493"/>
              <a:gd name="connsiteX2943" fmla="*/ 180879 w 6604001"/>
              <a:gd name="connsiteY2943" fmla="*/ 2941750 h 6640493"/>
              <a:gd name="connsiteX2944" fmla="*/ 180879 w 6604001"/>
              <a:gd name="connsiteY2944" fmla="*/ 2942694 h 6640493"/>
              <a:gd name="connsiteX2945" fmla="*/ 180879 w 6604001"/>
              <a:gd name="connsiteY2945" fmla="*/ 2950231 h 6640493"/>
              <a:gd name="connsiteX2946" fmla="*/ 169103 w 6604001"/>
              <a:gd name="connsiteY2946" fmla="*/ 3031858 h 6640493"/>
              <a:gd name="connsiteX2947" fmla="*/ 160714 w 6604001"/>
              <a:gd name="connsiteY2947" fmla="*/ 3094548 h 6640493"/>
              <a:gd name="connsiteX2948" fmla="*/ 168097 w 6604001"/>
              <a:gd name="connsiteY2948" fmla="*/ 3035236 h 6640493"/>
              <a:gd name="connsiteX2949" fmla="*/ 177800 w 6604001"/>
              <a:gd name="connsiteY2949" fmla="*/ 2954320 h 6640493"/>
              <a:gd name="connsiteX2950" fmla="*/ 167025 w 6604001"/>
              <a:gd name="connsiteY2950" fmla="*/ 3035768 h 6640493"/>
              <a:gd name="connsiteX2951" fmla="*/ 159475 w 6604001"/>
              <a:gd name="connsiteY2951" fmla="*/ 3103803 h 6640493"/>
              <a:gd name="connsiteX2952" fmla="*/ 157327 w 6604001"/>
              <a:gd name="connsiteY2952" fmla="*/ 3119855 h 6640493"/>
              <a:gd name="connsiteX2953" fmla="*/ 156451 w 6604001"/>
              <a:gd name="connsiteY2953" fmla="*/ 3127297 h 6640493"/>
              <a:gd name="connsiteX2954" fmla="*/ 157361 w 6604001"/>
              <a:gd name="connsiteY2954" fmla="*/ 3118013 h 6640493"/>
              <a:gd name="connsiteX2955" fmla="*/ 177271 w 6604001"/>
              <a:gd name="connsiteY2955" fmla="*/ 2946745 h 6640493"/>
              <a:gd name="connsiteX2956" fmla="*/ 177271 w 6604001"/>
              <a:gd name="connsiteY2956" fmla="*/ 2942982 h 6640493"/>
              <a:gd name="connsiteX2957" fmla="*/ 177271 w 6604001"/>
              <a:gd name="connsiteY2957" fmla="*/ 2939218 h 6640493"/>
              <a:gd name="connsiteX2958" fmla="*/ 180879 w 6604001"/>
              <a:gd name="connsiteY2958" fmla="*/ 2935407 h 6640493"/>
              <a:gd name="connsiteX2959" fmla="*/ 180975 w 6604001"/>
              <a:gd name="connsiteY2959" fmla="*/ 2935454 h 6640493"/>
              <a:gd name="connsiteX2960" fmla="*/ 180879 w 6604001"/>
              <a:gd name="connsiteY2960" fmla="*/ 2935553 h 6640493"/>
              <a:gd name="connsiteX2961" fmla="*/ 6583065 w 6604001"/>
              <a:gd name="connsiteY2961" fmla="*/ 2924087 h 6640493"/>
              <a:gd name="connsiteX2962" fmla="*/ 6584950 w 6604001"/>
              <a:gd name="connsiteY2962" fmla="*/ 2935458 h 6640493"/>
              <a:gd name="connsiteX2963" fmla="*/ 6584629 w 6604001"/>
              <a:gd name="connsiteY2963" fmla="*/ 2939996 h 6640493"/>
              <a:gd name="connsiteX2964" fmla="*/ 6584279 w 6604001"/>
              <a:gd name="connsiteY2964" fmla="*/ 2936539 h 6640493"/>
              <a:gd name="connsiteX2965" fmla="*/ 6351884 w 6604001"/>
              <a:gd name="connsiteY2965" fmla="*/ 2874966 h 6640493"/>
              <a:gd name="connsiteX2966" fmla="*/ 6208713 w 6604001"/>
              <a:gd name="connsiteY2966" fmla="*/ 3203323 h 6640493"/>
              <a:gd name="connsiteX2967" fmla="*/ 6208713 w 6604001"/>
              <a:gd name="connsiteY2967" fmla="*/ 3207097 h 6640493"/>
              <a:gd name="connsiteX2968" fmla="*/ 6208713 w 6604001"/>
              <a:gd name="connsiteY2968" fmla="*/ 3210870 h 6640493"/>
              <a:gd name="connsiteX2969" fmla="*/ 6208713 w 6604001"/>
              <a:gd name="connsiteY2969" fmla="*/ 3214643 h 6640493"/>
              <a:gd name="connsiteX2970" fmla="*/ 6208713 w 6604001"/>
              <a:gd name="connsiteY2970" fmla="*/ 3218418 h 6640493"/>
              <a:gd name="connsiteX2971" fmla="*/ 6208713 w 6604001"/>
              <a:gd name="connsiteY2971" fmla="*/ 3225966 h 6640493"/>
              <a:gd name="connsiteX2972" fmla="*/ 6208713 w 6604001"/>
              <a:gd name="connsiteY2972" fmla="*/ 3229741 h 6640493"/>
              <a:gd name="connsiteX2973" fmla="*/ 6208713 w 6604001"/>
              <a:gd name="connsiteY2973" fmla="*/ 3233517 h 6640493"/>
              <a:gd name="connsiteX2974" fmla="*/ 6208713 w 6604001"/>
              <a:gd name="connsiteY2974" fmla="*/ 3237291 h 6640493"/>
              <a:gd name="connsiteX2975" fmla="*/ 6359420 w 6604001"/>
              <a:gd name="connsiteY2975" fmla="*/ 3614718 h 6640493"/>
              <a:gd name="connsiteX2976" fmla="*/ 6363187 w 6604001"/>
              <a:gd name="connsiteY2976" fmla="*/ 3610944 h 6640493"/>
              <a:gd name="connsiteX2977" fmla="*/ 6366955 w 6604001"/>
              <a:gd name="connsiteY2977" fmla="*/ 3614718 h 6640493"/>
              <a:gd name="connsiteX2978" fmla="*/ 6491288 w 6604001"/>
              <a:gd name="connsiteY2978" fmla="*/ 3282584 h 6640493"/>
              <a:gd name="connsiteX2979" fmla="*/ 6487520 w 6604001"/>
              <a:gd name="connsiteY2979" fmla="*/ 3278810 h 6640493"/>
              <a:gd name="connsiteX2980" fmla="*/ 6487520 w 6604001"/>
              <a:gd name="connsiteY2980" fmla="*/ 3275036 h 6640493"/>
              <a:gd name="connsiteX2981" fmla="*/ 6487520 w 6604001"/>
              <a:gd name="connsiteY2981" fmla="*/ 3271259 h 6640493"/>
              <a:gd name="connsiteX2982" fmla="*/ 6487520 w 6604001"/>
              <a:gd name="connsiteY2982" fmla="*/ 3267486 h 6640493"/>
              <a:gd name="connsiteX2983" fmla="*/ 6487520 w 6604001"/>
              <a:gd name="connsiteY2983" fmla="*/ 3263712 h 6640493"/>
              <a:gd name="connsiteX2984" fmla="*/ 6487520 w 6604001"/>
              <a:gd name="connsiteY2984" fmla="*/ 3259936 h 6640493"/>
              <a:gd name="connsiteX2985" fmla="*/ 6491288 w 6604001"/>
              <a:gd name="connsiteY2985" fmla="*/ 3259936 h 6640493"/>
              <a:gd name="connsiteX2986" fmla="*/ 6491288 w 6604001"/>
              <a:gd name="connsiteY2986" fmla="*/ 3256162 h 6640493"/>
              <a:gd name="connsiteX2987" fmla="*/ 6359420 w 6604001"/>
              <a:gd name="connsiteY2987" fmla="*/ 2878744 h 6640493"/>
              <a:gd name="connsiteX2988" fmla="*/ 6351884 w 6604001"/>
              <a:gd name="connsiteY2988" fmla="*/ 2874966 h 6640493"/>
              <a:gd name="connsiteX2989" fmla="*/ 35915 w 6604001"/>
              <a:gd name="connsiteY2989" fmla="*/ 2843818 h 6640493"/>
              <a:gd name="connsiteX2990" fmla="*/ 33576 w 6604001"/>
              <a:gd name="connsiteY2990" fmla="*/ 2870340 h 6640493"/>
              <a:gd name="connsiteX2991" fmla="*/ 26670 w 6604001"/>
              <a:gd name="connsiteY2991" fmla="*/ 2958254 h 6640493"/>
              <a:gd name="connsiteX2992" fmla="*/ 26194 w 6604001"/>
              <a:gd name="connsiteY2992" fmla="*/ 2961560 h 6640493"/>
              <a:gd name="connsiteX2993" fmla="*/ 26081 w 6604001"/>
              <a:gd name="connsiteY2993" fmla="*/ 2961961 h 6640493"/>
              <a:gd name="connsiteX2994" fmla="*/ 26081 w 6604001"/>
              <a:gd name="connsiteY2994" fmla="*/ 2957990 h 6640493"/>
              <a:gd name="connsiteX2995" fmla="*/ 28125 w 6604001"/>
              <a:gd name="connsiteY2995" fmla="*/ 2897975 h 6640493"/>
              <a:gd name="connsiteX2996" fmla="*/ 30977 w 6604001"/>
              <a:gd name="connsiteY2996" fmla="*/ 2875547 h 6640493"/>
              <a:gd name="connsiteX2997" fmla="*/ 36616 w 6604001"/>
              <a:gd name="connsiteY2997" fmla="*/ 2834823 h 6640493"/>
              <a:gd name="connsiteX2998" fmla="*/ 33535 w 6604001"/>
              <a:gd name="connsiteY2998" fmla="*/ 2855434 h 6640493"/>
              <a:gd name="connsiteX2999" fmla="*/ 30977 w 6604001"/>
              <a:gd name="connsiteY2999" fmla="*/ 2875547 h 6640493"/>
              <a:gd name="connsiteX3000" fmla="*/ 27147 w 6604001"/>
              <a:gd name="connsiteY3000" fmla="*/ 2900159 h 6640493"/>
              <a:gd name="connsiteX3001" fmla="*/ 19050 w 6604001"/>
              <a:gd name="connsiteY3001" fmla="*/ 2973368 h 6640493"/>
              <a:gd name="connsiteX3002" fmla="*/ 22860 w 6604001"/>
              <a:gd name="connsiteY3002" fmla="*/ 2969589 h 6640493"/>
              <a:gd name="connsiteX3003" fmla="*/ 22860 w 6604001"/>
              <a:gd name="connsiteY3003" fmla="*/ 2973368 h 6640493"/>
              <a:gd name="connsiteX3004" fmla="*/ 26081 w 6604001"/>
              <a:gd name="connsiteY3004" fmla="*/ 2961961 h 6640493"/>
              <a:gd name="connsiteX3005" fmla="*/ 26081 w 6604001"/>
              <a:gd name="connsiteY3005" fmla="*/ 2969310 h 6640493"/>
              <a:gd name="connsiteX3006" fmla="*/ 51020 w 6604001"/>
              <a:gd name="connsiteY3006" fmla="*/ 3034049 h 6640493"/>
              <a:gd name="connsiteX3007" fmla="*/ 51253 w 6604001"/>
              <a:gd name="connsiteY3007" fmla="*/ 3034750 h 6640493"/>
              <a:gd name="connsiteX3008" fmla="*/ 41997 w 6604001"/>
              <a:gd name="connsiteY3008" fmla="*/ 3010600 h 6640493"/>
              <a:gd name="connsiteX3009" fmla="*/ 26988 w 6604001"/>
              <a:gd name="connsiteY3009" fmla="*/ 2973371 h 6640493"/>
              <a:gd name="connsiteX3010" fmla="*/ 26988 w 6604001"/>
              <a:gd name="connsiteY3010" fmla="*/ 2988450 h 6640493"/>
              <a:gd name="connsiteX3011" fmla="*/ 27340 w 6604001"/>
              <a:gd name="connsiteY3011" fmla="*/ 3068865 h 6640493"/>
              <a:gd name="connsiteX3012" fmla="*/ 29715 w 6604001"/>
              <a:gd name="connsiteY3012" fmla="*/ 3118127 h 6640493"/>
              <a:gd name="connsiteX3013" fmla="*/ 28592 w 6604001"/>
              <a:gd name="connsiteY3013" fmla="*/ 3111708 h 6640493"/>
              <a:gd name="connsiteX3014" fmla="*/ 22358 w 6604001"/>
              <a:gd name="connsiteY3014" fmla="*/ 2976545 h 6640493"/>
              <a:gd name="connsiteX3015" fmla="*/ 18521 w 6604001"/>
              <a:gd name="connsiteY3015" fmla="*/ 2976545 h 6640493"/>
              <a:gd name="connsiteX3016" fmla="*/ 15491 w 6604001"/>
              <a:gd name="connsiteY3016" fmla="*/ 2991427 h 6640493"/>
              <a:gd name="connsiteX3017" fmla="*/ 20389 w 6604001"/>
              <a:gd name="connsiteY3017" fmla="*/ 2944085 h 6640493"/>
              <a:gd name="connsiteX3018" fmla="*/ 30971 w 6604001"/>
              <a:gd name="connsiteY3018" fmla="*/ 2862414 h 6640493"/>
              <a:gd name="connsiteX3019" fmla="*/ 37184 w 6604001"/>
              <a:gd name="connsiteY3019" fmla="*/ 2831020 h 6640493"/>
              <a:gd name="connsiteX3020" fmla="*/ 36963 w 6604001"/>
              <a:gd name="connsiteY3020" fmla="*/ 2833129 h 6640493"/>
              <a:gd name="connsiteX3021" fmla="*/ 36616 w 6604001"/>
              <a:gd name="connsiteY3021" fmla="*/ 2834823 h 6640493"/>
              <a:gd name="connsiteX3022" fmla="*/ 40432 w 6604001"/>
              <a:gd name="connsiteY3022" fmla="*/ 2811414 h 6640493"/>
              <a:gd name="connsiteX3023" fmla="*/ 38100 w 6604001"/>
              <a:gd name="connsiteY3023" fmla="*/ 2829781 h 6640493"/>
              <a:gd name="connsiteX3024" fmla="*/ 35915 w 6604001"/>
              <a:gd name="connsiteY3024" fmla="*/ 2843818 h 6640493"/>
              <a:gd name="connsiteX3025" fmla="*/ 36314 w 6604001"/>
              <a:gd name="connsiteY3025" fmla="*/ 2839294 h 6640493"/>
              <a:gd name="connsiteX3026" fmla="*/ 36963 w 6604001"/>
              <a:gd name="connsiteY3026" fmla="*/ 2833129 h 6640493"/>
              <a:gd name="connsiteX3027" fmla="*/ 37683 w 6604001"/>
              <a:gd name="connsiteY3027" fmla="*/ 2829606 h 6640493"/>
              <a:gd name="connsiteX3028" fmla="*/ 927736 w 6604001"/>
              <a:gd name="connsiteY3028" fmla="*/ 2795589 h 6640493"/>
              <a:gd name="connsiteX3029" fmla="*/ 912677 w 6604001"/>
              <a:gd name="connsiteY3029" fmla="*/ 2803136 h 6640493"/>
              <a:gd name="connsiteX3030" fmla="*/ 690563 w 6604001"/>
              <a:gd name="connsiteY3030" fmla="*/ 3116387 h 6640493"/>
              <a:gd name="connsiteX3031" fmla="*/ 690563 w 6604001"/>
              <a:gd name="connsiteY3031" fmla="*/ 3120160 h 6640493"/>
              <a:gd name="connsiteX3032" fmla="*/ 694328 w 6604001"/>
              <a:gd name="connsiteY3032" fmla="*/ 3123936 h 6640493"/>
              <a:gd name="connsiteX3033" fmla="*/ 694328 w 6604001"/>
              <a:gd name="connsiteY3033" fmla="*/ 3127709 h 6640493"/>
              <a:gd name="connsiteX3034" fmla="*/ 690563 w 6604001"/>
              <a:gd name="connsiteY3034" fmla="*/ 3131485 h 6640493"/>
              <a:gd name="connsiteX3035" fmla="*/ 690563 w 6604001"/>
              <a:gd name="connsiteY3035" fmla="*/ 3135258 h 6640493"/>
              <a:gd name="connsiteX3036" fmla="*/ 935265 w 6604001"/>
              <a:gd name="connsiteY3036" fmla="*/ 3365480 h 6640493"/>
              <a:gd name="connsiteX3037" fmla="*/ 950324 w 6604001"/>
              <a:gd name="connsiteY3037" fmla="*/ 3365480 h 6640493"/>
              <a:gd name="connsiteX3038" fmla="*/ 1217613 w 6604001"/>
              <a:gd name="connsiteY3038" fmla="*/ 3059767 h 6640493"/>
              <a:gd name="connsiteX3039" fmla="*/ 1217613 w 6604001"/>
              <a:gd name="connsiteY3039" fmla="*/ 3055994 h 6640493"/>
              <a:gd name="connsiteX3040" fmla="*/ 1217613 w 6604001"/>
              <a:gd name="connsiteY3040" fmla="*/ 3052220 h 6640493"/>
              <a:gd name="connsiteX3041" fmla="*/ 1217613 w 6604001"/>
              <a:gd name="connsiteY3041" fmla="*/ 3048447 h 6640493"/>
              <a:gd name="connsiteX3042" fmla="*/ 1217613 w 6604001"/>
              <a:gd name="connsiteY3042" fmla="*/ 3044674 h 6640493"/>
              <a:gd name="connsiteX3043" fmla="*/ 1217613 w 6604001"/>
              <a:gd name="connsiteY3043" fmla="*/ 3040900 h 6640493"/>
              <a:gd name="connsiteX3044" fmla="*/ 1217613 w 6604001"/>
              <a:gd name="connsiteY3044" fmla="*/ 3037127 h 6640493"/>
              <a:gd name="connsiteX3045" fmla="*/ 1217613 w 6604001"/>
              <a:gd name="connsiteY3045" fmla="*/ 3033353 h 6640493"/>
              <a:gd name="connsiteX3046" fmla="*/ 927736 w 6604001"/>
              <a:gd name="connsiteY3046" fmla="*/ 2795589 h 6640493"/>
              <a:gd name="connsiteX3047" fmla="*/ 44208 w 6604001"/>
              <a:gd name="connsiteY3047" fmla="*/ 2786434 h 6640493"/>
              <a:gd name="connsiteX3048" fmla="*/ 43932 w 6604001"/>
              <a:gd name="connsiteY3048" fmla="*/ 2788255 h 6640493"/>
              <a:gd name="connsiteX3049" fmla="*/ 40432 w 6604001"/>
              <a:gd name="connsiteY3049" fmla="*/ 2811414 h 6640493"/>
              <a:gd name="connsiteX3050" fmla="*/ 41539 w 6604001"/>
              <a:gd name="connsiteY3050" fmla="*/ 2802701 h 6640493"/>
              <a:gd name="connsiteX3051" fmla="*/ 380410 w 6604001"/>
              <a:gd name="connsiteY3051" fmla="*/ 2765429 h 6640493"/>
              <a:gd name="connsiteX3052" fmla="*/ 226016 w 6604001"/>
              <a:gd name="connsiteY3052" fmla="*/ 2980720 h 6640493"/>
              <a:gd name="connsiteX3053" fmla="*/ 226016 w 6604001"/>
              <a:gd name="connsiteY3053" fmla="*/ 2984493 h 6640493"/>
              <a:gd name="connsiteX3054" fmla="*/ 222250 w 6604001"/>
              <a:gd name="connsiteY3054" fmla="*/ 2988271 h 6640493"/>
              <a:gd name="connsiteX3055" fmla="*/ 248610 w 6604001"/>
              <a:gd name="connsiteY3055" fmla="*/ 3094023 h 6640493"/>
              <a:gd name="connsiteX3056" fmla="*/ 252376 w 6604001"/>
              <a:gd name="connsiteY3056" fmla="*/ 3090245 h 6640493"/>
              <a:gd name="connsiteX3057" fmla="*/ 384175 w 6604001"/>
              <a:gd name="connsiteY3057" fmla="*/ 2776760 h 6640493"/>
              <a:gd name="connsiteX3058" fmla="*/ 380410 w 6604001"/>
              <a:gd name="connsiteY3058" fmla="*/ 2776760 h 6640493"/>
              <a:gd name="connsiteX3059" fmla="*/ 380410 w 6604001"/>
              <a:gd name="connsiteY3059" fmla="*/ 2765429 h 6640493"/>
              <a:gd name="connsiteX3060" fmla="*/ 202843 w 6604001"/>
              <a:gd name="connsiteY3060" fmla="*/ 2762888 h 6640493"/>
              <a:gd name="connsiteX3061" fmla="*/ 198370 w 6604001"/>
              <a:gd name="connsiteY3061" fmla="*/ 2799396 h 6640493"/>
              <a:gd name="connsiteX3062" fmla="*/ 192022 w 6604001"/>
              <a:gd name="connsiteY3062" fmla="*/ 2851123 h 6640493"/>
              <a:gd name="connsiteX3063" fmla="*/ 185189 w 6604001"/>
              <a:gd name="connsiteY3063" fmla="*/ 2906101 h 6640493"/>
              <a:gd name="connsiteX3064" fmla="*/ 184150 w 6604001"/>
              <a:gd name="connsiteY3064" fmla="*/ 2906101 h 6640493"/>
              <a:gd name="connsiteX3065" fmla="*/ 198302 w 6604001"/>
              <a:gd name="connsiteY3065" fmla="*/ 2796673 h 6640493"/>
              <a:gd name="connsiteX3066" fmla="*/ 72159 w 6604001"/>
              <a:gd name="connsiteY3066" fmla="*/ 2743356 h 6640493"/>
              <a:gd name="connsiteX3067" fmla="*/ 74192 w 6604001"/>
              <a:gd name="connsiteY3067" fmla="*/ 2743356 h 6640493"/>
              <a:gd name="connsiteX3068" fmla="*/ 70018 w 6604001"/>
              <a:gd name="connsiteY3068" fmla="*/ 2783514 h 6640493"/>
              <a:gd name="connsiteX3069" fmla="*/ 68490 w 6604001"/>
              <a:gd name="connsiteY3069" fmla="*/ 3067422 h 6640493"/>
              <a:gd name="connsiteX3070" fmla="*/ 68154 w 6604001"/>
              <a:gd name="connsiteY3070" fmla="*/ 3067422 h 6640493"/>
              <a:gd name="connsiteX3071" fmla="*/ 64721 w 6604001"/>
              <a:gd name="connsiteY3071" fmla="*/ 3024005 h 6640493"/>
              <a:gd name="connsiteX3072" fmla="*/ 72159 w 6604001"/>
              <a:gd name="connsiteY3072" fmla="*/ 2743356 h 6640493"/>
              <a:gd name="connsiteX3073" fmla="*/ 438728 w 6604001"/>
              <a:gd name="connsiteY3073" fmla="*/ 2725320 h 6640493"/>
              <a:gd name="connsiteX3074" fmla="*/ 434417 w 6604001"/>
              <a:gd name="connsiteY3074" fmla="*/ 2727551 h 6640493"/>
              <a:gd name="connsiteX3075" fmla="*/ 421939 w 6604001"/>
              <a:gd name="connsiteY3075" fmla="*/ 2734196 h 6640493"/>
              <a:gd name="connsiteX3076" fmla="*/ 430315 w 6604001"/>
              <a:gd name="connsiteY3076" fmla="*/ 2728561 h 6640493"/>
              <a:gd name="connsiteX3077" fmla="*/ 250261 w 6604001"/>
              <a:gd name="connsiteY3077" fmla="*/ 2725046 h 6640493"/>
              <a:gd name="connsiteX3078" fmla="*/ 238624 w 6604001"/>
              <a:gd name="connsiteY3078" fmla="*/ 2753833 h 6640493"/>
              <a:gd name="connsiteX3079" fmla="*/ 215591 w 6604001"/>
              <a:gd name="connsiteY3079" fmla="*/ 2819654 h 6640493"/>
              <a:gd name="connsiteX3080" fmla="*/ 207408 w 6604001"/>
              <a:gd name="connsiteY3080" fmla="*/ 2845934 h 6640493"/>
              <a:gd name="connsiteX3081" fmla="*/ 216914 w 6604001"/>
              <a:gd name="connsiteY3081" fmla="*/ 2812758 h 6640493"/>
              <a:gd name="connsiteX3082" fmla="*/ 241172 w 6604001"/>
              <a:gd name="connsiteY3082" fmla="*/ 2743842 h 6640493"/>
              <a:gd name="connsiteX3083" fmla="*/ 6481092 w 6604001"/>
              <a:gd name="connsiteY3083" fmla="*/ 2707963 h 6640493"/>
              <a:gd name="connsiteX3084" fmla="*/ 6495418 w 6604001"/>
              <a:gd name="connsiteY3084" fmla="*/ 2756157 h 6640493"/>
              <a:gd name="connsiteX3085" fmla="*/ 6519991 w 6604001"/>
              <a:gd name="connsiteY3085" fmla="*/ 2842434 h 6640493"/>
              <a:gd name="connsiteX3086" fmla="*/ 6532767 w 6604001"/>
              <a:gd name="connsiteY3086" fmla="*/ 2891847 h 6640493"/>
              <a:gd name="connsiteX3087" fmla="*/ 6512719 w 6604001"/>
              <a:gd name="connsiteY3087" fmla="*/ 2825600 h 6640493"/>
              <a:gd name="connsiteX3088" fmla="*/ 6549028 w 6604001"/>
              <a:gd name="connsiteY3088" fmla="*/ 2706043 h 6640493"/>
              <a:gd name="connsiteX3089" fmla="*/ 6549284 w 6604001"/>
              <a:gd name="connsiteY3089" fmla="*/ 2707310 h 6640493"/>
              <a:gd name="connsiteX3090" fmla="*/ 6549985 w 6604001"/>
              <a:gd name="connsiteY3090" fmla="*/ 2711197 h 6640493"/>
              <a:gd name="connsiteX3091" fmla="*/ 57150 w 6604001"/>
              <a:gd name="connsiteY3091" fmla="*/ 2705084 h 6640493"/>
              <a:gd name="connsiteX3092" fmla="*/ 46197 w 6604001"/>
              <a:gd name="connsiteY3092" fmla="*/ 2766015 h 6640493"/>
              <a:gd name="connsiteX3093" fmla="*/ 41539 w 6604001"/>
              <a:gd name="connsiteY3093" fmla="*/ 2802701 h 6640493"/>
              <a:gd name="connsiteX3094" fmla="*/ 40177 w 6604001"/>
              <a:gd name="connsiteY3094" fmla="*/ 2810999 h 6640493"/>
              <a:gd name="connsiteX3095" fmla="*/ 37184 w 6604001"/>
              <a:gd name="connsiteY3095" fmla="*/ 2831020 h 6640493"/>
              <a:gd name="connsiteX3096" fmla="*/ 39053 w 6604001"/>
              <a:gd name="connsiteY3096" fmla="*/ 2813249 h 6640493"/>
              <a:gd name="connsiteX3097" fmla="*/ 57150 w 6604001"/>
              <a:gd name="connsiteY3097" fmla="*/ 2705084 h 6640493"/>
              <a:gd name="connsiteX3098" fmla="*/ 622327 w 6604001"/>
              <a:gd name="connsiteY3098" fmla="*/ 2698750 h 6640493"/>
              <a:gd name="connsiteX3099" fmla="*/ 444500 w 6604001"/>
              <a:gd name="connsiteY3099" fmla="*/ 3014694 h 6640493"/>
              <a:gd name="connsiteX3100" fmla="*/ 448284 w 6604001"/>
              <a:gd name="connsiteY3100" fmla="*/ 3029740 h 6640493"/>
              <a:gd name="connsiteX3101" fmla="*/ 663946 w 6604001"/>
              <a:gd name="connsiteY3101" fmla="*/ 3116250 h 6640493"/>
              <a:gd name="connsiteX3102" fmla="*/ 667730 w 6604001"/>
              <a:gd name="connsiteY3102" fmla="*/ 3116250 h 6640493"/>
              <a:gd name="connsiteX3103" fmla="*/ 671513 w 6604001"/>
              <a:gd name="connsiteY3103" fmla="*/ 3112487 h 6640493"/>
              <a:gd name="connsiteX3104" fmla="*/ 641245 w 6604001"/>
              <a:gd name="connsiteY3104" fmla="*/ 2789024 h 6640493"/>
              <a:gd name="connsiteX3105" fmla="*/ 629894 w 6604001"/>
              <a:gd name="connsiteY3105" fmla="*/ 2698750 h 6640493"/>
              <a:gd name="connsiteX3106" fmla="*/ 626111 w 6604001"/>
              <a:gd name="connsiteY3106" fmla="*/ 2698750 h 6640493"/>
              <a:gd name="connsiteX3107" fmla="*/ 622327 w 6604001"/>
              <a:gd name="connsiteY3107" fmla="*/ 2698750 h 6640493"/>
              <a:gd name="connsiteX3108" fmla="*/ 127418 w 6604001"/>
              <a:gd name="connsiteY3108" fmla="*/ 2685292 h 6640493"/>
              <a:gd name="connsiteX3109" fmla="*/ 120923 w 6604001"/>
              <a:gd name="connsiteY3109" fmla="*/ 2727050 h 6640493"/>
              <a:gd name="connsiteX3110" fmla="*/ 101997 w 6604001"/>
              <a:gd name="connsiteY3110" fmla="*/ 2958485 h 6640493"/>
              <a:gd name="connsiteX3111" fmla="*/ 101919 w 6604001"/>
              <a:gd name="connsiteY3111" fmla="*/ 2958485 h 6640493"/>
              <a:gd name="connsiteX3112" fmla="*/ 104173 w 6604001"/>
              <a:gd name="connsiteY3112" fmla="*/ 2906554 h 6640493"/>
              <a:gd name="connsiteX3113" fmla="*/ 125024 w 6604001"/>
              <a:gd name="connsiteY3113" fmla="*/ 2698868 h 6640493"/>
              <a:gd name="connsiteX3114" fmla="*/ 637175 w 6604001"/>
              <a:gd name="connsiteY3114" fmla="*/ 2682873 h 6640493"/>
              <a:gd name="connsiteX3115" fmla="*/ 637175 w 6604001"/>
              <a:gd name="connsiteY3115" fmla="*/ 2686648 h 6640493"/>
              <a:gd name="connsiteX3116" fmla="*/ 633413 w 6604001"/>
              <a:gd name="connsiteY3116" fmla="*/ 2690419 h 6640493"/>
              <a:gd name="connsiteX3117" fmla="*/ 648462 w 6604001"/>
              <a:gd name="connsiteY3117" fmla="*/ 2784769 h 6640493"/>
              <a:gd name="connsiteX3118" fmla="*/ 678559 w 6604001"/>
              <a:gd name="connsiteY3118" fmla="*/ 3113075 h 6640493"/>
              <a:gd name="connsiteX3119" fmla="*/ 682321 w 6604001"/>
              <a:gd name="connsiteY3119" fmla="*/ 3113075 h 6640493"/>
              <a:gd name="connsiteX3120" fmla="*/ 908051 w 6604001"/>
              <a:gd name="connsiteY3120" fmla="*/ 2803636 h 6640493"/>
              <a:gd name="connsiteX3121" fmla="*/ 904289 w 6604001"/>
              <a:gd name="connsiteY3121" fmla="*/ 2799863 h 6640493"/>
              <a:gd name="connsiteX3122" fmla="*/ 904289 w 6604001"/>
              <a:gd name="connsiteY3122" fmla="*/ 2773449 h 6640493"/>
              <a:gd name="connsiteX3123" fmla="*/ 637175 w 6604001"/>
              <a:gd name="connsiteY3123" fmla="*/ 2682873 h 6640493"/>
              <a:gd name="connsiteX3124" fmla="*/ 1485062 w 6604001"/>
              <a:gd name="connsiteY3124" fmla="*/ 2675830 h 6640493"/>
              <a:gd name="connsiteX3125" fmla="*/ 1481461 w 6604001"/>
              <a:gd name="connsiteY3125" fmla="*/ 2681668 h 6640493"/>
              <a:gd name="connsiteX3126" fmla="*/ 1473424 w 6604001"/>
              <a:gd name="connsiteY3126" fmla="*/ 2694498 h 6640493"/>
              <a:gd name="connsiteX3127" fmla="*/ 1477368 w 6604001"/>
              <a:gd name="connsiteY3127" fmla="*/ 2686935 h 6640493"/>
              <a:gd name="connsiteX3128" fmla="*/ 6456363 w 6604001"/>
              <a:gd name="connsiteY3128" fmla="*/ 2638424 h 6640493"/>
              <a:gd name="connsiteX3129" fmla="*/ 6457283 w 6604001"/>
              <a:gd name="connsiteY3129" fmla="*/ 2638424 h 6640493"/>
              <a:gd name="connsiteX3130" fmla="*/ 6463679 w 6604001"/>
              <a:gd name="connsiteY3130" fmla="*/ 2713942 h 6640493"/>
              <a:gd name="connsiteX3131" fmla="*/ 73453 w 6604001"/>
              <a:gd name="connsiteY3131" fmla="*/ 2628619 h 6640493"/>
              <a:gd name="connsiteX3132" fmla="*/ 73109 w 6604001"/>
              <a:gd name="connsiteY3132" fmla="*/ 2632750 h 6640493"/>
              <a:gd name="connsiteX3133" fmla="*/ 72548 w 6604001"/>
              <a:gd name="connsiteY3133" fmla="*/ 2636042 h 6640493"/>
              <a:gd name="connsiteX3134" fmla="*/ 72345 w 6604001"/>
              <a:gd name="connsiteY3134" fmla="*/ 2637237 h 6640493"/>
              <a:gd name="connsiteX3135" fmla="*/ 60779 w 6604001"/>
              <a:gd name="connsiteY3135" fmla="*/ 2690066 h 6640493"/>
              <a:gd name="connsiteX3136" fmla="*/ 49168 w 6604001"/>
              <a:gd name="connsiteY3136" fmla="*/ 2756215 h 6640493"/>
              <a:gd name="connsiteX3137" fmla="*/ 44208 w 6604001"/>
              <a:gd name="connsiteY3137" fmla="*/ 2786434 h 6640493"/>
              <a:gd name="connsiteX3138" fmla="*/ 48812 w 6604001"/>
              <a:gd name="connsiteY3138" fmla="*/ 2756092 h 6640493"/>
              <a:gd name="connsiteX3139" fmla="*/ 71598 w 6604001"/>
              <a:gd name="connsiteY3139" fmla="*/ 2637345 h 6640493"/>
              <a:gd name="connsiteX3140" fmla="*/ 75900 w 6604001"/>
              <a:gd name="connsiteY3140" fmla="*/ 2617110 h 6640493"/>
              <a:gd name="connsiteX3141" fmla="*/ 74032 w 6604001"/>
              <a:gd name="connsiteY3141" fmla="*/ 2632756 h 6640493"/>
              <a:gd name="connsiteX3142" fmla="*/ 74438 w 6604001"/>
              <a:gd name="connsiteY3142" fmla="*/ 2689569 h 6640493"/>
              <a:gd name="connsiteX3143" fmla="*/ 75224 w 6604001"/>
              <a:gd name="connsiteY3143" fmla="*/ 2704931 h 6640493"/>
              <a:gd name="connsiteX3144" fmla="*/ 75224 w 6604001"/>
              <a:gd name="connsiteY3144" fmla="*/ 2713019 h 6640493"/>
              <a:gd name="connsiteX3145" fmla="*/ 73094 w 6604001"/>
              <a:gd name="connsiteY3145" fmla="*/ 2632921 h 6640493"/>
              <a:gd name="connsiteX3146" fmla="*/ 73109 w 6604001"/>
              <a:gd name="connsiteY3146" fmla="*/ 2632750 h 6640493"/>
              <a:gd name="connsiteX3147" fmla="*/ 73971 w 6604001"/>
              <a:gd name="connsiteY3147" fmla="*/ 2627685 h 6640493"/>
              <a:gd name="connsiteX3148" fmla="*/ 75257 w 6604001"/>
              <a:gd name="connsiteY3148" fmla="*/ 2620135 h 6640493"/>
              <a:gd name="connsiteX3149" fmla="*/ 5398315 w 6604001"/>
              <a:gd name="connsiteY3149" fmla="*/ 2573324 h 6640493"/>
              <a:gd name="connsiteX3150" fmla="*/ 5119688 w 6604001"/>
              <a:gd name="connsiteY3150" fmla="*/ 3067140 h 6640493"/>
              <a:gd name="connsiteX3151" fmla="*/ 5119688 w 6604001"/>
              <a:gd name="connsiteY3151" fmla="*/ 3070913 h 6640493"/>
              <a:gd name="connsiteX3152" fmla="*/ 5123453 w 6604001"/>
              <a:gd name="connsiteY3152" fmla="*/ 3074682 h 6640493"/>
              <a:gd name="connsiteX3153" fmla="*/ 5123453 w 6604001"/>
              <a:gd name="connsiteY3153" fmla="*/ 3078450 h 6640493"/>
              <a:gd name="connsiteX3154" fmla="*/ 5123453 w 6604001"/>
              <a:gd name="connsiteY3154" fmla="*/ 3082219 h 6640493"/>
              <a:gd name="connsiteX3155" fmla="*/ 5123453 w 6604001"/>
              <a:gd name="connsiteY3155" fmla="*/ 3089757 h 6640493"/>
              <a:gd name="connsiteX3156" fmla="*/ 5123453 w 6604001"/>
              <a:gd name="connsiteY3156" fmla="*/ 3097299 h 6640493"/>
              <a:gd name="connsiteX3157" fmla="*/ 5123453 w 6604001"/>
              <a:gd name="connsiteY3157" fmla="*/ 3101068 h 6640493"/>
              <a:gd name="connsiteX3158" fmla="*/ 5123453 w 6604001"/>
              <a:gd name="connsiteY3158" fmla="*/ 3104837 h 6640493"/>
              <a:gd name="connsiteX3159" fmla="*/ 5123453 w 6604001"/>
              <a:gd name="connsiteY3159" fmla="*/ 3108606 h 6640493"/>
              <a:gd name="connsiteX3160" fmla="*/ 5123453 w 6604001"/>
              <a:gd name="connsiteY3160" fmla="*/ 3112378 h 6640493"/>
              <a:gd name="connsiteX3161" fmla="*/ 5119688 w 6604001"/>
              <a:gd name="connsiteY3161" fmla="*/ 3112378 h 6640493"/>
              <a:gd name="connsiteX3162" fmla="*/ 5119688 w 6604001"/>
              <a:gd name="connsiteY3162" fmla="*/ 3116147 h 6640493"/>
              <a:gd name="connsiteX3163" fmla="*/ 5417141 w 6604001"/>
              <a:gd name="connsiteY3163" fmla="*/ 3670280 h 6640493"/>
              <a:gd name="connsiteX3164" fmla="*/ 5435967 w 6604001"/>
              <a:gd name="connsiteY3164" fmla="*/ 3666511 h 6640493"/>
              <a:gd name="connsiteX3165" fmla="*/ 5707063 w 6604001"/>
              <a:gd name="connsiteY3165" fmla="*/ 3172691 h 6640493"/>
              <a:gd name="connsiteX3166" fmla="*/ 5707063 w 6604001"/>
              <a:gd name="connsiteY3166" fmla="*/ 3168922 h 6640493"/>
              <a:gd name="connsiteX3167" fmla="*/ 5707063 w 6604001"/>
              <a:gd name="connsiteY3167" fmla="*/ 3165154 h 6640493"/>
              <a:gd name="connsiteX3168" fmla="*/ 5707063 w 6604001"/>
              <a:gd name="connsiteY3168" fmla="*/ 3161385 h 6640493"/>
              <a:gd name="connsiteX3169" fmla="*/ 5707063 w 6604001"/>
              <a:gd name="connsiteY3169" fmla="*/ 3153843 h 6640493"/>
              <a:gd name="connsiteX3170" fmla="*/ 5707063 w 6604001"/>
              <a:gd name="connsiteY3170" fmla="*/ 3146305 h 6640493"/>
              <a:gd name="connsiteX3171" fmla="*/ 5707063 w 6604001"/>
              <a:gd name="connsiteY3171" fmla="*/ 3142536 h 6640493"/>
              <a:gd name="connsiteX3172" fmla="*/ 5707063 w 6604001"/>
              <a:gd name="connsiteY3172" fmla="*/ 3138767 h 6640493"/>
              <a:gd name="connsiteX3173" fmla="*/ 5707063 w 6604001"/>
              <a:gd name="connsiteY3173" fmla="*/ 3134995 h 6640493"/>
              <a:gd name="connsiteX3174" fmla="*/ 5707063 w 6604001"/>
              <a:gd name="connsiteY3174" fmla="*/ 3131225 h 6640493"/>
              <a:gd name="connsiteX3175" fmla="*/ 5417141 w 6604001"/>
              <a:gd name="connsiteY3175" fmla="*/ 2573324 h 6640493"/>
              <a:gd name="connsiteX3176" fmla="*/ 5417141 w 6604001"/>
              <a:gd name="connsiteY3176" fmla="*/ 2577093 h 6640493"/>
              <a:gd name="connsiteX3177" fmla="*/ 5398315 w 6604001"/>
              <a:gd name="connsiteY3177" fmla="*/ 2573324 h 6640493"/>
              <a:gd name="connsiteX3178" fmla="*/ 113362 w 6604001"/>
              <a:gd name="connsiteY3178" fmla="*/ 2513077 h 6640493"/>
              <a:gd name="connsiteX3179" fmla="*/ 107756 w 6604001"/>
              <a:gd name="connsiteY3179" fmla="*/ 2539914 h 6640493"/>
              <a:gd name="connsiteX3180" fmla="*/ 90366 w 6604001"/>
              <a:gd name="connsiteY3180" fmla="*/ 2636104 h 6640493"/>
              <a:gd name="connsiteX3181" fmla="*/ 79888 w 6604001"/>
              <a:gd name="connsiteY3181" fmla="*/ 2696627 h 6640493"/>
              <a:gd name="connsiteX3182" fmla="*/ 80009 w 6604001"/>
              <a:gd name="connsiteY3182" fmla="*/ 2693625 h 6640493"/>
              <a:gd name="connsiteX3183" fmla="*/ 105517 w 6604001"/>
              <a:gd name="connsiteY3183" fmla="*/ 2546420 h 6640493"/>
              <a:gd name="connsiteX3184" fmla="*/ 100229 w 6604001"/>
              <a:gd name="connsiteY3184" fmla="*/ 2507995 h 6640493"/>
              <a:gd name="connsiteX3185" fmla="*/ 95173 w 6604001"/>
              <a:gd name="connsiteY3185" fmla="*/ 2528997 h 6640493"/>
              <a:gd name="connsiteX3186" fmla="*/ 81755 w 6604001"/>
              <a:gd name="connsiteY3186" fmla="*/ 2589568 h 6640493"/>
              <a:gd name="connsiteX3187" fmla="*/ 75900 w 6604001"/>
              <a:gd name="connsiteY3187" fmla="*/ 2617110 h 6640493"/>
              <a:gd name="connsiteX3188" fmla="*/ 76200 w 6604001"/>
              <a:gd name="connsiteY3188" fmla="*/ 2614596 h 6640493"/>
              <a:gd name="connsiteX3189" fmla="*/ 75257 w 6604001"/>
              <a:gd name="connsiteY3189" fmla="*/ 2620135 h 6640493"/>
              <a:gd name="connsiteX3190" fmla="*/ 73453 w 6604001"/>
              <a:gd name="connsiteY3190" fmla="*/ 2628619 h 6640493"/>
              <a:gd name="connsiteX3191" fmla="*/ 75224 w 6604001"/>
              <a:gd name="connsiteY3191" fmla="*/ 2607400 h 6640493"/>
              <a:gd name="connsiteX3192" fmla="*/ 90366 w 6604001"/>
              <a:gd name="connsiteY3192" fmla="*/ 2543274 h 6640493"/>
              <a:gd name="connsiteX3193" fmla="*/ 2277071 w 6604001"/>
              <a:gd name="connsiteY3193" fmla="*/ 2487603 h 6640493"/>
              <a:gd name="connsiteX3194" fmla="*/ 2254449 w 6604001"/>
              <a:gd name="connsiteY3194" fmla="*/ 2491368 h 6640493"/>
              <a:gd name="connsiteX3195" fmla="*/ 1941513 w 6604001"/>
              <a:gd name="connsiteY3195" fmla="*/ 2976965 h 6640493"/>
              <a:gd name="connsiteX3196" fmla="*/ 1941513 w 6604001"/>
              <a:gd name="connsiteY3196" fmla="*/ 2980729 h 6640493"/>
              <a:gd name="connsiteX3197" fmla="*/ 1941513 w 6604001"/>
              <a:gd name="connsiteY3197" fmla="*/ 2984493 h 6640493"/>
              <a:gd name="connsiteX3198" fmla="*/ 1945284 w 6604001"/>
              <a:gd name="connsiteY3198" fmla="*/ 2984493 h 6640493"/>
              <a:gd name="connsiteX3199" fmla="*/ 1945284 w 6604001"/>
              <a:gd name="connsiteY3199" fmla="*/ 2988257 h 6640493"/>
              <a:gd name="connsiteX3200" fmla="*/ 1945284 w 6604001"/>
              <a:gd name="connsiteY3200" fmla="*/ 2995785 h 6640493"/>
              <a:gd name="connsiteX3201" fmla="*/ 1945284 w 6604001"/>
              <a:gd name="connsiteY3201" fmla="*/ 2999549 h 6640493"/>
              <a:gd name="connsiteX3202" fmla="*/ 1945284 w 6604001"/>
              <a:gd name="connsiteY3202" fmla="*/ 3003313 h 6640493"/>
              <a:gd name="connsiteX3203" fmla="*/ 1945284 w 6604001"/>
              <a:gd name="connsiteY3203" fmla="*/ 3007077 h 6640493"/>
              <a:gd name="connsiteX3204" fmla="*/ 1941513 w 6604001"/>
              <a:gd name="connsiteY3204" fmla="*/ 3007077 h 6640493"/>
              <a:gd name="connsiteX3205" fmla="*/ 1941513 w 6604001"/>
              <a:gd name="connsiteY3205" fmla="*/ 3010840 h 6640493"/>
              <a:gd name="connsiteX3206" fmla="*/ 1941513 w 6604001"/>
              <a:gd name="connsiteY3206" fmla="*/ 3014604 h 6640493"/>
              <a:gd name="connsiteX3207" fmla="*/ 2288382 w 6604001"/>
              <a:gd name="connsiteY3207" fmla="*/ 3481368 h 6640493"/>
              <a:gd name="connsiteX3208" fmla="*/ 2311004 w 6604001"/>
              <a:gd name="connsiteY3208" fmla="*/ 3481368 h 6640493"/>
              <a:gd name="connsiteX3209" fmla="*/ 2665413 w 6604001"/>
              <a:gd name="connsiteY3209" fmla="*/ 3003313 h 6640493"/>
              <a:gd name="connsiteX3210" fmla="*/ 2665413 w 6604001"/>
              <a:gd name="connsiteY3210" fmla="*/ 2999549 h 6640493"/>
              <a:gd name="connsiteX3211" fmla="*/ 2665413 w 6604001"/>
              <a:gd name="connsiteY3211" fmla="*/ 2995785 h 6640493"/>
              <a:gd name="connsiteX3212" fmla="*/ 2661643 w 6604001"/>
              <a:gd name="connsiteY3212" fmla="*/ 2995785 h 6640493"/>
              <a:gd name="connsiteX3213" fmla="*/ 2661643 w 6604001"/>
              <a:gd name="connsiteY3213" fmla="*/ 2992021 h 6640493"/>
              <a:gd name="connsiteX3214" fmla="*/ 2661643 w 6604001"/>
              <a:gd name="connsiteY3214" fmla="*/ 2988257 h 6640493"/>
              <a:gd name="connsiteX3215" fmla="*/ 2661643 w 6604001"/>
              <a:gd name="connsiteY3215" fmla="*/ 2980729 h 6640493"/>
              <a:gd name="connsiteX3216" fmla="*/ 2661643 w 6604001"/>
              <a:gd name="connsiteY3216" fmla="*/ 2973201 h 6640493"/>
              <a:gd name="connsiteX3217" fmla="*/ 2661643 w 6604001"/>
              <a:gd name="connsiteY3217" fmla="*/ 2969437 h 6640493"/>
              <a:gd name="connsiteX3218" fmla="*/ 2661643 w 6604001"/>
              <a:gd name="connsiteY3218" fmla="*/ 2965673 h 6640493"/>
              <a:gd name="connsiteX3219" fmla="*/ 2665413 w 6604001"/>
              <a:gd name="connsiteY3219" fmla="*/ 2961910 h 6640493"/>
              <a:gd name="connsiteX3220" fmla="*/ 2665413 w 6604001"/>
              <a:gd name="connsiteY3220" fmla="*/ 2958146 h 6640493"/>
              <a:gd name="connsiteX3221" fmla="*/ 2277071 w 6604001"/>
              <a:gd name="connsiteY3221" fmla="*/ 2487603 h 6640493"/>
              <a:gd name="connsiteX3222" fmla="*/ 4700997 w 6604001"/>
              <a:gd name="connsiteY3222" fmla="*/ 2471725 h 6640493"/>
              <a:gd name="connsiteX3223" fmla="*/ 4365625 w 6604001"/>
              <a:gd name="connsiteY3223" fmla="*/ 3010605 h 6640493"/>
              <a:gd name="connsiteX3224" fmla="*/ 4365625 w 6604001"/>
              <a:gd name="connsiteY3224" fmla="*/ 3014373 h 6640493"/>
              <a:gd name="connsiteX3225" fmla="*/ 4369393 w 6604001"/>
              <a:gd name="connsiteY3225" fmla="*/ 3018142 h 6640493"/>
              <a:gd name="connsiteX3226" fmla="*/ 4369393 w 6604001"/>
              <a:gd name="connsiteY3226" fmla="*/ 3021911 h 6640493"/>
              <a:gd name="connsiteX3227" fmla="*/ 4369393 w 6604001"/>
              <a:gd name="connsiteY3227" fmla="*/ 3025679 h 6640493"/>
              <a:gd name="connsiteX3228" fmla="*/ 4369393 w 6604001"/>
              <a:gd name="connsiteY3228" fmla="*/ 3033212 h 6640493"/>
              <a:gd name="connsiteX3229" fmla="*/ 4369393 w 6604001"/>
              <a:gd name="connsiteY3229" fmla="*/ 3040749 h 6640493"/>
              <a:gd name="connsiteX3230" fmla="*/ 4369393 w 6604001"/>
              <a:gd name="connsiteY3230" fmla="*/ 3044518 h 6640493"/>
              <a:gd name="connsiteX3231" fmla="*/ 4369393 w 6604001"/>
              <a:gd name="connsiteY3231" fmla="*/ 3048287 h 6640493"/>
              <a:gd name="connsiteX3232" fmla="*/ 4369393 w 6604001"/>
              <a:gd name="connsiteY3232" fmla="*/ 3052055 h 6640493"/>
              <a:gd name="connsiteX3233" fmla="*/ 4365625 w 6604001"/>
              <a:gd name="connsiteY3233" fmla="*/ 3055824 h 6640493"/>
              <a:gd name="connsiteX3234" fmla="*/ 4365625 w 6604001"/>
              <a:gd name="connsiteY3234" fmla="*/ 3059593 h 6640493"/>
              <a:gd name="connsiteX3235" fmla="*/ 4723606 w 6604001"/>
              <a:gd name="connsiteY3235" fmla="*/ 3651230 h 6640493"/>
              <a:gd name="connsiteX3236" fmla="*/ 4746216 w 6604001"/>
              <a:gd name="connsiteY3236" fmla="*/ 3647462 h 6640493"/>
              <a:gd name="connsiteX3237" fmla="*/ 5081588 w 6604001"/>
              <a:gd name="connsiteY3237" fmla="*/ 3112350 h 6640493"/>
              <a:gd name="connsiteX3238" fmla="*/ 5077820 w 6604001"/>
              <a:gd name="connsiteY3238" fmla="*/ 3108582 h 6640493"/>
              <a:gd name="connsiteX3239" fmla="*/ 5077820 w 6604001"/>
              <a:gd name="connsiteY3239" fmla="*/ 3104813 h 6640493"/>
              <a:gd name="connsiteX3240" fmla="*/ 5077820 w 6604001"/>
              <a:gd name="connsiteY3240" fmla="*/ 3101044 h 6640493"/>
              <a:gd name="connsiteX3241" fmla="*/ 5077820 w 6604001"/>
              <a:gd name="connsiteY3241" fmla="*/ 3097276 h 6640493"/>
              <a:gd name="connsiteX3242" fmla="*/ 5074052 w 6604001"/>
              <a:gd name="connsiteY3242" fmla="*/ 3089738 h 6640493"/>
              <a:gd name="connsiteX3243" fmla="*/ 5077820 w 6604001"/>
              <a:gd name="connsiteY3243" fmla="*/ 3082200 h 6640493"/>
              <a:gd name="connsiteX3244" fmla="*/ 5077820 w 6604001"/>
              <a:gd name="connsiteY3244" fmla="*/ 3078432 h 6640493"/>
              <a:gd name="connsiteX3245" fmla="*/ 5077820 w 6604001"/>
              <a:gd name="connsiteY3245" fmla="*/ 3074664 h 6640493"/>
              <a:gd name="connsiteX3246" fmla="*/ 5077820 w 6604001"/>
              <a:gd name="connsiteY3246" fmla="*/ 3070899 h 6640493"/>
              <a:gd name="connsiteX3247" fmla="*/ 5077820 w 6604001"/>
              <a:gd name="connsiteY3247" fmla="*/ 3067130 h 6640493"/>
              <a:gd name="connsiteX3248" fmla="*/ 5081588 w 6604001"/>
              <a:gd name="connsiteY3248" fmla="*/ 3067130 h 6640493"/>
              <a:gd name="connsiteX3249" fmla="*/ 4719838 w 6604001"/>
              <a:gd name="connsiteY3249" fmla="*/ 2471725 h 6640493"/>
              <a:gd name="connsiteX3250" fmla="*/ 4700997 w 6604001"/>
              <a:gd name="connsiteY3250" fmla="*/ 2471725 h 6640493"/>
              <a:gd name="connsiteX3251" fmla="*/ 115479 w 6604001"/>
              <a:gd name="connsiteY3251" fmla="*/ 2453447 h 6640493"/>
              <a:gd name="connsiteX3252" fmla="*/ 100229 w 6604001"/>
              <a:gd name="connsiteY3252" fmla="*/ 2507995 h 6640493"/>
              <a:gd name="connsiteX3253" fmla="*/ 102850 w 6604001"/>
              <a:gd name="connsiteY3253" fmla="*/ 2497107 h 6640493"/>
              <a:gd name="connsiteX3254" fmla="*/ 186283 w 6604001"/>
              <a:gd name="connsiteY3254" fmla="*/ 2426088 h 6640493"/>
              <a:gd name="connsiteX3255" fmla="*/ 175521 w 6604001"/>
              <a:gd name="connsiteY3255" fmla="*/ 2465506 h 6640493"/>
              <a:gd name="connsiteX3256" fmla="*/ 157764 w 6604001"/>
              <a:gd name="connsiteY3256" fmla="*/ 2532426 h 6640493"/>
              <a:gd name="connsiteX3257" fmla="*/ 157764 w 6604001"/>
              <a:gd name="connsiteY3257" fmla="*/ 2528648 h 6640493"/>
              <a:gd name="connsiteX3258" fmla="*/ 156907 w 6604001"/>
              <a:gd name="connsiteY3258" fmla="*/ 2529750 h 6640493"/>
              <a:gd name="connsiteX3259" fmla="*/ 161079 w 6604001"/>
              <a:gd name="connsiteY3259" fmla="*/ 2511587 h 6640493"/>
              <a:gd name="connsiteX3260" fmla="*/ 181050 w 6604001"/>
              <a:gd name="connsiteY3260" fmla="*/ 2441955 h 6640493"/>
              <a:gd name="connsiteX3261" fmla="*/ 3075678 w 6604001"/>
              <a:gd name="connsiteY3261" fmla="*/ 2419342 h 6640493"/>
              <a:gd name="connsiteX3262" fmla="*/ 3071906 w 6604001"/>
              <a:gd name="connsiteY3262" fmla="*/ 2423112 h 6640493"/>
              <a:gd name="connsiteX3263" fmla="*/ 3049279 w 6604001"/>
              <a:gd name="connsiteY3263" fmla="*/ 2423112 h 6640493"/>
              <a:gd name="connsiteX3264" fmla="*/ 2709863 w 6604001"/>
              <a:gd name="connsiteY3264" fmla="*/ 2958405 h 6640493"/>
              <a:gd name="connsiteX3265" fmla="*/ 2709863 w 6604001"/>
              <a:gd name="connsiteY3265" fmla="*/ 2962174 h 6640493"/>
              <a:gd name="connsiteX3266" fmla="*/ 2713635 w 6604001"/>
              <a:gd name="connsiteY3266" fmla="*/ 2965942 h 6640493"/>
              <a:gd name="connsiteX3267" fmla="*/ 2713635 w 6604001"/>
              <a:gd name="connsiteY3267" fmla="*/ 2969711 h 6640493"/>
              <a:gd name="connsiteX3268" fmla="*/ 2713635 w 6604001"/>
              <a:gd name="connsiteY3268" fmla="*/ 2973480 h 6640493"/>
              <a:gd name="connsiteX3269" fmla="*/ 2713635 w 6604001"/>
              <a:gd name="connsiteY3269" fmla="*/ 2977248 h 6640493"/>
              <a:gd name="connsiteX3270" fmla="*/ 2713635 w 6604001"/>
              <a:gd name="connsiteY3270" fmla="*/ 2984790 h 6640493"/>
              <a:gd name="connsiteX3271" fmla="*/ 2713635 w 6604001"/>
              <a:gd name="connsiteY3271" fmla="*/ 2988559 h 6640493"/>
              <a:gd name="connsiteX3272" fmla="*/ 2713635 w 6604001"/>
              <a:gd name="connsiteY3272" fmla="*/ 2992328 h 6640493"/>
              <a:gd name="connsiteX3273" fmla="*/ 2713635 w 6604001"/>
              <a:gd name="connsiteY3273" fmla="*/ 2996096 h 6640493"/>
              <a:gd name="connsiteX3274" fmla="*/ 2713635 w 6604001"/>
              <a:gd name="connsiteY3274" fmla="*/ 2999865 h 6640493"/>
              <a:gd name="connsiteX3275" fmla="*/ 2709863 w 6604001"/>
              <a:gd name="connsiteY3275" fmla="*/ 2999865 h 6640493"/>
              <a:gd name="connsiteX3276" fmla="*/ 2709863 w 6604001"/>
              <a:gd name="connsiteY3276" fmla="*/ 3003633 h 6640493"/>
              <a:gd name="connsiteX3277" fmla="*/ 3083220 w 6604001"/>
              <a:gd name="connsiteY3277" fmla="*/ 3546456 h 6640493"/>
              <a:gd name="connsiteX3278" fmla="*/ 3105848 w 6604001"/>
              <a:gd name="connsiteY3278" fmla="*/ 3546456 h 6640493"/>
              <a:gd name="connsiteX3279" fmla="*/ 3482976 w 6604001"/>
              <a:gd name="connsiteY3279" fmla="*/ 3018713 h 6640493"/>
              <a:gd name="connsiteX3280" fmla="*/ 3482976 w 6604001"/>
              <a:gd name="connsiteY3280" fmla="*/ 3014944 h 6640493"/>
              <a:gd name="connsiteX3281" fmla="*/ 3479205 w 6604001"/>
              <a:gd name="connsiteY3281" fmla="*/ 3011171 h 6640493"/>
              <a:gd name="connsiteX3282" fmla="*/ 3479205 w 6604001"/>
              <a:gd name="connsiteY3282" fmla="*/ 3007402 h 6640493"/>
              <a:gd name="connsiteX3283" fmla="*/ 3479205 w 6604001"/>
              <a:gd name="connsiteY3283" fmla="*/ 3003633 h 6640493"/>
              <a:gd name="connsiteX3284" fmla="*/ 3479205 w 6604001"/>
              <a:gd name="connsiteY3284" fmla="*/ 2996096 h 6640493"/>
              <a:gd name="connsiteX3285" fmla="*/ 3479205 w 6604001"/>
              <a:gd name="connsiteY3285" fmla="*/ 2988559 h 6640493"/>
              <a:gd name="connsiteX3286" fmla="*/ 3479205 w 6604001"/>
              <a:gd name="connsiteY3286" fmla="*/ 2984790 h 6640493"/>
              <a:gd name="connsiteX3287" fmla="*/ 3479205 w 6604001"/>
              <a:gd name="connsiteY3287" fmla="*/ 2981017 h 6640493"/>
              <a:gd name="connsiteX3288" fmla="*/ 3479205 w 6604001"/>
              <a:gd name="connsiteY3288" fmla="*/ 2977248 h 6640493"/>
              <a:gd name="connsiteX3289" fmla="*/ 3479205 w 6604001"/>
              <a:gd name="connsiteY3289" fmla="*/ 2973480 h 6640493"/>
              <a:gd name="connsiteX3290" fmla="*/ 3482976 w 6604001"/>
              <a:gd name="connsiteY3290" fmla="*/ 2973480 h 6640493"/>
              <a:gd name="connsiteX3291" fmla="*/ 3482976 w 6604001"/>
              <a:gd name="connsiteY3291" fmla="*/ 2969711 h 6640493"/>
              <a:gd name="connsiteX3292" fmla="*/ 3075678 w 6604001"/>
              <a:gd name="connsiteY3292" fmla="*/ 2419342 h 6640493"/>
              <a:gd name="connsiteX3293" fmla="*/ 137114 w 6604001"/>
              <a:gd name="connsiteY3293" fmla="*/ 2417372 h 6640493"/>
              <a:gd name="connsiteX3294" fmla="*/ 120731 w 6604001"/>
              <a:gd name="connsiteY3294" fmla="*/ 2481758 h 6640493"/>
              <a:gd name="connsiteX3295" fmla="*/ 113362 w 6604001"/>
              <a:gd name="connsiteY3295" fmla="*/ 2513077 h 6640493"/>
              <a:gd name="connsiteX3296" fmla="*/ 115919 w 6604001"/>
              <a:gd name="connsiteY3296" fmla="*/ 2500838 h 6640493"/>
              <a:gd name="connsiteX3297" fmla="*/ 136503 w 6604001"/>
              <a:gd name="connsiteY3297" fmla="*/ 2419501 h 6640493"/>
              <a:gd name="connsiteX3298" fmla="*/ 3882889 w 6604001"/>
              <a:gd name="connsiteY3298" fmla="*/ 2416166 h 6640493"/>
              <a:gd name="connsiteX3299" fmla="*/ 3529013 w 6604001"/>
              <a:gd name="connsiteY3299" fmla="*/ 2970032 h 6640493"/>
              <a:gd name="connsiteX3300" fmla="*/ 3532778 w 6604001"/>
              <a:gd name="connsiteY3300" fmla="*/ 2973800 h 6640493"/>
              <a:gd name="connsiteX3301" fmla="*/ 3532778 w 6604001"/>
              <a:gd name="connsiteY3301" fmla="*/ 2977569 h 6640493"/>
              <a:gd name="connsiteX3302" fmla="*/ 3532778 w 6604001"/>
              <a:gd name="connsiteY3302" fmla="*/ 2981333 h 6640493"/>
              <a:gd name="connsiteX3303" fmla="*/ 3532778 w 6604001"/>
              <a:gd name="connsiteY3303" fmla="*/ 2985102 h 6640493"/>
              <a:gd name="connsiteX3304" fmla="*/ 3536542 w 6604001"/>
              <a:gd name="connsiteY3304" fmla="*/ 2985102 h 6640493"/>
              <a:gd name="connsiteX3305" fmla="*/ 3536542 w 6604001"/>
              <a:gd name="connsiteY3305" fmla="*/ 2988870 h 6640493"/>
              <a:gd name="connsiteX3306" fmla="*/ 3536542 w 6604001"/>
              <a:gd name="connsiteY3306" fmla="*/ 2996403 h 6640493"/>
              <a:gd name="connsiteX3307" fmla="*/ 3536542 w 6604001"/>
              <a:gd name="connsiteY3307" fmla="*/ 3003940 h 6640493"/>
              <a:gd name="connsiteX3308" fmla="*/ 3532778 w 6604001"/>
              <a:gd name="connsiteY3308" fmla="*/ 3007709 h 6640493"/>
              <a:gd name="connsiteX3309" fmla="*/ 3532778 w 6604001"/>
              <a:gd name="connsiteY3309" fmla="*/ 3011473 h 6640493"/>
              <a:gd name="connsiteX3310" fmla="*/ 3532778 w 6604001"/>
              <a:gd name="connsiteY3310" fmla="*/ 3015241 h 6640493"/>
              <a:gd name="connsiteX3311" fmla="*/ 3532778 w 6604001"/>
              <a:gd name="connsiteY3311" fmla="*/ 3019010 h 6640493"/>
              <a:gd name="connsiteX3312" fmla="*/ 3529013 w 6604001"/>
              <a:gd name="connsiteY3312" fmla="*/ 3019010 h 6640493"/>
              <a:gd name="connsiteX3313" fmla="*/ 3913007 w 6604001"/>
              <a:gd name="connsiteY3313" fmla="*/ 3606781 h 6640493"/>
              <a:gd name="connsiteX3314" fmla="*/ 3916771 w 6604001"/>
              <a:gd name="connsiteY3314" fmla="*/ 3603013 h 6640493"/>
              <a:gd name="connsiteX3315" fmla="*/ 3920536 w 6604001"/>
              <a:gd name="connsiteY3315" fmla="*/ 3603013 h 6640493"/>
              <a:gd name="connsiteX3316" fmla="*/ 3935594 w 6604001"/>
              <a:gd name="connsiteY3316" fmla="*/ 3606781 h 6640493"/>
              <a:gd name="connsiteX3317" fmla="*/ 4319588 w 6604001"/>
              <a:gd name="connsiteY3317" fmla="*/ 3056682 h 6640493"/>
              <a:gd name="connsiteX3318" fmla="*/ 4315823 w 6604001"/>
              <a:gd name="connsiteY3318" fmla="*/ 3056682 h 6640493"/>
              <a:gd name="connsiteX3319" fmla="*/ 4315823 w 6604001"/>
              <a:gd name="connsiteY3319" fmla="*/ 3052918 h 6640493"/>
              <a:gd name="connsiteX3320" fmla="*/ 4315823 w 6604001"/>
              <a:gd name="connsiteY3320" fmla="*/ 3049150 h 6640493"/>
              <a:gd name="connsiteX3321" fmla="*/ 4315823 w 6604001"/>
              <a:gd name="connsiteY3321" fmla="*/ 3045381 h 6640493"/>
              <a:gd name="connsiteX3322" fmla="*/ 4315823 w 6604001"/>
              <a:gd name="connsiteY3322" fmla="*/ 3041612 h 6640493"/>
              <a:gd name="connsiteX3323" fmla="*/ 4315823 w 6604001"/>
              <a:gd name="connsiteY3323" fmla="*/ 3034080 h 6640493"/>
              <a:gd name="connsiteX3324" fmla="*/ 4315823 w 6604001"/>
              <a:gd name="connsiteY3324" fmla="*/ 3026542 h 6640493"/>
              <a:gd name="connsiteX3325" fmla="*/ 4315823 w 6604001"/>
              <a:gd name="connsiteY3325" fmla="*/ 3022778 h 6640493"/>
              <a:gd name="connsiteX3326" fmla="*/ 4315823 w 6604001"/>
              <a:gd name="connsiteY3326" fmla="*/ 3019010 h 6640493"/>
              <a:gd name="connsiteX3327" fmla="*/ 4315823 w 6604001"/>
              <a:gd name="connsiteY3327" fmla="*/ 3015241 h 6640493"/>
              <a:gd name="connsiteX3328" fmla="*/ 4315823 w 6604001"/>
              <a:gd name="connsiteY3328" fmla="*/ 3011473 h 6640493"/>
              <a:gd name="connsiteX3329" fmla="*/ 4319588 w 6604001"/>
              <a:gd name="connsiteY3329" fmla="*/ 3011473 h 6640493"/>
              <a:gd name="connsiteX3330" fmla="*/ 3909242 w 6604001"/>
              <a:gd name="connsiteY3330" fmla="*/ 2416166 h 6640493"/>
              <a:gd name="connsiteX3331" fmla="*/ 3901713 w 6604001"/>
              <a:gd name="connsiteY3331" fmla="*/ 2419933 h 6640493"/>
              <a:gd name="connsiteX3332" fmla="*/ 3882889 w 6604001"/>
              <a:gd name="connsiteY3332" fmla="*/ 2416166 h 6640493"/>
              <a:gd name="connsiteX3333" fmla="*/ 125673 w 6604001"/>
              <a:gd name="connsiteY3333" fmla="*/ 2409139 h 6640493"/>
              <a:gd name="connsiteX3334" fmla="*/ 115517 w 6604001"/>
              <a:gd name="connsiteY3334" fmla="*/ 2447634 h 6640493"/>
              <a:gd name="connsiteX3335" fmla="*/ 105480 w 6604001"/>
              <a:gd name="connsiteY3335" fmla="*/ 2486184 h 6640493"/>
              <a:gd name="connsiteX3336" fmla="*/ 102850 w 6604001"/>
              <a:gd name="connsiteY3336" fmla="*/ 2497107 h 6640493"/>
              <a:gd name="connsiteX3337" fmla="*/ 93663 w 6604001"/>
              <a:gd name="connsiteY3337" fmla="*/ 2528869 h 6640493"/>
              <a:gd name="connsiteX3338" fmla="*/ 109428 w 6604001"/>
              <a:gd name="connsiteY3338" fmla="*/ 2466224 h 6640493"/>
              <a:gd name="connsiteX3339" fmla="*/ 128865 w 6604001"/>
              <a:gd name="connsiteY3339" fmla="*/ 2407168 h 6640493"/>
              <a:gd name="connsiteX3340" fmla="*/ 115479 w 6604001"/>
              <a:gd name="connsiteY3340" fmla="*/ 2453447 h 6640493"/>
              <a:gd name="connsiteX3341" fmla="*/ 127276 w 6604001"/>
              <a:gd name="connsiteY3341" fmla="*/ 2411250 h 6640493"/>
              <a:gd name="connsiteX3342" fmla="*/ 280625 w 6604001"/>
              <a:gd name="connsiteY3342" fmla="*/ 2405431 h 6640493"/>
              <a:gd name="connsiteX3343" fmla="*/ 270559 w 6604001"/>
              <a:gd name="connsiteY3343" fmla="*/ 2428220 h 6640493"/>
              <a:gd name="connsiteX3344" fmla="*/ 258377 w 6604001"/>
              <a:gd name="connsiteY3344" fmla="*/ 2456613 h 6640493"/>
              <a:gd name="connsiteX3345" fmla="*/ 261836 w 6604001"/>
              <a:gd name="connsiteY3345" fmla="*/ 2445880 h 6640493"/>
              <a:gd name="connsiteX3346" fmla="*/ 136656 w 6604001"/>
              <a:gd name="connsiteY3346" fmla="*/ 2372306 h 6640493"/>
              <a:gd name="connsiteX3347" fmla="*/ 128059 w 6604001"/>
              <a:gd name="connsiteY3347" fmla="*/ 2400752 h 6640493"/>
              <a:gd name="connsiteX3348" fmla="*/ 125673 w 6604001"/>
              <a:gd name="connsiteY3348" fmla="*/ 2409139 h 6640493"/>
              <a:gd name="connsiteX3349" fmla="*/ 128123 w 6604001"/>
              <a:gd name="connsiteY3349" fmla="*/ 2399853 h 6640493"/>
              <a:gd name="connsiteX3350" fmla="*/ 1158082 w 6604001"/>
              <a:gd name="connsiteY3350" fmla="*/ 2351084 h 6640493"/>
              <a:gd name="connsiteX3351" fmla="*/ 931863 w 6604001"/>
              <a:gd name="connsiteY3351" fmla="*/ 2761935 h 6640493"/>
              <a:gd name="connsiteX3352" fmla="*/ 935634 w 6604001"/>
              <a:gd name="connsiteY3352" fmla="*/ 2788316 h 6640493"/>
              <a:gd name="connsiteX3353" fmla="*/ 1225948 w 6604001"/>
              <a:gd name="connsiteY3353" fmla="*/ 3025764 h 6640493"/>
              <a:gd name="connsiteX3354" fmla="*/ 1229718 w 6604001"/>
              <a:gd name="connsiteY3354" fmla="*/ 3021995 h 6640493"/>
              <a:gd name="connsiteX3355" fmla="*/ 1233488 w 6604001"/>
              <a:gd name="connsiteY3355" fmla="*/ 3018227 h 6640493"/>
              <a:gd name="connsiteX3356" fmla="*/ 1188244 w 6604001"/>
              <a:gd name="connsiteY3356" fmla="*/ 2471697 h 6640493"/>
              <a:gd name="connsiteX3357" fmla="*/ 1169393 w 6604001"/>
              <a:gd name="connsiteY3357" fmla="*/ 2351084 h 6640493"/>
              <a:gd name="connsiteX3358" fmla="*/ 1165623 w 6604001"/>
              <a:gd name="connsiteY3358" fmla="*/ 2351084 h 6640493"/>
              <a:gd name="connsiteX3359" fmla="*/ 1161852 w 6604001"/>
              <a:gd name="connsiteY3359" fmla="*/ 2351084 h 6640493"/>
              <a:gd name="connsiteX3360" fmla="*/ 1158082 w 6604001"/>
              <a:gd name="connsiteY3360" fmla="*/ 2351084 h 6640493"/>
              <a:gd name="connsiteX3361" fmla="*/ 542847 w 6604001"/>
              <a:gd name="connsiteY3361" fmla="*/ 2351084 h 6640493"/>
              <a:gd name="connsiteX3362" fmla="*/ 539063 w 6604001"/>
              <a:gd name="connsiteY3362" fmla="*/ 2354848 h 6640493"/>
              <a:gd name="connsiteX3363" fmla="*/ 539063 w 6604001"/>
              <a:gd name="connsiteY3363" fmla="*/ 2358612 h 6640493"/>
              <a:gd name="connsiteX3364" fmla="*/ 535280 w 6604001"/>
              <a:gd name="connsiteY3364" fmla="*/ 2358612 h 6640493"/>
              <a:gd name="connsiteX3365" fmla="*/ 395288 w 6604001"/>
              <a:gd name="connsiteY3365" fmla="*/ 2738846 h 6640493"/>
              <a:gd name="connsiteX3366" fmla="*/ 402855 w 6604001"/>
              <a:gd name="connsiteY3366" fmla="*/ 2735082 h 6640493"/>
              <a:gd name="connsiteX3367" fmla="*/ 399072 w 6604001"/>
              <a:gd name="connsiteY3367" fmla="*/ 2746379 h 6640493"/>
              <a:gd name="connsiteX3368" fmla="*/ 421939 w 6604001"/>
              <a:gd name="connsiteY3368" fmla="*/ 2734196 h 6640493"/>
              <a:gd name="connsiteX3369" fmla="*/ 409630 w 6604001"/>
              <a:gd name="connsiteY3369" fmla="*/ 2742479 h 6640493"/>
              <a:gd name="connsiteX3370" fmla="*/ 396677 w 6604001"/>
              <a:gd name="connsiteY3370" fmla="*/ 2758430 h 6640493"/>
              <a:gd name="connsiteX3371" fmla="*/ 389136 w 6604001"/>
              <a:gd name="connsiteY3371" fmla="*/ 2773543 h 6640493"/>
              <a:gd name="connsiteX3372" fmla="*/ 257175 w 6604001"/>
              <a:gd name="connsiteY3372" fmla="*/ 3087069 h 6640493"/>
              <a:gd name="connsiteX3373" fmla="*/ 260946 w 6604001"/>
              <a:gd name="connsiteY3373" fmla="*/ 3087069 h 6640493"/>
              <a:gd name="connsiteX3374" fmla="*/ 260946 w 6604001"/>
              <a:gd name="connsiteY3374" fmla="*/ 3090847 h 6640493"/>
              <a:gd name="connsiteX3375" fmla="*/ 317500 w 6604001"/>
              <a:gd name="connsiteY3375" fmla="*/ 3053069 h 6640493"/>
              <a:gd name="connsiteX3376" fmla="*/ 381596 w 6604001"/>
              <a:gd name="connsiteY3376" fmla="*/ 3030410 h 6640493"/>
              <a:gd name="connsiteX3377" fmla="*/ 430610 w 6604001"/>
              <a:gd name="connsiteY3377" fmla="*/ 3026632 h 6640493"/>
              <a:gd name="connsiteX3378" fmla="*/ 441921 w 6604001"/>
              <a:gd name="connsiteY3378" fmla="*/ 3015298 h 6640493"/>
              <a:gd name="connsiteX3379" fmla="*/ 619125 w 6604001"/>
              <a:gd name="connsiteY3379" fmla="*/ 2697983 h 6640493"/>
              <a:gd name="connsiteX3380" fmla="*/ 615355 w 6604001"/>
              <a:gd name="connsiteY3380" fmla="*/ 2697983 h 6640493"/>
              <a:gd name="connsiteX3381" fmla="*/ 615355 w 6604001"/>
              <a:gd name="connsiteY3381" fmla="*/ 2694204 h 6640493"/>
              <a:gd name="connsiteX3382" fmla="*/ 615355 w 6604001"/>
              <a:gd name="connsiteY3382" fmla="*/ 2686648 h 6640493"/>
              <a:gd name="connsiteX3383" fmla="*/ 615355 w 6604001"/>
              <a:gd name="connsiteY3383" fmla="*/ 2682873 h 6640493"/>
              <a:gd name="connsiteX3384" fmla="*/ 487636 w 6604001"/>
              <a:gd name="connsiteY3384" fmla="*/ 2706484 h 6640493"/>
              <a:gd name="connsiteX3385" fmla="*/ 438728 w 6604001"/>
              <a:gd name="connsiteY3385" fmla="*/ 2725320 h 6640493"/>
              <a:gd name="connsiteX3386" fmla="*/ 462624 w 6604001"/>
              <a:gd name="connsiteY3386" fmla="*/ 2712963 h 6640493"/>
              <a:gd name="connsiteX3387" fmla="*/ 618518 w 6604001"/>
              <a:gd name="connsiteY3387" fmla="*/ 2674841 h 6640493"/>
              <a:gd name="connsiteX3388" fmla="*/ 618518 w 6604001"/>
              <a:gd name="connsiteY3388" fmla="*/ 2671079 h 6640493"/>
              <a:gd name="connsiteX3389" fmla="*/ 622301 w 6604001"/>
              <a:gd name="connsiteY3389" fmla="*/ 2667314 h 6640493"/>
              <a:gd name="connsiteX3390" fmla="*/ 542847 w 6604001"/>
              <a:gd name="connsiteY3390" fmla="*/ 2351084 h 6640493"/>
              <a:gd name="connsiteX3391" fmla="*/ 6144231 w 6604001"/>
              <a:gd name="connsiteY3391" fmla="*/ 2347910 h 6640493"/>
              <a:gd name="connsiteX3392" fmla="*/ 6144231 w 6604001"/>
              <a:gd name="connsiteY3392" fmla="*/ 2351680 h 6640493"/>
              <a:gd name="connsiteX3393" fmla="*/ 6140450 w 6604001"/>
              <a:gd name="connsiteY3393" fmla="*/ 2351680 h 6640493"/>
              <a:gd name="connsiteX3394" fmla="*/ 6197167 w 6604001"/>
              <a:gd name="connsiteY3394" fmla="*/ 3188682 h 6640493"/>
              <a:gd name="connsiteX3395" fmla="*/ 6200948 w 6604001"/>
              <a:gd name="connsiteY3395" fmla="*/ 3188682 h 6640493"/>
              <a:gd name="connsiteX3396" fmla="*/ 6200948 w 6604001"/>
              <a:gd name="connsiteY3396" fmla="*/ 3192450 h 6640493"/>
              <a:gd name="connsiteX3397" fmla="*/ 6204729 w 6604001"/>
              <a:gd name="connsiteY3397" fmla="*/ 3192450 h 6640493"/>
              <a:gd name="connsiteX3398" fmla="*/ 6348413 w 6604001"/>
              <a:gd name="connsiteY3398" fmla="*/ 2868221 h 6640493"/>
              <a:gd name="connsiteX3399" fmla="*/ 6348413 w 6604001"/>
              <a:gd name="connsiteY3399" fmla="*/ 2864448 h 6640493"/>
              <a:gd name="connsiteX3400" fmla="*/ 6344632 w 6604001"/>
              <a:gd name="connsiteY3400" fmla="*/ 2830520 h 6640493"/>
              <a:gd name="connsiteX3401" fmla="*/ 6144231 w 6604001"/>
              <a:gd name="connsiteY3401" fmla="*/ 2347910 h 6640493"/>
              <a:gd name="connsiteX3402" fmla="*/ 6128800 w 6604001"/>
              <a:gd name="connsiteY3402" fmla="*/ 2339974 h 6640493"/>
              <a:gd name="connsiteX3403" fmla="*/ 5970588 w 6604001"/>
              <a:gd name="connsiteY3403" fmla="*/ 2660601 h 6640493"/>
              <a:gd name="connsiteX3404" fmla="*/ 5974355 w 6604001"/>
              <a:gd name="connsiteY3404" fmla="*/ 2709637 h 6640493"/>
              <a:gd name="connsiteX3405" fmla="*/ 6189071 w 6604001"/>
              <a:gd name="connsiteY3405" fmla="*/ 3192450 h 6640493"/>
              <a:gd name="connsiteX3406" fmla="*/ 6189071 w 6604001"/>
              <a:gd name="connsiteY3406" fmla="*/ 3188682 h 6640493"/>
              <a:gd name="connsiteX3407" fmla="*/ 6192838 w 6604001"/>
              <a:gd name="connsiteY3407" fmla="*/ 3188682 h 6640493"/>
              <a:gd name="connsiteX3408" fmla="*/ 6136334 w 6604001"/>
              <a:gd name="connsiteY3408" fmla="*/ 2347518 h 6640493"/>
              <a:gd name="connsiteX3409" fmla="*/ 6132567 w 6604001"/>
              <a:gd name="connsiteY3409" fmla="*/ 2343744 h 6640493"/>
              <a:gd name="connsiteX3410" fmla="*/ 6128800 w 6604001"/>
              <a:gd name="connsiteY3410" fmla="*/ 2339974 h 6640493"/>
              <a:gd name="connsiteX3411" fmla="*/ 166925 w 6604001"/>
              <a:gd name="connsiteY3411" fmla="*/ 2309406 h 6640493"/>
              <a:gd name="connsiteX3412" fmla="*/ 168738 w 6604001"/>
              <a:gd name="connsiteY3412" fmla="*/ 2309406 h 6640493"/>
              <a:gd name="connsiteX3413" fmla="*/ 151054 w 6604001"/>
              <a:gd name="connsiteY3413" fmla="*/ 2368754 h 6640493"/>
              <a:gd name="connsiteX3414" fmla="*/ 137114 w 6604001"/>
              <a:gd name="connsiteY3414" fmla="*/ 2417372 h 6640493"/>
              <a:gd name="connsiteX3415" fmla="*/ 140717 w 6604001"/>
              <a:gd name="connsiteY3415" fmla="*/ 2403211 h 6640493"/>
              <a:gd name="connsiteX3416" fmla="*/ 164198 w 6604001"/>
              <a:gd name="connsiteY3416" fmla="*/ 2316409 h 6640493"/>
              <a:gd name="connsiteX3417" fmla="*/ 169148 w 6604001"/>
              <a:gd name="connsiteY3417" fmla="*/ 2308030 h 6640493"/>
              <a:gd name="connsiteX3418" fmla="*/ 168989 w 6604001"/>
              <a:gd name="connsiteY3418" fmla="*/ 2309406 h 6640493"/>
              <a:gd name="connsiteX3419" fmla="*/ 168738 w 6604001"/>
              <a:gd name="connsiteY3419" fmla="*/ 2309406 h 6640493"/>
              <a:gd name="connsiteX3420" fmla="*/ 173921 w 6604001"/>
              <a:gd name="connsiteY3420" fmla="*/ 2289601 h 6640493"/>
              <a:gd name="connsiteX3421" fmla="*/ 173921 w 6604001"/>
              <a:gd name="connsiteY3421" fmla="*/ 2291477 h 6640493"/>
              <a:gd name="connsiteX3422" fmla="*/ 172867 w 6604001"/>
              <a:gd name="connsiteY3422" fmla="*/ 2291477 h 6640493"/>
              <a:gd name="connsiteX3423" fmla="*/ 172867 w 6604001"/>
              <a:gd name="connsiteY3423" fmla="*/ 2290656 h 6640493"/>
              <a:gd name="connsiteX3424" fmla="*/ 162409 w 6604001"/>
              <a:gd name="connsiteY3424" fmla="*/ 2289083 h 6640493"/>
              <a:gd name="connsiteX3425" fmla="*/ 159918 w 6604001"/>
              <a:gd name="connsiteY3425" fmla="*/ 2297067 h 6640493"/>
              <a:gd name="connsiteX3426" fmla="*/ 145787 w 6604001"/>
              <a:gd name="connsiteY3426" fmla="*/ 2342827 h 6640493"/>
              <a:gd name="connsiteX3427" fmla="*/ 136656 w 6604001"/>
              <a:gd name="connsiteY3427" fmla="*/ 2372306 h 6640493"/>
              <a:gd name="connsiteX3428" fmla="*/ 143645 w 6604001"/>
              <a:gd name="connsiteY3428" fmla="*/ 2349176 h 6640493"/>
              <a:gd name="connsiteX3429" fmla="*/ 161022 w 6604001"/>
              <a:gd name="connsiteY3429" fmla="*/ 2293361 h 6640493"/>
              <a:gd name="connsiteX3430" fmla="*/ 181555 w 6604001"/>
              <a:gd name="connsiteY3430" fmla="*/ 2266272 h 6640493"/>
              <a:gd name="connsiteX3431" fmla="*/ 181555 w 6604001"/>
              <a:gd name="connsiteY3431" fmla="*/ 2267926 h 6640493"/>
              <a:gd name="connsiteX3432" fmla="*/ 180978 w 6604001"/>
              <a:gd name="connsiteY3432" fmla="*/ 2267926 h 6640493"/>
              <a:gd name="connsiteX3433" fmla="*/ 841177 w 6604001"/>
              <a:gd name="connsiteY3433" fmla="*/ 2252656 h 6640493"/>
              <a:gd name="connsiteX3434" fmla="*/ 826096 w 6604001"/>
              <a:gd name="connsiteY3434" fmla="*/ 2267736 h 6640493"/>
              <a:gd name="connsiteX3435" fmla="*/ 641350 w 6604001"/>
              <a:gd name="connsiteY3435" fmla="*/ 2659851 h 6640493"/>
              <a:gd name="connsiteX3436" fmla="*/ 645121 w 6604001"/>
              <a:gd name="connsiteY3436" fmla="*/ 2663624 h 6640493"/>
              <a:gd name="connsiteX3437" fmla="*/ 645121 w 6604001"/>
              <a:gd name="connsiteY3437" fmla="*/ 2674935 h 6640493"/>
              <a:gd name="connsiteX3438" fmla="*/ 645121 w 6604001"/>
              <a:gd name="connsiteY3438" fmla="*/ 2678704 h 6640493"/>
              <a:gd name="connsiteX3439" fmla="*/ 909043 w 6604001"/>
              <a:gd name="connsiteY3439" fmla="*/ 2765426 h 6640493"/>
              <a:gd name="connsiteX3440" fmla="*/ 924124 w 6604001"/>
              <a:gd name="connsiteY3440" fmla="*/ 2757888 h 6640493"/>
              <a:gd name="connsiteX3441" fmla="*/ 1154113 w 6604001"/>
              <a:gd name="connsiteY3441" fmla="*/ 2346916 h 6640493"/>
              <a:gd name="connsiteX3442" fmla="*/ 1150343 w 6604001"/>
              <a:gd name="connsiteY3442" fmla="*/ 2346916 h 6640493"/>
              <a:gd name="connsiteX3443" fmla="*/ 1150343 w 6604001"/>
              <a:gd name="connsiteY3443" fmla="*/ 2343146 h 6640493"/>
              <a:gd name="connsiteX3444" fmla="*/ 1150343 w 6604001"/>
              <a:gd name="connsiteY3444" fmla="*/ 2339374 h 6640493"/>
              <a:gd name="connsiteX3445" fmla="*/ 1146573 w 6604001"/>
              <a:gd name="connsiteY3445" fmla="*/ 2339374 h 6640493"/>
              <a:gd name="connsiteX3446" fmla="*/ 1150343 w 6604001"/>
              <a:gd name="connsiteY3446" fmla="*/ 2328063 h 6640493"/>
              <a:gd name="connsiteX3447" fmla="*/ 1150343 w 6604001"/>
              <a:gd name="connsiteY3447" fmla="*/ 2324293 h 6640493"/>
              <a:gd name="connsiteX3448" fmla="*/ 841177 w 6604001"/>
              <a:gd name="connsiteY3448" fmla="*/ 2252656 h 6640493"/>
              <a:gd name="connsiteX3449" fmla="*/ 813793 w 6604001"/>
              <a:gd name="connsiteY3449" fmla="*/ 2249481 h 6640493"/>
              <a:gd name="connsiteX3450" fmla="*/ 549871 w 6604001"/>
              <a:gd name="connsiteY3450" fmla="*/ 2336117 h 6640493"/>
              <a:gd name="connsiteX3451" fmla="*/ 549871 w 6604001"/>
              <a:gd name="connsiteY3451" fmla="*/ 2339883 h 6640493"/>
              <a:gd name="connsiteX3452" fmla="*/ 549871 w 6604001"/>
              <a:gd name="connsiteY3452" fmla="*/ 2343651 h 6640493"/>
              <a:gd name="connsiteX3453" fmla="*/ 546100 w 6604001"/>
              <a:gd name="connsiteY3453" fmla="*/ 2343651 h 6640493"/>
              <a:gd name="connsiteX3454" fmla="*/ 629047 w 6604001"/>
              <a:gd name="connsiteY3454" fmla="*/ 2663823 h 6640493"/>
              <a:gd name="connsiteX3455" fmla="*/ 632818 w 6604001"/>
              <a:gd name="connsiteY3455" fmla="*/ 2660056 h 6640493"/>
              <a:gd name="connsiteX3456" fmla="*/ 636588 w 6604001"/>
              <a:gd name="connsiteY3456" fmla="*/ 2660056 h 6640493"/>
              <a:gd name="connsiteX3457" fmla="*/ 817563 w 6604001"/>
              <a:gd name="connsiteY3457" fmla="*/ 2268315 h 6640493"/>
              <a:gd name="connsiteX3458" fmla="*/ 813793 w 6604001"/>
              <a:gd name="connsiteY3458" fmla="*/ 2249481 h 6640493"/>
              <a:gd name="connsiteX3459" fmla="*/ 6393401 w 6604001"/>
              <a:gd name="connsiteY3459" fmla="*/ 2189221 h 6640493"/>
              <a:gd name="connsiteX3460" fmla="*/ 6398477 w 6604001"/>
              <a:gd name="connsiteY3460" fmla="*/ 2201738 h 6640493"/>
              <a:gd name="connsiteX3461" fmla="*/ 6453470 w 6604001"/>
              <a:gd name="connsiteY3461" fmla="*/ 2353778 h 6640493"/>
              <a:gd name="connsiteX3462" fmla="*/ 6460130 w 6604001"/>
              <a:gd name="connsiteY3462" fmla="*/ 2375175 h 6640493"/>
              <a:gd name="connsiteX3463" fmla="*/ 6449818 w 6604001"/>
              <a:gd name="connsiteY3463" fmla="*/ 2343690 h 6640493"/>
              <a:gd name="connsiteX3464" fmla="*/ 6400543 w 6604001"/>
              <a:gd name="connsiteY3464" fmla="*/ 2208098 h 6640493"/>
              <a:gd name="connsiteX3465" fmla="*/ 209919 w 6604001"/>
              <a:gd name="connsiteY3465" fmla="*/ 2185355 h 6640493"/>
              <a:gd name="connsiteX3466" fmla="*/ 203737 w 6604001"/>
              <a:gd name="connsiteY3466" fmla="*/ 2202665 h 6640493"/>
              <a:gd name="connsiteX3467" fmla="*/ 181555 w 6604001"/>
              <a:gd name="connsiteY3467" fmla="*/ 2266272 h 6640493"/>
              <a:gd name="connsiteX3468" fmla="*/ 181555 w 6604001"/>
              <a:gd name="connsiteY3468" fmla="*/ 2264158 h 6640493"/>
              <a:gd name="connsiteX3469" fmla="*/ 204552 w 6604001"/>
              <a:gd name="connsiteY3469" fmla="*/ 2200101 h 6640493"/>
              <a:gd name="connsiteX3470" fmla="*/ 6268152 w 6604001"/>
              <a:gd name="connsiteY3470" fmla="*/ 2131918 h 6640493"/>
              <a:gd name="connsiteX3471" fmla="*/ 6268450 w 6604001"/>
              <a:gd name="connsiteY3471" fmla="*/ 2132215 h 6640493"/>
              <a:gd name="connsiteX3472" fmla="*/ 6285606 w 6604001"/>
              <a:gd name="connsiteY3472" fmla="*/ 2172983 h 6640493"/>
              <a:gd name="connsiteX3473" fmla="*/ 6268066 w 6604001"/>
              <a:gd name="connsiteY3473" fmla="*/ 2132310 h 6640493"/>
              <a:gd name="connsiteX3474" fmla="*/ 5638565 w 6604001"/>
              <a:gd name="connsiteY3474" fmla="*/ 2095483 h 6640493"/>
              <a:gd name="connsiteX3475" fmla="*/ 5416550 w 6604001"/>
              <a:gd name="connsiteY3475" fmla="*/ 2513747 h 6640493"/>
              <a:gd name="connsiteX3476" fmla="*/ 5420313 w 6604001"/>
              <a:gd name="connsiteY3476" fmla="*/ 2517516 h 6640493"/>
              <a:gd name="connsiteX3477" fmla="*/ 5420313 w 6604001"/>
              <a:gd name="connsiteY3477" fmla="*/ 2566502 h 6640493"/>
              <a:gd name="connsiteX3478" fmla="*/ 5713824 w 6604001"/>
              <a:gd name="connsiteY3478" fmla="*/ 3124184 h 6640493"/>
              <a:gd name="connsiteX3479" fmla="*/ 5713824 w 6604001"/>
              <a:gd name="connsiteY3479" fmla="*/ 3120415 h 6640493"/>
              <a:gd name="connsiteX3480" fmla="*/ 5717587 w 6604001"/>
              <a:gd name="connsiteY3480" fmla="*/ 3120415 h 6640493"/>
              <a:gd name="connsiteX3481" fmla="*/ 5717587 w 6604001"/>
              <a:gd name="connsiteY3481" fmla="*/ 3116647 h 6640493"/>
              <a:gd name="connsiteX3482" fmla="*/ 5721350 w 6604001"/>
              <a:gd name="connsiteY3482" fmla="*/ 3116647 h 6640493"/>
              <a:gd name="connsiteX3483" fmla="*/ 5646091 w 6604001"/>
              <a:gd name="connsiteY3483" fmla="*/ 2103019 h 6640493"/>
              <a:gd name="connsiteX3484" fmla="*/ 5642328 w 6604001"/>
              <a:gd name="connsiteY3484" fmla="*/ 2103019 h 6640493"/>
              <a:gd name="connsiteX3485" fmla="*/ 5642328 w 6604001"/>
              <a:gd name="connsiteY3485" fmla="*/ 2099251 h 6640493"/>
              <a:gd name="connsiteX3486" fmla="*/ 5638565 w 6604001"/>
              <a:gd name="connsiteY3486" fmla="*/ 2095483 h 6640493"/>
              <a:gd name="connsiteX3487" fmla="*/ 6351816 w 6604001"/>
              <a:gd name="connsiteY3487" fmla="*/ 2080508 h 6640493"/>
              <a:gd name="connsiteX3488" fmla="*/ 6355330 w 6604001"/>
              <a:gd name="connsiteY3488" fmla="*/ 2080508 h 6640493"/>
              <a:gd name="connsiteX3489" fmla="*/ 6355330 w 6604001"/>
              <a:gd name="connsiteY3489" fmla="*/ 2084275 h 6640493"/>
              <a:gd name="connsiteX3490" fmla="*/ 6355330 w 6604001"/>
              <a:gd name="connsiteY3490" fmla="*/ 2088044 h 6640493"/>
              <a:gd name="connsiteX3491" fmla="*/ 6379879 w 6604001"/>
              <a:gd name="connsiteY3491" fmla="*/ 2153481 h 6640493"/>
              <a:gd name="connsiteX3492" fmla="*/ 6393401 w 6604001"/>
              <a:gd name="connsiteY3492" fmla="*/ 2189221 h 6640493"/>
              <a:gd name="connsiteX3493" fmla="*/ 6379148 w 6604001"/>
              <a:gd name="connsiteY3493" fmla="*/ 2154078 h 6640493"/>
              <a:gd name="connsiteX3494" fmla="*/ 6356647 w 6604001"/>
              <a:gd name="connsiteY3494" fmla="*/ 2099446 h 6640493"/>
              <a:gd name="connsiteX3495" fmla="*/ 6351588 w 6604001"/>
              <a:gd name="connsiteY3495" fmla="*/ 2079618 h 6640493"/>
              <a:gd name="connsiteX3496" fmla="*/ 6351816 w 6604001"/>
              <a:gd name="connsiteY3496" fmla="*/ 2080508 h 6640493"/>
              <a:gd name="connsiteX3497" fmla="*/ 6351588 w 6604001"/>
              <a:gd name="connsiteY3497" fmla="*/ 2080508 h 6640493"/>
              <a:gd name="connsiteX3498" fmla="*/ 1846857 w 6604001"/>
              <a:gd name="connsiteY3498" fmla="*/ 2071674 h 6640493"/>
              <a:gd name="connsiteX3499" fmla="*/ 1843088 w 6604001"/>
              <a:gd name="connsiteY3499" fmla="*/ 2079225 h 6640493"/>
              <a:gd name="connsiteX3500" fmla="*/ 1861931 w 6604001"/>
              <a:gd name="connsiteY3500" fmla="*/ 2207587 h 6640493"/>
              <a:gd name="connsiteX3501" fmla="*/ 1922226 w 6604001"/>
              <a:gd name="connsiteY3501" fmla="*/ 2962655 h 6640493"/>
              <a:gd name="connsiteX3502" fmla="*/ 1925994 w 6604001"/>
              <a:gd name="connsiteY3502" fmla="*/ 2962655 h 6640493"/>
              <a:gd name="connsiteX3503" fmla="*/ 1929763 w 6604001"/>
              <a:gd name="connsiteY3503" fmla="*/ 2966433 h 6640493"/>
              <a:gd name="connsiteX3504" fmla="*/ 1933531 w 6604001"/>
              <a:gd name="connsiteY3504" fmla="*/ 2966433 h 6640493"/>
              <a:gd name="connsiteX3505" fmla="*/ 1933531 w 6604001"/>
              <a:gd name="connsiteY3505" fmla="*/ 2970206 h 6640493"/>
              <a:gd name="connsiteX3506" fmla="*/ 2246313 w 6604001"/>
              <a:gd name="connsiteY3506" fmla="*/ 2483187 h 6640493"/>
              <a:gd name="connsiteX3507" fmla="*/ 2246313 w 6604001"/>
              <a:gd name="connsiteY3507" fmla="*/ 2479412 h 6640493"/>
              <a:gd name="connsiteX3508" fmla="*/ 2242545 w 6604001"/>
              <a:gd name="connsiteY3508" fmla="*/ 2479412 h 6640493"/>
              <a:gd name="connsiteX3509" fmla="*/ 2242545 w 6604001"/>
              <a:gd name="connsiteY3509" fmla="*/ 2434111 h 6640493"/>
              <a:gd name="connsiteX3510" fmla="*/ 1850625 w 6604001"/>
              <a:gd name="connsiteY3510" fmla="*/ 2071674 h 6640493"/>
              <a:gd name="connsiteX3511" fmla="*/ 1846857 w 6604001"/>
              <a:gd name="connsiteY3511" fmla="*/ 2071674 h 6640493"/>
              <a:gd name="connsiteX3512" fmla="*/ 256020 w 6604001"/>
              <a:gd name="connsiteY3512" fmla="*/ 2064370 h 6640493"/>
              <a:gd name="connsiteX3513" fmla="*/ 224029 w 6604001"/>
              <a:gd name="connsiteY3513" fmla="*/ 2146596 h 6640493"/>
              <a:gd name="connsiteX3514" fmla="*/ 209919 w 6604001"/>
              <a:gd name="connsiteY3514" fmla="*/ 2185355 h 6640493"/>
              <a:gd name="connsiteX3515" fmla="*/ 222390 w 6604001"/>
              <a:gd name="connsiteY3515" fmla="*/ 2150438 h 6640493"/>
              <a:gd name="connsiteX3516" fmla="*/ 254968 w 6604001"/>
              <a:gd name="connsiteY3516" fmla="*/ 2066781 h 6640493"/>
              <a:gd name="connsiteX3517" fmla="*/ 6322378 w 6604001"/>
              <a:gd name="connsiteY3517" fmla="*/ 2062748 h 6640493"/>
              <a:gd name="connsiteX3518" fmla="*/ 6264275 w 6604001"/>
              <a:gd name="connsiteY3518" fmla="*/ 2098325 h 6640493"/>
              <a:gd name="connsiteX3519" fmla="*/ 6264275 w 6604001"/>
              <a:gd name="connsiteY3519" fmla="*/ 2102100 h 6640493"/>
              <a:gd name="connsiteX3520" fmla="*/ 6270435 w 6604001"/>
              <a:gd name="connsiteY3520" fmla="*/ 2121454 h 6640493"/>
              <a:gd name="connsiteX3521" fmla="*/ 6268152 w 6604001"/>
              <a:gd name="connsiteY3521" fmla="*/ 2131918 h 6640493"/>
              <a:gd name="connsiteX3522" fmla="*/ 6257102 w 6604001"/>
              <a:gd name="connsiteY3522" fmla="*/ 2120892 h 6640493"/>
              <a:gd name="connsiteX3523" fmla="*/ 6143625 w 6604001"/>
              <a:gd name="connsiteY3523" fmla="*/ 2309623 h 6640493"/>
              <a:gd name="connsiteX3524" fmla="*/ 6143625 w 6604001"/>
              <a:gd name="connsiteY3524" fmla="*/ 2313397 h 6640493"/>
              <a:gd name="connsiteX3525" fmla="*/ 6147408 w 6604001"/>
              <a:gd name="connsiteY3525" fmla="*/ 2313397 h 6640493"/>
              <a:gd name="connsiteX3526" fmla="*/ 6147408 w 6604001"/>
              <a:gd name="connsiteY3526" fmla="*/ 2317172 h 6640493"/>
              <a:gd name="connsiteX3527" fmla="*/ 6147408 w 6604001"/>
              <a:gd name="connsiteY3527" fmla="*/ 2320946 h 6640493"/>
              <a:gd name="connsiteX3528" fmla="*/ 6147408 w 6604001"/>
              <a:gd name="connsiteY3528" fmla="*/ 2324723 h 6640493"/>
              <a:gd name="connsiteX3529" fmla="*/ 6147408 w 6604001"/>
              <a:gd name="connsiteY3529" fmla="*/ 2339822 h 6640493"/>
              <a:gd name="connsiteX3530" fmla="*/ 6147408 w 6604001"/>
              <a:gd name="connsiteY3530" fmla="*/ 2343596 h 6640493"/>
              <a:gd name="connsiteX3531" fmla="*/ 6347884 w 6604001"/>
              <a:gd name="connsiteY3531" fmla="*/ 2822963 h 6640493"/>
              <a:gd name="connsiteX3532" fmla="*/ 6351666 w 6604001"/>
              <a:gd name="connsiteY3532" fmla="*/ 2822963 h 6640493"/>
              <a:gd name="connsiteX3533" fmla="*/ 6355449 w 6604001"/>
              <a:gd name="connsiteY3533" fmla="*/ 2830520 h 6640493"/>
              <a:gd name="connsiteX3534" fmla="*/ 6450013 w 6604001"/>
              <a:gd name="connsiteY3534" fmla="*/ 2619138 h 6640493"/>
              <a:gd name="connsiteX3535" fmla="*/ 6450013 w 6604001"/>
              <a:gd name="connsiteY3535" fmla="*/ 2615364 h 6640493"/>
              <a:gd name="connsiteX3536" fmla="*/ 6446230 w 6604001"/>
              <a:gd name="connsiteY3536" fmla="*/ 2611591 h 6640493"/>
              <a:gd name="connsiteX3537" fmla="*/ 6446230 w 6604001"/>
              <a:gd name="connsiteY3537" fmla="*/ 2607814 h 6640493"/>
              <a:gd name="connsiteX3538" fmla="*/ 6446230 w 6604001"/>
              <a:gd name="connsiteY3538" fmla="*/ 2604039 h 6640493"/>
              <a:gd name="connsiteX3539" fmla="*/ 6446230 w 6604001"/>
              <a:gd name="connsiteY3539" fmla="*/ 2596489 h 6640493"/>
              <a:gd name="connsiteX3540" fmla="*/ 6446230 w 6604001"/>
              <a:gd name="connsiteY3540" fmla="*/ 2592715 h 6640493"/>
              <a:gd name="connsiteX3541" fmla="*/ 6299516 w 6604001"/>
              <a:gd name="connsiteY3541" fmla="*/ 2206036 h 6640493"/>
              <a:gd name="connsiteX3542" fmla="*/ 6285606 w 6604001"/>
              <a:gd name="connsiteY3542" fmla="*/ 2172983 h 6640493"/>
              <a:gd name="connsiteX3543" fmla="*/ 6299042 w 6604001"/>
              <a:gd name="connsiteY3543" fmla="*/ 2204138 h 6640493"/>
              <a:gd name="connsiteX3544" fmla="*/ 6446222 w 6604001"/>
              <a:gd name="connsiteY3544" fmla="*/ 2589210 h 6640493"/>
              <a:gd name="connsiteX3545" fmla="*/ 6450013 w 6604001"/>
              <a:gd name="connsiteY3545" fmla="*/ 2589210 h 6640493"/>
              <a:gd name="connsiteX3546" fmla="*/ 6446222 w 6604001"/>
              <a:gd name="connsiteY3546" fmla="*/ 2566552 h 6640493"/>
              <a:gd name="connsiteX3547" fmla="*/ 6347668 w 6604001"/>
              <a:gd name="connsiteY3547" fmla="*/ 2075670 h 6640493"/>
              <a:gd name="connsiteX3548" fmla="*/ 6347668 w 6604001"/>
              <a:gd name="connsiteY3548" fmla="*/ 2071893 h 6640493"/>
              <a:gd name="connsiteX3549" fmla="*/ 6343877 w 6604001"/>
              <a:gd name="connsiteY3549" fmla="*/ 2068118 h 6640493"/>
              <a:gd name="connsiteX3550" fmla="*/ 6343877 w 6604001"/>
              <a:gd name="connsiteY3550" fmla="*/ 2064343 h 6640493"/>
              <a:gd name="connsiteX3551" fmla="*/ 6322378 w 6604001"/>
              <a:gd name="connsiteY3551" fmla="*/ 2062748 h 6640493"/>
              <a:gd name="connsiteX3552" fmla="*/ 5024069 w 6604001"/>
              <a:gd name="connsiteY3552" fmla="*/ 1917683 h 6640493"/>
              <a:gd name="connsiteX3553" fmla="*/ 5016500 w 6604001"/>
              <a:gd name="connsiteY3553" fmla="*/ 1921453 h 6640493"/>
              <a:gd name="connsiteX3554" fmla="*/ 5103540 w 6604001"/>
              <a:gd name="connsiteY3554" fmla="*/ 3048381 h 6640493"/>
              <a:gd name="connsiteX3555" fmla="*/ 5107324 w 6604001"/>
              <a:gd name="connsiteY3555" fmla="*/ 3052150 h 6640493"/>
              <a:gd name="connsiteX3556" fmla="*/ 5111109 w 6604001"/>
              <a:gd name="connsiteY3556" fmla="*/ 3052150 h 6640493"/>
              <a:gd name="connsiteX3557" fmla="*/ 5111109 w 6604001"/>
              <a:gd name="connsiteY3557" fmla="*/ 3055918 h 6640493"/>
              <a:gd name="connsiteX3558" fmla="*/ 5114893 w 6604001"/>
              <a:gd name="connsiteY3558" fmla="*/ 3055918 h 6640493"/>
              <a:gd name="connsiteX3559" fmla="*/ 5391150 w 6604001"/>
              <a:gd name="connsiteY3559" fmla="*/ 2565954 h 6640493"/>
              <a:gd name="connsiteX3560" fmla="*/ 5391150 w 6604001"/>
              <a:gd name="connsiteY3560" fmla="*/ 2558415 h 6640493"/>
              <a:gd name="connsiteX3561" fmla="*/ 5387366 w 6604001"/>
              <a:gd name="connsiteY3561" fmla="*/ 2558415 h 6640493"/>
              <a:gd name="connsiteX3562" fmla="*/ 5387366 w 6604001"/>
              <a:gd name="connsiteY3562" fmla="*/ 2509418 h 6640493"/>
              <a:gd name="connsiteX3563" fmla="*/ 5024069 w 6604001"/>
              <a:gd name="connsiteY3563" fmla="*/ 1917683 h 6640493"/>
              <a:gd name="connsiteX3564" fmla="*/ 4997900 w 6604001"/>
              <a:gd name="connsiteY3564" fmla="*/ 1914510 h 6640493"/>
              <a:gd name="connsiteX3565" fmla="*/ 4722813 w 6604001"/>
              <a:gd name="connsiteY3565" fmla="*/ 2400460 h 6640493"/>
              <a:gd name="connsiteX3566" fmla="*/ 4726581 w 6604001"/>
              <a:gd name="connsiteY3566" fmla="*/ 2460733 h 6640493"/>
              <a:gd name="connsiteX3567" fmla="*/ 5084571 w 6604001"/>
              <a:gd name="connsiteY3567" fmla="*/ 3055918 h 6640493"/>
              <a:gd name="connsiteX3568" fmla="*/ 5088339 w 6604001"/>
              <a:gd name="connsiteY3568" fmla="*/ 3052154 h 6640493"/>
              <a:gd name="connsiteX3569" fmla="*/ 5092108 w 6604001"/>
              <a:gd name="connsiteY3569" fmla="*/ 3048386 h 6640493"/>
              <a:gd name="connsiteX3570" fmla="*/ 5095876 w 6604001"/>
              <a:gd name="connsiteY3570" fmla="*/ 3048386 h 6640493"/>
              <a:gd name="connsiteX3571" fmla="*/ 5009205 w 6604001"/>
              <a:gd name="connsiteY3571" fmla="*/ 1922042 h 6640493"/>
              <a:gd name="connsiteX3572" fmla="*/ 5005436 w 6604001"/>
              <a:gd name="connsiteY3572" fmla="*/ 1918276 h 6640493"/>
              <a:gd name="connsiteX3573" fmla="*/ 5001668 w 6604001"/>
              <a:gd name="connsiteY3573" fmla="*/ 1918276 h 6640493"/>
              <a:gd name="connsiteX3574" fmla="*/ 4997900 w 6604001"/>
              <a:gd name="connsiteY3574" fmla="*/ 1914510 h 6640493"/>
              <a:gd name="connsiteX3575" fmla="*/ 2578206 w 6604001"/>
              <a:gd name="connsiteY3575" fmla="*/ 1895461 h 6640493"/>
              <a:gd name="connsiteX3576" fmla="*/ 2281238 w 6604001"/>
              <a:gd name="connsiteY3576" fmla="*/ 2427081 h 6640493"/>
              <a:gd name="connsiteX3577" fmla="*/ 2284997 w 6604001"/>
              <a:gd name="connsiteY3577" fmla="*/ 2430852 h 6640493"/>
              <a:gd name="connsiteX3578" fmla="*/ 2284997 w 6604001"/>
              <a:gd name="connsiteY3578" fmla="*/ 2476093 h 6640493"/>
              <a:gd name="connsiteX3579" fmla="*/ 2672183 w 6604001"/>
              <a:gd name="connsiteY3579" fmla="*/ 2951160 h 6640493"/>
              <a:gd name="connsiteX3580" fmla="*/ 2672183 w 6604001"/>
              <a:gd name="connsiteY3580" fmla="*/ 2947387 h 6640493"/>
              <a:gd name="connsiteX3581" fmla="*/ 2675942 w 6604001"/>
              <a:gd name="connsiteY3581" fmla="*/ 2947387 h 6640493"/>
              <a:gd name="connsiteX3582" fmla="*/ 2675942 w 6604001"/>
              <a:gd name="connsiteY3582" fmla="*/ 2943618 h 6640493"/>
              <a:gd name="connsiteX3583" fmla="*/ 2679701 w 6604001"/>
              <a:gd name="connsiteY3583" fmla="*/ 2943618 h 6640493"/>
              <a:gd name="connsiteX3584" fmla="*/ 2679701 w 6604001"/>
              <a:gd name="connsiteY3584" fmla="*/ 2939850 h 6640493"/>
              <a:gd name="connsiteX3585" fmla="*/ 2604520 w 6604001"/>
              <a:gd name="connsiteY3585" fmla="*/ 2012341 h 6640493"/>
              <a:gd name="connsiteX3586" fmla="*/ 2589483 w 6604001"/>
              <a:gd name="connsiteY3586" fmla="*/ 1899232 h 6640493"/>
              <a:gd name="connsiteX3587" fmla="*/ 2581965 w 6604001"/>
              <a:gd name="connsiteY3587" fmla="*/ 1899232 h 6640493"/>
              <a:gd name="connsiteX3588" fmla="*/ 2578206 w 6604001"/>
              <a:gd name="connsiteY3588" fmla="*/ 1895461 h 6640493"/>
              <a:gd name="connsiteX3589" fmla="*/ 2607869 w 6604001"/>
              <a:gd name="connsiteY3589" fmla="*/ 1887523 h 6640493"/>
              <a:gd name="connsiteX3590" fmla="*/ 2607869 w 6604001"/>
              <a:gd name="connsiteY3590" fmla="*/ 1891290 h 6640493"/>
              <a:gd name="connsiteX3591" fmla="*/ 2604097 w 6604001"/>
              <a:gd name="connsiteY3591" fmla="*/ 1891290 h 6640493"/>
              <a:gd name="connsiteX3592" fmla="*/ 2600325 w 6604001"/>
              <a:gd name="connsiteY3592" fmla="*/ 1895059 h 6640493"/>
              <a:gd name="connsiteX3593" fmla="*/ 2615413 w 6604001"/>
              <a:gd name="connsiteY3593" fmla="*/ 2011873 h 6640493"/>
              <a:gd name="connsiteX3594" fmla="*/ 2690853 w 6604001"/>
              <a:gd name="connsiteY3594" fmla="*/ 2938859 h 6640493"/>
              <a:gd name="connsiteX3595" fmla="*/ 2694625 w 6604001"/>
              <a:gd name="connsiteY3595" fmla="*/ 2942628 h 6640493"/>
              <a:gd name="connsiteX3596" fmla="*/ 2698397 w 6604001"/>
              <a:gd name="connsiteY3596" fmla="*/ 2942628 h 6640493"/>
              <a:gd name="connsiteX3597" fmla="*/ 2702169 w 6604001"/>
              <a:gd name="connsiteY3597" fmla="*/ 2946396 h 6640493"/>
              <a:gd name="connsiteX3598" fmla="*/ 3041650 w 6604001"/>
              <a:gd name="connsiteY3598" fmla="*/ 2415076 h 6640493"/>
              <a:gd name="connsiteX3599" fmla="*/ 3037878 w 6604001"/>
              <a:gd name="connsiteY3599" fmla="*/ 2358553 h 6640493"/>
              <a:gd name="connsiteX3600" fmla="*/ 2607869 w 6604001"/>
              <a:gd name="connsiteY3600" fmla="*/ 1887523 h 6640493"/>
              <a:gd name="connsiteX3601" fmla="*/ 325909 w 6604001"/>
              <a:gd name="connsiteY3601" fmla="*/ 1879953 h 6640493"/>
              <a:gd name="connsiteX3602" fmla="*/ 306507 w 6604001"/>
              <a:gd name="connsiteY3602" fmla="*/ 1921741 h 6640493"/>
              <a:gd name="connsiteX3603" fmla="*/ 259477 w 6604001"/>
              <a:gd name="connsiteY3603" fmla="*/ 2028942 h 6640493"/>
              <a:gd name="connsiteX3604" fmla="*/ 240286 w 6604001"/>
              <a:gd name="connsiteY3604" fmla="*/ 2073875 h 6640493"/>
              <a:gd name="connsiteX3605" fmla="*/ 251821 w 6604001"/>
              <a:gd name="connsiteY3605" fmla="*/ 2045383 h 6640493"/>
              <a:gd name="connsiteX3606" fmla="*/ 321809 w 6604001"/>
              <a:gd name="connsiteY3606" fmla="*/ 1888142 h 6640493"/>
              <a:gd name="connsiteX3607" fmla="*/ 6253163 w 6604001"/>
              <a:gd name="connsiteY3607" fmla="*/ 1824027 h 6640493"/>
              <a:gd name="connsiteX3608" fmla="*/ 6260783 w 6604001"/>
              <a:gd name="connsiteY3608" fmla="*/ 1835283 h 6640493"/>
              <a:gd name="connsiteX3609" fmla="*/ 6288883 w 6604001"/>
              <a:gd name="connsiteY3609" fmla="*/ 1901008 h 6640493"/>
              <a:gd name="connsiteX3610" fmla="*/ 6287976 w 6604001"/>
              <a:gd name="connsiteY3610" fmla="*/ 1900100 h 6640493"/>
              <a:gd name="connsiteX3611" fmla="*/ 6287453 w 6604001"/>
              <a:gd name="connsiteY3611" fmla="*/ 1899070 h 6640493"/>
              <a:gd name="connsiteX3612" fmla="*/ 6253163 w 6604001"/>
              <a:gd name="connsiteY3612" fmla="*/ 1824027 h 6640493"/>
              <a:gd name="connsiteX3613" fmla="*/ 486100 w 6604001"/>
              <a:gd name="connsiteY3613" fmla="*/ 1812466 h 6640493"/>
              <a:gd name="connsiteX3614" fmla="*/ 479914 w 6604001"/>
              <a:gd name="connsiteY3614" fmla="*/ 1822027 h 6640493"/>
              <a:gd name="connsiteX3615" fmla="*/ 382092 w 6604001"/>
              <a:gd name="connsiteY3615" fmla="*/ 1975143 h 6640493"/>
              <a:gd name="connsiteX3616" fmla="*/ 348987 w 6604001"/>
              <a:gd name="connsiteY3616" fmla="*/ 2030680 h 6640493"/>
              <a:gd name="connsiteX3617" fmla="*/ 361530 w 6604001"/>
              <a:gd name="connsiteY3617" fmla="*/ 2006543 h 6640493"/>
              <a:gd name="connsiteX3618" fmla="*/ 480645 w 6604001"/>
              <a:gd name="connsiteY3618" fmla="*/ 1820078 h 6640493"/>
              <a:gd name="connsiteX3619" fmla="*/ 4262656 w 6604001"/>
              <a:gd name="connsiteY3619" fmla="*/ 1808147 h 6640493"/>
              <a:gd name="connsiteX3620" fmla="*/ 4258879 w 6604001"/>
              <a:gd name="connsiteY3620" fmla="*/ 1811919 h 6640493"/>
              <a:gd name="connsiteX3621" fmla="*/ 4251325 w 6604001"/>
              <a:gd name="connsiteY3621" fmla="*/ 1815691 h 6640493"/>
              <a:gd name="connsiteX3622" fmla="*/ 4258879 w 6604001"/>
              <a:gd name="connsiteY3622" fmla="*/ 1857193 h 6640493"/>
              <a:gd name="connsiteX3623" fmla="*/ 4345754 w 6604001"/>
              <a:gd name="connsiteY3623" fmla="*/ 2989045 h 6640493"/>
              <a:gd name="connsiteX3624" fmla="*/ 4349531 w 6604001"/>
              <a:gd name="connsiteY3624" fmla="*/ 2992813 h 6640493"/>
              <a:gd name="connsiteX3625" fmla="*/ 4353308 w 6604001"/>
              <a:gd name="connsiteY3625" fmla="*/ 2996587 h 6640493"/>
              <a:gd name="connsiteX3626" fmla="*/ 4357085 w 6604001"/>
              <a:gd name="connsiteY3626" fmla="*/ 3000360 h 6640493"/>
              <a:gd name="connsiteX3627" fmla="*/ 4689475 w 6604001"/>
              <a:gd name="connsiteY3627" fmla="*/ 2460846 h 6640493"/>
              <a:gd name="connsiteX3628" fmla="*/ 4685698 w 6604001"/>
              <a:gd name="connsiteY3628" fmla="*/ 2400484 h 6640493"/>
              <a:gd name="connsiteX3629" fmla="*/ 4262656 w 6604001"/>
              <a:gd name="connsiteY3629" fmla="*/ 1808147 h 6640493"/>
              <a:gd name="connsiteX3630" fmla="*/ 4229648 w 6604001"/>
              <a:gd name="connsiteY3630" fmla="*/ 1808147 h 6640493"/>
              <a:gd name="connsiteX3631" fmla="*/ 3908425 w 6604001"/>
              <a:gd name="connsiteY3631" fmla="*/ 2343446 h 6640493"/>
              <a:gd name="connsiteX3632" fmla="*/ 3915983 w 6604001"/>
              <a:gd name="connsiteY3632" fmla="*/ 2399992 h 6640493"/>
              <a:gd name="connsiteX3633" fmla="*/ 3915983 w 6604001"/>
              <a:gd name="connsiteY3633" fmla="*/ 2403761 h 6640493"/>
              <a:gd name="connsiteX3634" fmla="*/ 4327905 w 6604001"/>
              <a:gd name="connsiteY3634" fmla="*/ 2995601 h 6640493"/>
              <a:gd name="connsiteX3635" fmla="*/ 4331684 w 6604001"/>
              <a:gd name="connsiteY3635" fmla="*/ 2991832 h 6640493"/>
              <a:gd name="connsiteX3636" fmla="*/ 4335463 w 6604001"/>
              <a:gd name="connsiteY3636" fmla="*/ 2988059 h 6640493"/>
              <a:gd name="connsiteX3637" fmla="*/ 4248544 w 6604001"/>
              <a:gd name="connsiteY3637" fmla="*/ 1857152 h 6640493"/>
              <a:gd name="connsiteX3638" fmla="*/ 4240986 w 6604001"/>
              <a:gd name="connsiteY3638" fmla="*/ 1815686 h 6640493"/>
              <a:gd name="connsiteX3639" fmla="*/ 4237206 w 6604001"/>
              <a:gd name="connsiteY3639" fmla="*/ 1811917 h 6640493"/>
              <a:gd name="connsiteX3640" fmla="*/ 4229648 w 6604001"/>
              <a:gd name="connsiteY3640" fmla="*/ 1808147 h 6640493"/>
              <a:gd name="connsiteX3641" fmla="*/ 3422260 w 6604001"/>
              <a:gd name="connsiteY3641" fmla="*/ 1801802 h 6640493"/>
              <a:gd name="connsiteX3642" fmla="*/ 3418487 w 6604001"/>
              <a:gd name="connsiteY3642" fmla="*/ 1805561 h 6640493"/>
              <a:gd name="connsiteX3643" fmla="*/ 3414713 w 6604001"/>
              <a:gd name="connsiteY3643" fmla="*/ 1809325 h 6640493"/>
              <a:gd name="connsiteX3644" fmla="*/ 3426034 w 6604001"/>
              <a:gd name="connsiteY3644" fmla="*/ 1892144 h 6640493"/>
              <a:gd name="connsiteX3645" fmla="*/ 3509052 w 6604001"/>
              <a:gd name="connsiteY3645" fmla="*/ 2949976 h 6640493"/>
              <a:gd name="connsiteX3646" fmla="*/ 3512826 w 6604001"/>
              <a:gd name="connsiteY3646" fmla="*/ 2953740 h 6640493"/>
              <a:gd name="connsiteX3647" fmla="*/ 3516599 w 6604001"/>
              <a:gd name="connsiteY3647" fmla="*/ 2953740 h 6640493"/>
              <a:gd name="connsiteX3648" fmla="*/ 3520373 w 6604001"/>
              <a:gd name="connsiteY3648" fmla="*/ 2953740 h 6640493"/>
              <a:gd name="connsiteX3649" fmla="*/ 3520373 w 6604001"/>
              <a:gd name="connsiteY3649" fmla="*/ 2957504 h 6640493"/>
              <a:gd name="connsiteX3650" fmla="*/ 3875088 w 6604001"/>
              <a:gd name="connsiteY3650" fmla="*/ 2407886 h 6640493"/>
              <a:gd name="connsiteX3651" fmla="*/ 3863767 w 6604001"/>
              <a:gd name="connsiteY3651" fmla="*/ 2351418 h 6640493"/>
              <a:gd name="connsiteX3652" fmla="*/ 3867541 w 6604001"/>
              <a:gd name="connsiteY3652" fmla="*/ 2351418 h 6640493"/>
              <a:gd name="connsiteX3653" fmla="*/ 3867541 w 6604001"/>
              <a:gd name="connsiteY3653" fmla="*/ 2347653 h 6640493"/>
              <a:gd name="connsiteX3654" fmla="*/ 3422260 w 6604001"/>
              <a:gd name="connsiteY3654" fmla="*/ 1801802 h 6640493"/>
              <a:gd name="connsiteX3655" fmla="*/ 3389074 w 6604001"/>
              <a:gd name="connsiteY3655" fmla="*/ 1801802 h 6640493"/>
              <a:gd name="connsiteX3656" fmla="*/ 3076575 w 6604001"/>
              <a:gd name="connsiteY3656" fmla="*/ 2351418 h 6640493"/>
              <a:gd name="connsiteX3657" fmla="*/ 3080340 w 6604001"/>
              <a:gd name="connsiteY3657" fmla="*/ 2407887 h 6640493"/>
              <a:gd name="connsiteX3658" fmla="*/ 3490730 w 6604001"/>
              <a:gd name="connsiteY3658" fmla="*/ 2957504 h 6640493"/>
              <a:gd name="connsiteX3659" fmla="*/ 3494495 w 6604001"/>
              <a:gd name="connsiteY3659" fmla="*/ 2957504 h 6640493"/>
              <a:gd name="connsiteX3660" fmla="*/ 3494495 w 6604001"/>
              <a:gd name="connsiteY3660" fmla="*/ 2953740 h 6640493"/>
              <a:gd name="connsiteX3661" fmla="*/ 3498260 w 6604001"/>
              <a:gd name="connsiteY3661" fmla="*/ 2953740 h 6640493"/>
              <a:gd name="connsiteX3662" fmla="*/ 3502025 w 6604001"/>
              <a:gd name="connsiteY3662" fmla="*/ 2949976 h 6640493"/>
              <a:gd name="connsiteX3663" fmla="*/ 3415429 w 6604001"/>
              <a:gd name="connsiteY3663" fmla="*/ 1895910 h 6640493"/>
              <a:gd name="connsiteX3664" fmla="*/ 3404134 w 6604001"/>
              <a:gd name="connsiteY3664" fmla="*/ 1809325 h 6640493"/>
              <a:gd name="connsiteX3665" fmla="*/ 3396604 w 6604001"/>
              <a:gd name="connsiteY3665" fmla="*/ 1805561 h 6640493"/>
              <a:gd name="connsiteX3666" fmla="*/ 3392839 w 6604001"/>
              <a:gd name="connsiteY3666" fmla="*/ 1801802 h 6640493"/>
              <a:gd name="connsiteX3667" fmla="*/ 3389074 w 6604001"/>
              <a:gd name="connsiteY3667" fmla="*/ 1801802 h 6640493"/>
              <a:gd name="connsiteX3668" fmla="*/ 1024898 w 6604001"/>
              <a:gd name="connsiteY3668" fmla="*/ 1793864 h 6640493"/>
              <a:gd name="connsiteX3669" fmla="*/ 1024898 w 6604001"/>
              <a:gd name="connsiteY3669" fmla="*/ 1797626 h 6640493"/>
              <a:gd name="connsiteX3670" fmla="*/ 1021132 w 6604001"/>
              <a:gd name="connsiteY3670" fmla="*/ 1797626 h 6640493"/>
              <a:gd name="connsiteX3671" fmla="*/ 836613 w 6604001"/>
              <a:gd name="connsiteY3671" fmla="*/ 2222700 h 6640493"/>
              <a:gd name="connsiteX3672" fmla="*/ 840379 w 6604001"/>
              <a:gd name="connsiteY3672" fmla="*/ 2222700 h 6640493"/>
              <a:gd name="connsiteX3673" fmla="*/ 844145 w 6604001"/>
              <a:gd name="connsiteY3673" fmla="*/ 2245269 h 6640493"/>
              <a:gd name="connsiteX3674" fmla="*/ 1152932 w 6604001"/>
              <a:gd name="connsiteY3674" fmla="*/ 2312982 h 6640493"/>
              <a:gd name="connsiteX3675" fmla="*/ 1152932 w 6604001"/>
              <a:gd name="connsiteY3675" fmla="*/ 2309220 h 6640493"/>
              <a:gd name="connsiteX3676" fmla="*/ 1160463 w 6604001"/>
              <a:gd name="connsiteY3676" fmla="*/ 2305459 h 6640493"/>
              <a:gd name="connsiteX3677" fmla="*/ 1032430 w 6604001"/>
              <a:gd name="connsiteY3677" fmla="*/ 1793864 h 6640493"/>
              <a:gd name="connsiteX3678" fmla="*/ 1028664 w 6604001"/>
              <a:gd name="connsiteY3678" fmla="*/ 1793864 h 6640493"/>
              <a:gd name="connsiteX3679" fmla="*/ 1024898 w 6604001"/>
              <a:gd name="connsiteY3679" fmla="*/ 1793864 h 6640493"/>
              <a:gd name="connsiteX3680" fmla="*/ 1139197 w 6604001"/>
              <a:gd name="connsiteY3680" fmla="*/ 1773934 h 6640493"/>
              <a:gd name="connsiteX3681" fmla="*/ 1043584 w 6604001"/>
              <a:gd name="connsiteY3681" fmla="*/ 1775403 h 6640493"/>
              <a:gd name="connsiteX3682" fmla="*/ 1043584 w 6604001"/>
              <a:gd name="connsiteY3682" fmla="*/ 1779163 h 6640493"/>
              <a:gd name="connsiteX3683" fmla="*/ 1039813 w 6604001"/>
              <a:gd name="connsiteY3683" fmla="*/ 1782921 h 6640493"/>
              <a:gd name="connsiteX3684" fmla="*/ 1039813 w 6604001"/>
              <a:gd name="connsiteY3684" fmla="*/ 1786682 h 6640493"/>
              <a:gd name="connsiteX3685" fmla="*/ 1168004 w 6604001"/>
              <a:gd name="connsiteY3685" fmla="*/ 2301869 h 6640493"/>
              <a:gd name="connsiteX3686" fmla="*/ 1171774 w 6604001"/>
              <a:gd name="connsiteY3686" fmla="*/ 2301869 h 6640493"/>
              <a:gd name="connsiteX3687" fmla="*/ 1175544 w 6604001"/>
              <a:gd name="connsiteY3687" fmla="*/ 2301869 h 6640493"/>
              <a:gd name="connsiteX3688" fmla="*/ 1401763 w 6604001"/>
              <a:gd name="connsiteY3688" fmla="*/ 1846846 h 6640493"/>
              <a:gd name="connsiteX3689" fmla="*/ 1394223 w 6604001"/>
              <a:gd name="connsiteY3689" fmla="*/ 1816766 h 6640493"/>
              <a:gd name="connsiteX3690" fmla="*/ 1139197 w 6604001"/>
              <a:gd name="connsiteY3690" fmla="*/ 1773934 h 6640493"/>
              <a:gd name="connsiteX3691" fmla="*/ 401721 w 6604001"/>
              <a:gd name="connsiteY3691" fmla="*/ 1731073 h 6640493"/>
              <a:gd name="connsiteX3692" fmla="*/ 375634 w 6604001"/>
              <a:gd name="connsiteY3692" fmla="*/ 1781794 h 6640493"/>
              <a:gd name="connsiteX3693" fmla="*/ 345465 w 6604001"/>
              <a:gd name="connsiteY3693" fmla="*/ 1840884 h 6640493"/>
              <a:gd name="connsiteX3694" fmla="*/ 325909 w 6604001"/>
              <a:gd name="connsiteY3694" fmla="*/ 1879953 h 6640493"/>
              <a:gd name="connsiteX3695" fmla="*/ 327372 w 6604001"/>
              <a:gd name="connsiteY3695" fmla="*/ 1876800 h 6640493"/>
              <a:gd name="connsiteX3696" fmla="*/ 400037 w 6604001"/>
              <a:gd name="connsiteY3696" fmla="*/ 1734203 h 6640493"/>
              <a:gd name="connsiteX3697" fmla="*/ 414338 w 6604001"/>
              <a:gd name="connsiteY3697" fmla="*/ 1706543 h 6640493"/>
              <a:gd name="connsiteX3698" fmla="*/ 410764 w 6604001"/>
              <a:gd name="connsiteY3698" fmla="*/ 1714273 h 6640493"/>
              <a:gd name="connsiteX3699" fmla="*/ 401721 w 6604001"/>
              <a:gd name="connsiteY3699" fmla="*/ 1731073 h 6640493"/>
              <a:gd name="connsiteX3700" fmla="*/ 6163176 w 6604001"/>
              <a:gd name="connsiteY3700" fmla="*/ 1688627 h 6640493"/>
              <a:gd name="connsiteX3701" fmla="*/ 6170711 w 6604001"/>
              <a:gd name="connsiteY3701" fmla="*/ 1696161 h 6640493"/>
              <a:gd name="connsiteX3702" fmla="*/ 6318705 w 6604001"/>
              <a:gd name="connsiteY3702" fmla="*/ 1997435 h 6640493"/>
              <a:gd name="connsiteX3703" fmla="*/ 6330029 w 6604001"/>
              <a:gd name="connsiteY3703" fmla="*/ 2023936 h 6640493"/>
              <a:gd name="connsiteX3704" fmla="*/ 6336492 w 6604001"/>
              <a:gd name="connsiteY3704" fmla="*/ 2042829 h 6640493"/>
              <a:gd name="connsiteX3705" fmla="*/ 6332724 w 6604001"/>
              <a:gd name="connsiteY3705" fmla="*/ 2042829 h 6640493"/>
              <a:gd name="connsiteX3706" fmla="*/ 6332724 w 6604001"/>
              <a:gd name="connsiteY3706" fmla="*/ 2039060 h 6640493"/>
              <a:gd name="connsiteX3707" fmla="*/ 6163176 w 6604001"/>
              <a:gd name="connsiteY3707" fmla="*/ 1688627 h 6640493"/>
              <a:gd name="connsiteX3708" fmla="*/ 425487 w 6604001"/>
              <a:gd name="connsiteY3708" fmla="*/ 1686919 h 6640493"/>
              <a:gd name="connsiteX3709" fmla="*/ 417444 w 6604001"/>
              <a:gd name="connsiteY3709" fmla="*/ 1701863 h 6640493"/>
              <a:gd name="connsiteX3710" fmla="*/ 418721 w 6604001"/>
              <a:gd name="connsiteY3710" fmla="*/ 1698787 h 6640493"/>
              <a:gd name="connsiteX3711" fmla="*/ 425060 w 6604001"/>
              <a:gd name="connsiteY3711" fmla="*/ 1687669 h 6640493"/>
              <a:gd name="connsiteX3712" fmla="*/ 467323 w 6604001"/>
              <a:gd name="connsiteY3712" fmla="*/ 1658123 h 6640493"/>
              <a:gd name="connsiteX3713" fmla="*/ 450004 w 6604001"/>
              <a:gd name="connsiteY3713" fmla="*/ 1686140 h 6640493"/>
              <a:gd name="connsiteX3714" fmla="*/ 417642 w 6604001"/>
              <a:gd name="connsiteY3714" fmla="*/ 1740059 h 6640493"/>
              <a:gd name="connsiteX3715" fmla="*/ 383203 w 6604001"/>
              <a:gd name="connsiteY3715" fmla="*/ 1798170 h 6640493"/>
              <a:gd name="connsiteX3716" fmla="*/ 383889 w 6604001"/>
              <a:gd name="connsiteY3716" fmla="*/ 1796709 h 6640493"/>
              <a:gd name="connsiteX3717" fmla="*/ 437704 w 6604001"/>
              <a:gd name="connsiteY3717" fmla="*/ 1703289 h 6640493"/>
              <a:gd name="connsiteX3718" fmla="*/ 449622 w 6604001"/>
              <a:gd name="connsiteY3718" fmla="*/ 1645916 h 6640493"/>
              <a:gd name="connsiteX3719" fmla="*/ 440789 w 6604001"/>
              <a:gd name="connsiteY3719" fmla="*/ 1660670 h 6640493"/>
              <a:gd name="connsiteX3720" fmla="*/ 433746 w 6604001"/>
              <a:gd name="connsiteY3720" fmla="*/ 1672434 h 6640493"/>
              <a:gd name="connsiteX3721" fmla="*/ 425487 w 6604001"/>
              <a:gd name="connsiteY3721" fmla="*/ 1686919 h 6640493"/>
              <a:gd name="connsiteX3722" fmla="*/ 433356 w 6604001"/>
              <a:gd name="connsiteY3722" fmla="*/ 1672300 h 6640493"/>
              <a:gd name="connsiteX3723" fmla="*/ 638075 w 6604001"/>
              <a:gd name="connsiteY3723" fmla="*/ 1633588 h 6640493"/>
              <a:gd name="connsiteX3724" fmla="*/ 630994 w 6604001"/>
              <a:gd name="connsiteY3724" fmla="*/ 1640712 h 6640493"/>
              <a:gd name="connsiteX3725" fmla="*/ 595192 w 6604001"/>
              <a:gd name="connsiteY3725" fmla="*/ 1679721 h 6640493"/>
              <a:gd name="connsiteX3726" fmla="*/ 552718 w 6604001"/>
              <a:gd name="connsiteY3726" fmla="*/ 1726888 h 6640493"/>
              <a:gd name="connsiteX3727" fmla="*/ 560397 w 6604001"/>
              <a:gd name="connsiteY3727" fmla="*/ 1715020 h 6640493"/>
              <a:gd name="connsiteX3728" fmla="*/ 637304 w 6604001"/>
              <a:gd name="connsiteY3728" fmla="*/ 1634272 h 6640493"/>
              <a:gd name="connsiteX3729" fmla="*/ 6131062 w 6604001"/>
              <a:gd name="connsiteY3729" fmla="*/ 1608461 h 6640493"/>
              <a:gd name="connsiteX3730" fmla="*/ 6136959 w 6604001"/>
              <a:gd name="connsiteY3730" fmla="*/ 1616061 h 6640493"/>
              <a:gd name="connsiteX3731" fmla="*/ 6143625 w 6604001"/>
              <a:gd name="connsiteY3731" fmla="*/ 1627180 h 6640493"/>
              <a:gd name="connsiteX3732" fmla="*/ 5989638 w 6604001"/>
              <a:gd name="connsiteY3732" fmla="*/ 1597029 h 6640493"/>
              <a:gd name="connsiteX3733" fmla="*/ 6132694 w 6604001"/>
              <a:gd name="connsiteY3733" fmla="*/ 2291152 h 6640493"/>
              <a:gd name="connsiteX3734" fmla="*/ 6136459 w 6604001"/>
              <a:gd name="connsiteY3734" fmla="*/ 2294924 h 6640493"/>
              <a:gd name="connsiteX3735" fmla="*/ 6140224 w 6604001"/>
              <a:gd name="connsiteY3735" fmla="*/ 2298695 h 6640493"/>
              <a:gd name="connsiteX3736" fmla="*/ 6253163 w 6604001"/>
              <a:gd name="connsiteY3736" fmla="*/ 2110067 h 6640493"/>
              <a:gd name="connsiteX3737" fmla="*/ 6249398 w 6604001"/>
              <a:gd name="connsiteY3737" fmla="*/ 2079888 h 6640493"/>
              <a:gd name="connsiteX3738" fmla="*/ 5997167 w 6604001"/>
              <a:gd name="connsiteY3738" fmla="*/ 1600802 h 6640493"/>
              <a:gd name="connsiteX3739" fmla="*/ 5993403 w 6604001"/>
              <a:gd name="connsiteY3739" fmla="*/ 1600802 h 6640493"/>
              <a:gd name="connsiteX3740" fmla="*/ 5993403 w 6604001"/>
              <a:gd name="connsiteY3740" fmla="*/ 1597029 h 6640493"/>
              <a:gd name="connsiteX3741" fmla="*/ 5989638 w 6604001"/>
              <a:gd name="connsiteY3741" fmla="*/ 1597029 h 6640493"/>
              <a:gd name="connsiteX3742" fmla="*/ 5978107 w 6604001"/>
              <a:gd name="connsiteY3742" fmla="*/ 1582741 h 6640493"/>
              <a:gd name="connsiteX3743" fmla="*/ 5842000 w 6604001"/>
              <a:gd name="connsiteY3743" fmla="*/ 1725847 h 6640493"/>
              <a:gd name="connsiteX3744" fmla="*/ 5849562 w 6604001"/>
              <a:gd name="connsiteY3744" fmla="*/ 1763504 h 6640493"/>
              <a:gd name="connsiteX3745" fmla="*/ 6125557 w 6604001"/>
              <a:gd name="connsiteY3745" fmla="*/ 2290758 h 6640493"/>
              <a:gd name="connsiteX3746" fmla="*/ 6129338 w 6604001"/>
              <a:gd name="connsiteY3746" fmla="*/ 2286992 h 6640493"/>
              <a:gd name="connsiteX3747" fmla="*/ 5985669 w 6604001"/>
              <a:gd name="connsiteY3747" fmla="*/ 1590274 h 6640493"/>
              <a:gd name="connsiteX3748" fmla="*/ 5981888 w 6604001"/>
              <a:gd name="connsiteY3748" fmla="*/ 1590274 h 6640493"/>
              <a:gd name="connsiteX3749" fmla="*/ 5981888 w 6604001"/>
              <a:gd name="connsiteY3749" fmla="*/ 1586508 h 6640493"/>
              <a:gd name="connsiteX3750" fmla="*/ 5981888 w 6604001"/>
              <a:gd name="connsiteY3750" fmla="*/ 1582741 h 6640493"/>
              <a:gd name="connsiteX3751" fmla="*/ 5978107 w 6604001"/>
              <a:gd name="connsiteY3751" fmla="*/ 1582741 h 6640493"/>
              <a:gd name="connsiteX3752" fmla="*/ 527390 w 6604001"/>
              <a:gd name="connsiteY3752" fmla="*/ 1520607 h 6640493"/>
              <a:gd name="connsiteX3753" fmla="*/ 520557 w 6604001"/>
              <a:gd name="connsiteY3753" fmla="*/ 1531354 h 6640493"/>
              <a:gd name="connsiteX3754" fmla="*/ 480820 w 6604001"/>
              <a:gd name="connsiteY3754" fmla="*/ 1595311 h 6640493"/>
              <a:gd name="connsiteX3755" fmla="*/ 449622 w 6604001"/>
              <a:gd name="connsiteY3755" fmla="*/ 1645916 h 6640493"/>
              <a:gd name="connsiteX3756" fmla="*/ 457517 w 6604001"/>
              <a:gd name="connsiteY3756" fmla="*/ 1632729 h 6640493"/>
              <a:gd name="connsiteX3757" fmla="*/ 490091 w 6604001"/>
              <a:gd name="connsiteY3757" fmla="*/ 1578319 h 6640493"/>
              <a:gd name="connsiteX3758" fmla="*/ 524603 w 6604001"/>
              <a:gd name="connsiteY3758" fmla="*/ 1524026 h 6640493"/>
              <a:gd name="connsiteX3759" fmla="*/ 2129874 w 6604001"/>
              <a:gd name="connsiteY3759" fmla="*/ 1517641 h 6640493"/>
              <a:gd name="connsiteX3760" fmla="*/ 2129874 w 6604001"/>
              <a:gd name="connsiteY3760" fmla="*/ 1521415 h 6640493"/>
              <a:gd name="connsiteX3761" fmla="*/ 2111033 w 6604001"/>
              <a:gd name="connsiteY3761" fmla="*/ 1528964 h 6640493"/>
              <a:gd name="connsiteX3762" fmla="*/ 1851025 w 6604001"/>
              <a:gd name="connsiteY3762" fmla="*/ 2027183 h 6640493"/>
              <a:gd name="connsiteX3763" fmla="*/ 1851025 w 6604001"/>
              <a:gd name="connsiteY3763" fmla="*/ 2030957 h 6640493"/>
              <a:gd name="connsiteX3764" fmla="*/ 1854793 w 6604001"/>
              <a:gd name="connsiteY3764" fmla="*/ 2030957 h 6640493"/>
              <a:gd name="connsiteX3765" fmla="*/ 1854793 w 6604001"/>
              <a:gd name="connsiteY3765" fmla="*/ 2034734 h 6640493"/>
              <a:gd name="connsiteX3766" fmla="*/ 1858562 w 6604001"/>
              <a:gd name="connsiteY3766" fmla="*/ 2057380 h 6640493"/>
              <a:gd name="connsiteX3767" fmla="*/ 1854793 w 6604001"/>
              <a:gd name="connsiteY3767" fmla="*/ 2057380 h 6640493"/>
              <a:gd name="connsiteX3768" fmla="*/ 1854793 w 6604001"/>
              <a:gd name="connsiteY3768" fmla="*/ 2061154 h 6640493"/>
              <a:gd name="connsiteX3769" fmla="*/ 2250457 w 6604001"/>
              <a:gd name="connsiteY3769" fmla="*/ 2427281 h 6640493"/>
              <a:gd name="connsiteX3770" fmla="*/ 2269298 w 6604001"/>
              <a:gd name="connsiteY3770" fmla="*/ 2419732 h 6640493"/>
              <a:gd name="connsiteX3771" fmla="*/ 2566988 w 6604001"/>
              <a:gd name="connsiteY3771" fmla="*/ 1887529 h 6640493"/>
              <a:gd name="connsiteX3772" fmla="*/ 2566988 w 6604001"/>
              <a:gd name="connsiteY3772" fmla="*/ 1883754 h 6640493"/>
              <a:gd name="connsiteX3773" fmla="*/ 2566988 w 6604001"/>
              <a:gd name="connsiteY3773" fmla="*/ 1876206 h 6640493"/>
              <a:gd name="connsiteX3774" fmla="*/ 2563220 w 6604001"/>
              <a:gd name="connsiteY3774" fmla="*/ 1876206 h 6640493"/>
              <a:gd name="connsiteX3775" fmla="*/ 2563220 w 6604001"/>
              <a:gd name="connsiteY3775" fmla="*/ 1872430 h 6640493"/>
              <a:gd name="connsiteX3776" fmla="*/ 2563220 w 6604001"/>
              <a:gd name="connsiteY3776" fmla="*/ 1868656 h 6640493"/>
              <a:gd name="connsiteX3777" fmla="*/ 2563220 w 6604001"/>
              <a:gd name="connsiteY3777" fmla="*/ 1849785 h 6640493"/>
              <a:gd name="connsiteX3778" fmla="*/ 2563220 w 6604001"/>
              <a:gd name="connsiteY3778" fmla="*/ 1846010 h 6640493"/>
              <a:gd name="connsiteX3779" fmla="*/ 2129874 w 6604001"/>
              <a:gd name="connsiteY3779" fmla="*/ 1517641 h 6640493"/>
              <a:gd name="connsiteX3780" fmla="*/ 531525 w 6604001"/>
              <a:gd name="connsiteY3780" fmla="*/ 1511696 h 6640493"/>
              <a:gd name="connsiteX3781" fmla="*/ 493713 w 6604001"/>
              <a:gd name="connsiteY3781" fmla="*/ 1566843 h 6640493"/>
              <a:gd name="connsiteX3782" fmla="*/ 530419 w 6604001"/>
              <a:gd name="connsiteY3782" fmla="*/ 1512999 h 6640493"/>
              <a:gd name="connsiteX3783" fmla="*/ 1563963 w 6604001"/>
              <a:gd name="connsiteY3783" fmla="*/ 1493450 h 6640493"/>
              <a:gd name="connsiteX3784" fmla="*/ 1567464 w 6604001"/>
              <a:gd name="connsiteY3784" fmla="*/ 1503949 h 6640493"/>
              <a:gd name="connsiteX3785" fmla="*/ 1568043 w 6604001"/>
              <a:gd name="connsiteY3785" fmla="*/ 1502765 h 6640493"/>
              <a:gd name="connsiteX3786" fmla="*/ 1568305 w 6604001"/>
              <a:gd name="connsiteY3786" fmla="*/ 1503552 h 6640493"/>
              <a:gd name="connsiteX3787" fmla="*/ 1428837 w 6604001"/>
              <a:gd name="connsiteY3787" fmla="*/ 1793738 h 6640493"/>
              <a:gd name="connsiteX3788" fmla="*/ 1677618 w 6604001"/>
              <a:gd name="connsiteY3788" fmla="*/ 1940720 h 6640493"/>
              <a:gd name="connsiteX3789" fmla="*/ 1677618 w 6604001"/>
              <a:gd name="connsiteY3789" fmla="*/ 1941657 h 6640493"/>
              <a:gd name="connsiteX3790" fmla="*/ 1676814 w 6604001"/>
              <a:gd name="connsiteY3790" fmla="*/ 1941120 h 6640493"/>
              <a:gd name="connsiteX3791" fmla="*/ 1676814 w 6604001"/>
              <a:gd name="connsiteY3791" fmla="*/ 1955355 h 6640493"/>
              <a:gd name="connsiteX3792" fmla="*/ 1619664 w 6604001"/>
              <a:gd name="connsiteY3792" fmla="*/ 1924230 h 6640493"/>
              <a:gd name="connsiteX3793" fmla="*/ 1428837 w 6604001"/>
              <a:gd name="connsiteY3793" fmla="*/ 1835192 h 6640493"/>
              <a:gd name="connsiteX3794" fmla="*/ 1183826 w 6604001"/>
              <a:gd name="connsiteY3794" fmla="*/ 2302521 h 6640493"/>
              <a:gd name="connsiteX3795" fmla="*/ 1183826 w 6604001"/>
              <a:gd name="connsiteY3795" fmla="*/ 2306293 h 6640493"/>
              <a:gd name="connsiteX3796" fmla="*/ 1187595 w 6604001"/>
              <a:gd name="connsiteY3796" fmla="*/ 2306293 h 6640493"/>
              <a:gd name="connsiteX3797" fmla="*/ 1187595 w 6604001"/>
              <a:gd name="connsiteY3797" fmla="*/ 2310062 h 6640493"/>
              <a:gd name="connsiteX3798" fmla="*/ 1187595 w 6604001"/>
              <a:gd name="connsiteY3798" fmla="*/ 2313829 h 6640493"/>
              <a:gd name="connsiteX3799" fmla="*/ 1187595 w 6604001"/>
              <a:gd name="connsiteY3799" fmla="*/ 2328906 h 6640493"/>
              <a:gd name="connsiteX3800" fmla="*/ 1187595 w 6604001"/>
              <a:gd name="connsiteY3800" fmla="*/ 2332674 h 6640493"/>
              <a:gd name="connsiteX3801" fmla="*/ 1526842 w 6604001"/>
              <a:gd name="connsiteY3801" fmla="*/ 2566334 h 6640493"/>
              <a:gd name="connsiteX3802" fmla="*/ 1669027 w 6604001"/>
              <a:gd name="connsiteY3802" fmla="*/ 2345649 h 6640493"/>
              <a:gd name="connsiteX3803" fmla="*/ 1725832 w 6604001"/>
              <a:gd name="connsiteY3803" fmla="*/ 2243636 h 6640493"/>
              <a:gd name="connsiteX3804" fmla="*/ 1725832 w 6604001"/>
              <a:gd name="connsiteY3804" fmla="*/ 2253927 h 6640493"/>
              <a:gd name="connsiteX3805" fmla="*/ 1725832 w 6604001"/>
              <a:gd name="connsiteY3805" fmla="*/ 2257695 h 6640493"/>
              <a:gd name="connsiteX3806" fmla="*/ 1726620 w 6604001"/>
              <a:gd name="connsiteY3806" fmla="*/ 2256272 h 6640493"/>
              <a:gd name="connsiteX3807" fmla="*/ 1726620 w 6604001"/>
              <a:gd name="connsiteY3807" fmla="*/ 2257296 h 6640493"/>
              <a:gd name="connsiteX3808" fmla="*/ 1553228 w 6604001"/>
              <a:gd name="connsiteY3808" fmla="*/ 2562566 h 6640493"/>
              <a:gd name="connsiteX3809" fmla="*/ 1556997 w 6604001"/>
              <a:gd name="connsiteY3809" fmla="*/ 2600255 h 6640493"/>
              <a:gd name="connsiteX3810" fmla="*/ 1779392 w 6604001"/>
              <a:gd name="connsiteY3810" fmla="*/ 2826388 h 6640493"/>
              <a:gd name="connsiteX3811" fmla="*/ 1779840 w 6604001"/>
              <a:gd name="connsiteY3811" fmla="*/ 2828180 h 6640493"/>
              <a:gd name="connsiteX3812" fmla="*/ 1778621 w 6604001"/>
              <a:gd name="connsiteY3812" fmla="*/ 2826778 h 6640493"/>
              <a:gd name="connsiteX3813" fmla="*/ 1782006 w 6604001"/>
              <a:gd name="connsiteY3813" fmla="*/ 2840307 h 6640493"/>
              <a:gd name="connsiteX3814" fmla="*/ 1728093 w 6604001"/>
              <a:gd name="connsiteY3814" fmla="*/ 2786458 h 6640493"/>
              <a:gd name="connsiteX3815" fmla="*/ 1549458 w 6604001"/>
              <a:gd name="connsiteY3815" fmla="*/ 2611562 h 6640493"/>
              <a:gd name="connsiteX3816" fmla="*/ 1509349 w 6604001"/>
              <a:gd name="connsiteY3816" fmla="*/ 2640770 h 6640493"/>
              <a:gd name="connsiteX3817" fmla="*/ 1485062 w 6604001"/>
              <a:gd name="connsiteY3817" fmla="*/ 2675830 h 6640493"/>
              <a:gd name="connsiteX3818" fmla="*/ 1522413 w 6604001"/>
              <a:gd name="connsiteY3818" fmla="*/ 2615285 h 6640493"/>
              <a:gd name="connsiteX3819" fmla="*/ 1518652 w 6604001"/>
              <a:gd name="connsiteY3819" fmla="*/ 2573797 h 6640493"/>
              <a:gd name="connsiteX3820" fmla="*/ 1183862 w 6604001"/>
              <a:gd name="connsiteY3820" fmla="*/ 2339971 h 6640493"/>
              <a:gd name="connsiteX3821" fmla="*/ 1180100 w 6604001"/>
              <a:gd name="connsiteY3821" fmla="*/ 2343742 h 6640493"/>
              <a:gd name="connsiteX3822" fmla="*/ 1176338 w 6604001"/>
              <a:gd name="connsiteY3822" fmla="*/ 2347513 h 6640493"/>
              <a:gd name="connsiteX3823" fmla="*/ 1195147 w 6604001"/>
              <a:gd name="connsiteY3823" fmla="*/ 2471970 h 6640493"/>
              <a:gd name="connsiteX3824" fmla="*/ 1240287 w 6604001"/>
              <a:gd name="connsiteY3824" fmla="*/ 3018816 h 6640493"/>
              <a:gd name="connsiteX3825" fmla="*/ 1244049 w 6604001"/>
              <a:gd name="connsiteY3825" fmla="*/ 3018816 h 6640493"/>
              <a:gd name="connsiteX3826" fmla="*/ 1247810 w 6604001"/>
              <a:gd name="connsiteY3826" fmla="*/ 3018816 h 6640493"/>
              <a:gd name="connsiteX3827" fmla="*/ 1247810 w 6604001"/>
              <a:gd name="connsiteY3827" fmla="*/ 3022590 h 6640493"/>
              <a:gd name="connsiteX3828" fmla="*/ 1251572 w 6604001"/>
              <a:gd name="connsiteY3828" fmla="*/ 3022590 h 6640493"/>
              <a:gd name="connsiteX3829" fmla="*/ 1447297 w 6604001"/>
              <a:gd name="connsiteY3829" fmla="*/ 2736210 h 6640493"/>
              <a:gd name="connsiteX3830" fmla="*/ 1473424 w 6604001"/>
              <a:gd name="connsiteY3830" fmla="*/ 2694498 h 6640493"/>
              <a:gd name="connsiteX3831" fmla="*/ 1450335 w 6604001"/>
              <a:gd name="connsiteY3831" fmla="*/ 2738761 h 6640493"/>
              <a:gd name="connsiteX3832" fmla="*/ 1425068 w 6604001"/>
              <a:gd name="connsiteY3832" fmla="*/ 2784929 h 6640493"/>
              <a:gd name="connsiteX3833" fmla="*/ 1255444 w 6604001"/>
              <a:gd name="connsiteY3833" fmla="*/ 3029882 h 6640493"/>
              <a:gd name="connsiteX3834" fmla="*/ 1259214 w 6604001"/>
              <a:gd name="connsiteY3834" fmla="*/ 3033651 h 6640493"/>
              <a:gd name="connsiteX3835" fmla="*/ 1259214 w 6604001"/>
              <a:gd name="connsiteY3835" fmla="*/ 3037419 h 6640493"/>
              <a:gd name="connsiteX3836" fmla="*/ 1259214 w 6604001"/>
              <a:gd name="connsiteY3836" fmla="*/ 3041188 h 6640493"/>
              <a:gd name="connsiteX3837" fmla="*/ 1259214 w 6604001"/>
              <a:gd name="connsiteY3837" fmla="*/ 3044957 h 6640493"/>
              <a:gd name="connsiteX3838" fmla="*/ 1259214 w 6604001"/>
              <a:gd name="connsiteY3838" fmla="*/ 3048725 h 6640493"/>
              <a:gd name="connsiteX3839" fmla="*/ 1259214 w 6604001"/>
              <a:gd name="connsiteY3839" fmla="*/ 3052494 h 6640493"/>
              <a:gd name="connsiteX3840" fmla="*/ 1259214 w 6604001"/>
              <a:gd name="connsiteY3840" fmla="*/ 3056263 h 6640493"/>
              <a:gd name="connsiteX3841" fmla="*/ 1255444 w 6604001"/>
              <a:gd name="connsiteY3841" fmla="*/ 3056263 h 6640493"/>
              <a:gd name="connsiteX3842" fmla="*/ 1560766 w 6604001"/>
              <a:gd name="connsiteY3842" fmla="*/ 3418056 h 6640493"/>
              <a:gd name="connsiteX3843" fmla="*/ 1579613 w 6604001"/>
              <a:gd name="connsiteY3843" fmla="*/ 3418056 h 6640493"/>
              <a:gd name="connsiteX3844" fmla="*/ 1741286 w 6604001"/>
              <a:gd name="connsiteY3844" fmla="*/ 3224622 h 6640493"/>
              <a:gd name="connsiteX3845" fmla="*/ 1789933 w 6604001"/>
              <a:gd name="connsiteY3845" fmla="*/ 3162765 h 6640493"/>
              <a:gd name="connsiteX3846" fmla="*/ 1789933 w 6604001"/>
              <a:gd name="connsiteY3846" fmla="*/ 3177265 h 6640493"/>
              <a:gd name="connsiteX3847" fmla="*/ 1790700 w 6604001"/>
              <a:gd name="connsiteY3847" fmla="*/ 3176252 h 6640493"/>
              <a:gd name="connsiteX3848" fmla="*/ 1790700 w 6604001"/>
              <a:gd name="connsiteY3848" fmla="*/ 3176865 h 6640493"/>
              <a:gd name="connsiteX3849" fmla="*/ 1587152 w 6604001"/>
              <a:gd name="connsiteY3849" fmla="*/ 3425593 h 6640493"/>
              <a:gd name="connsiteX3850" fmla="*/ 1587152 w 6604001"/>
              <a:gd name="connsiteY3850" fmla="*/ 3463281 h 6640493"/>
              <a:gd name="connsiteX3851" fmla="*/ 1783161 w 6604001"/>
              <a:gd name="connsiteY3851" fmla="*/ 3749705 h 6640493"/>
              <a:gd name="connsiteX3852" fmla="*/ 1782910 w 6604001"/>
              <a:gd name="connsiteY3852" fmla="*/ 3750961 h 6640493"/>
              <a:gd name="connsiteX3853" fmla="*/ 1782392 w 6604001"/>
              <a:gd name="connsiteY3853" fmla="*/ 3750110 h 6640493"/>
              <a:gd name="connsiteX3854" fmla="*/ 1778865 w 6604001"/>
              <a:gd name="connsiteY3854" fmla="*/ 3767735 h 6640493"/>
              <a:gd name="connsiteX3855" fmla="*/ 1732805 w 6604001"/>
              <a:gd name="connsiteY3855" fmla="*/ 3696648 h 6640493"/>
              <a:gd name="connsiteX3856" fmla="*/ 1579613 w 6604001"/>
              <a:gd name="connsiteY3856" fmla="*/ 3474587 h 6640493"/>
              <a:gd name="connsiteX3857" fmla="*/ 1560766 w 6604001"/>
              <a:gd name="connsiteY3857" fmla="*/ 3474587 h 6640493"/>
              <a:gd name="connsiteX3858" fmla="*/ 1244136 w 6604001"/>
              <a:gd name="connsiteY3858" fmla="*/ 3764780 h 6640493"/>
              <a:gd name="connsiteX3859" fmla="*/ 1247906 w 6604001"/>
              <a:gd name="connsiteY3859" fmla="*/ 3768548 h 6640493"/>
              <a:gd name="connsiteX3860" fmla="*/ 1247906 w 6604001"/>
              <a:gd name="connsiteY3860" fmla="*/ 3772317 h 6640493"/>
              <a:gd name="connsiteX3861" fmla="*/ 1247906 w 6604001"/>
              <a:gd name="connsiteY3861" fmla="*/ 3776086 h 6640493"/>
              <a:gd name="connsiteX3862" fmla="*/ 1247906 w 6604001"/>
              <a:gd name="connsiteY3862" fmla="*/ 3779855 h 6640493"/>
              <a:gd name="connsiteX3863" fmla="*/ 1244136 w 6604001"/>
              <a:gd name="connsiteY3863" fmla="*/ 3791161 h 6640493"/>
              <a:gd name="connsiteX3864" fmla="*/ 1244136 w 6604001"/>
              <a:gd name="connsiteY3864" fmla="*/ 3794929 h 6640493"/>
              <a:gd name="connsiteX3865" fmla="*/ 1504225 w 6604001"/>
              <a:gd name="connsiteY3865" fmla="*/ 4235872 h 6640493"/>
              <a:gd name="connsiteX3866" fmla="*/ 1523072 w 6604001"/>
              <a:gd name="connsiteY3866" fmla="*/ 4243409 h 6640493"/>
              <a:gd name="connsiteX3867" fmla="*/ 1701707 w 6604001"/>
              <a:gd name="connsiteY3867" fmla="*/ 4115684 h 6640493"/>
              <a:gd name="connsiteX3868" fmla="*/ 1755997 w 6604001"/>
              <a:gd name="connsiteY3868" fmla="*/ 4074408 h 6640493"/>
              <a:gd name="connsiteX3869" fmla="*/ 1755997 w 6604001"/>
              <a:gd name="connsiteY3869" fmla="*/ 4089296 h 6640493"/>
              <a:gd name="connsiteX3870" fmla="*/ 1756776 w 6604001"/>
              <a:gd name="connsiteY3870" fmla="*/ 4088610 h 6640493"/>
              <a:gd name="connsiteX3871" fmla="*/ 1756776 w 6604001"/>
              <a:gd name="connsiteY3871" fmla="*/ 4088891 h 6640493"/>
              <a:gd name="connsiteX3872" fmla="*/ 1530611 w 6604001"/>
              <a:gd name="connsiteY3872" fmla="*/ 4254715 h 6640493"/>
              <a:gd name="connsiteX3873" fmla="*/ 1688926 w 6604001"/>
              <a:gd name="connsiteY3873" fmla="*/ 4605208 h 6640493"/>
              <a:gd name="connsiteX3874" fmla="*/ 1688585 w 6604001"/>
              <a:gd name="connsiteY3874" fmla="*/ 4606572 h 6640493"/>
              <a:gd name="connsiteX3875" fmla="*/ 1688126 w 6604001"/>
              <a:gd name="connsiteY3875" fmla="*/ 4605613 h 6640493"/>
              <a:gd name="connsiteX3876" fmla="*/ 1684691 w 6604001"/>
              <a:gd name="connsiteY3876" fmla="*/ 4619343 h 6640493"/>
              <a:gd name="connsiteX3877" fmla="*/ 1645401 w 6604001"/>
              <a:gd name="connsiteY3877" fmla="*/ 4539962 h 6640493"/>
              <a:gd name="connsiteX3878" fmla="*/ 1515534 w 6604001"/>
              <a:gd name="connsiteY3878" fmla="*/ 4296172 h 6640493"/>
              <a:gd name="connsiteX3879" fmla="*/ 1500456 w 6604001"/>
              <a:gd name="connsiteY3879" fmla="*/ 4288634 h 6640493"/>
              <a:gd name="connsiteX3880" fmla="*/ 1161209 w 6604001"/>
              <a:gd name="connsiteY3880" fmla="*/ 4435615 h 6640493"/>
              <a:gd name="connsiteX3881" fmla="*/ 1161209 w 6604001"/>
              <a:gd name="connsiteY3881" fmla="*/ 4439384 h 6640493"/>
              <a:gd name="connsiteX3882" fmla="*/ 1161209 w 6604001"/>
              <a:gd name="connsiteY3882" fmla="*/ 4443152 h 6640493"/>
              <a:gd name="connsiteX3883" fmla="*/ 1161209 w 6604001"/>
              <a:gd name="connsiteY3883" fmla="*/ 4450690 h 6640493"/>
              <a:gd name="connsiteX3884" fmla="*/ 1157440 w 6604001"/>
              <a:gd name="connsiteY3884" fmla="*/ 4454458 h 6640493"/>
              <a:gd name="connsiteX3885" fmla="*/ 1157440 w 6604001"/>
              <a:gd name="connsiteY3885" fmla="*/ 4458227 h 6640493"/>
              <a:gd name="connsiteX3886" fmla="*/ 1153671 w 6604001"/>
              <a:gd name="connsiteY3886" fmla="*/ 4458227 h 6640493"/>
              <a:gd name="connsiteX3887" fmla="*/ 1364757 w 6604001"/>
              <a:gd name="connsiteY3887" fmla="*/ 4929319 h 6640493"/>
              <a:gd name="connsiteX3888" fmla="*/ 1632385 w 6604001"/>
              <a:gd name="connsiteY3888" fmla="*/ 4872788 h 6640493"/>
              <a:gd name="connsiteX3889" fmla="*/ 1632356 w 6604001"/>
              <a:gd name="connsiteY3889" fmla="*/ 4872878 h 6640493"/>
              <a:gd name="connsiteX3890" fmla="*/ 1631566 w 6604001"/>
              <a:gd name="connsiteY3890" fmla="*/ 4873193 h 6640493"/>
              <a:gd name="connsiteX3891" fmla="*/ 1627850 w 6604001"/>
              <a:gd name="connsiteY3891" fmla="*/ 4884335 h 6640493"/>
              <a:gd name="connsiteX3892" fmla="*/ 1571368 w 6604001"/>
              <a:gd name="connsiteY3892" fmla="*/ 4902055 h 6640493"/>
              <a:gd name="connsiteX3893" fmla="*/ 1391143 w 6604001"/>
              <a:gd name="connsiteY3893" fmla="*/ 4948163 h 6640493"/>
              <a:gd name="connsiteX3894" fmla="*/ 1507995 w 6604001"/>
              <a:gd name="connsiteY3894" fmla="*/ 5279812 h 6640493"/>
              <a:gd name="connsiteX3895" fmla="*/ 1507534 w 6604001"/>
              <a:gd name="connsiteY3895" fmla="*/ 5281194 h 6640493"/>
              <a:gd name="connsiteX3896" fmla="*/ 1507134 w 6604001"/>
              <a:gd name="connsiteY3896" fmla="*/ 5280216 h 6640493"/>
              <a:gd name="connsiteX3897" fmla="*/ 1503826 w 6604001"/>
              <a:gd name="connsiteY3897" fmla="*/ 5290136 h 6640493"/>
              <a:gd name="connsiteX3898" fmla="*/ 1473540 w 6604001"/>
              <a:gd name="connsiteY3898" fmla="*/ 5215743 h 6640493"/>
              <a:gd name="connsiteX3899" fmla="*/ 1372296 w 6604001"/>
              <a:gd name="connsiteY3899" fmla="*/ 4978313 h 6640493"/>
              <a:gd name="connsiteX3900" fmla="*/ 1327984 w 6604001"/>
              <a:gd name="connsiteY3900" fmla="*/ 4957548 h 6640493"/>
              <a:gd name="connsiteX3901" fmla="*/ 1327459 w 6604001"/>
              <a:gd name="connsiteY3901" fmla="*/ 4957428 h 6640493"/>
              <a:gd name="connsiteX3902" fmla="*/ 1349760 w 6604001"/>
              <a:gd name="connsiteY3902" fmla="*/ 4955362 h 6640493"/>
              <a:gd name="connsiteX3903" fmla="*/ 1357313 w 6604001"/>
              <a:gd name="connsiteY3903" fmla="*/ 4928970 h 6640493"/>
              <a:gd name="connsiteX3904" fmla="*/ 1149601 w 6604001"/>
              <a:gd name="connsiteY3904" fmla="*/ 4461452 h 6640493"/>
              <a:gd name="connsiteX3905" fmla="*/ 1145825 w 6604001"/>
              <a:gd name="connsiteY3905" fmla="*/ 4461452 h 6640493"/>
              <a:gd name="connsiteX3906" fmla="*/ 1142048 w 6604001"/>
              <a:gd name="connsiteY3906" fmla="*/ 4457681 h 6640493"/>
              <a:gd name="connsiteX3907" fmla="*/ 1138272 w 6604001"/>
              <a:gd name="connsiteY3907" fmla="*/ 4457681 h 6640493"/>
              <a:gd name="connsiteX3908" fmla="*/ 998538 w 6604001"/>
              <a:gd name="connsiteY3908" fmla="*/ 4932740 h 6640493"/>
              <a:gd name="connsiteX3909" fmla="*/ 998538 w 6604001"/>
              <a:gd name="connsiteY3909" fmla="*/ 4936510 h 6640493"/>
              <a:gd name="connsiteX3910" fmla="*/ 1002315 w 6604001"/>
              <a:gd name="connsiteY3910" fmla="*/ 4936510 h 6640493"/>
              <a:gd name="connsiteX3911" fmla="*/ 1002315 w 6604001"/>
              <a:gd name="connsiteY3911" fmla="*/ 4940281 h 6640493"/>
              <a:gd name="connsiteX3912" fmla="*/ 1002315 w 6604001"/>
              <a:gd name="connsiteY3912" fmla="*/ 4944051 h 6640493"/>
              <a:gd name="connsiteX3913" fmla="*/ 1061700 w 6604001"/>
              <a:gd name="connsiteY3913" fmla="*/ 4952733 h 6640493"/>
              <a:gd name="connsiteX3914" fmla="*/ 1084969 w 6604001"/>
              <a:gd name="connsiteY3914" fmla="*/ 4955841 h 6640493"/>
              <a:gd name="connsiteX3915" fmla="*/ 1052213 w 6604001"/>
              <a:gd name="connsiteY3915" fmla="*/ 4956621 h 6640493"/>
              <a:gd name="connsiteX3916" fmla="*/ 1006664 w 6604001"/>
              <a:gd name="connsiteY3916" fmla="*/ 4951932 h 6640493"/>
              <a:gd name="connsiteX3917" fmla="*/ 1006664 w 6604001"/>
              <a:gd name="connsiteY3917" fmla="*/ 4955701 h 6640493"/>
              <a:gd name="connsiteX3918" fmla="*/ 1006664 w 6604001"/>
              <a:gd name="connsiteY3918" fmla="*/ 4959469 h 6640493"/>
              <a:gd name="connsiteX3919" fmla="*/ 1006664 w 6604001"/>
              <a:gd name="connsiteY3919" fmla="*/ 4963238 h 6640493"/>
              <a:gd name="connsiteX3920" fmla="*/ 984047 w 6604001"/>
              <a:gd name="connsiteY3920" fmla="*/ 4959469 h 6640493"/>
              <a:gd name="connsiteX3921" fmla="*/ 972739 w 6604001"/>
              <a:gd name="connsiteY3921" fmla="*/ 4921782 h 6640493"/>
              <a:gd name="connsiteX3922" fmla="*/ 976508 w 6604001"/>
              <a:gd name="connsiteY3922" fmla="*/ 4921782 h 6640493"/>
              <a:gd name="connsiteX3923" fmla="*/ 976508 w 6604001"/>
              <a:gd name="connsiteY3923" fmla="*/ 4918013 h 6640493"/>
              <a:gd name="connsiteX3924" fmla="*/ 810655 w 6604001"/>
              <a:gd name="connsiteY3924" fmla="*/ 4473302 h 6640493"/>
              <a:gd name="connsiteX3925" fmla="*/ 772008 w 6604001"/>
              <a:gd name="connsiteY3925" fmla="*/ 4445822 h 6640493"/>
              <a:gd name="connsiteX3926" fmla="*/ 791582 w 6604001"/>
              <a:gd name="connsiteY3926" fmla="*/ 4451330 h 6640493"/>
              <a:gd name="connsiteX3927" fmla="*/ 787826 w 6604001"/>
              <a:gd name="connsiteY3927" fmla="*/ 4447562 h 6640493"/>
              <a:gd name="connsiteX3928" fmla="*/ 795338 w 6604001"/>
              <a:gd name="connsiteY3928" fmla="*/ 4432487 h 6640493"/>
              <a:gd name="connsiteX3929" fmla="*/ 622547 w 6604001"/>
              <a:gd name="connsiteY3929" fmla="*/ 4021712 h 6640493"/>
              <a:gd name="connsiteX3930" fmla="*/ 618790 w 6604001"/>
              <a:gd name="connsiteY3930" fmla="*/ 4021712 h 6640493"/>
              <a:gd name="connsiteX3931" fmla="*/ 618790 w 6604001"/>
              <a:gd name="connsiteY3931" fmla="*/ 4017943 h 6640493"/>
              <a:gd name="connsiteX3932" fmla="*/ 528638 w 6604001"/>
              <a:gd name="connsiteY3932" fmla="*/ 4319430 h 6640493"/>
              <a:gd name="connsiteX3933" fmla="*/ 532395 w 6604001"/>
              <a:gd name="connsiteY3933" fmla="*/ 4326967 h 6640493"/>
              <a:gd name="connsiteX3934" fmla="*/ 536151 w 6604001"/>
              <a:gd name="connsiteY3934" fmla="*/ 4330736 h 6640493"/>
              <a:gd name="connsiteX3935" fmla="*/ 577632 w 6604001"/>
              <a:gd name="connsiteY3935" fmla="*/ 4357248 h 6640493"/>
              <a:gd name="connsiteX3936" fmla="*/ 600147 w 6604001"/>
              <a:gd name="connsiteY3936" fmla="*/ 4371415 h 6640493"/>
              <a:gd name="connsiteX3937" fmla="*/ 535488 w 6604001"/>
              <a:gd name="connsiteY3937" fmla="*/ 4337628 h 6640493"/>
              <a:gd name="connsiteX3938" fmla="*/ 535488 w 6604001"/>
              <a:gd name="connsiteY3938" fmla="*/ 4341396 h 6640493"/>
              <a:gd name="connsiteX3939" fmla="*/ 535488 w 6604001"/>
              <a:gd name="connsiteY3939" fmla="*/ 4345165 h 6640493"/>
              <a:gd name="connsiteX3940" fmla="*/ 535488 w 6604001"/>
              <a:gd name="connsiteY3940" fmla="*/ 4348934 h 6640493"/>
              <a:gd name="connsiteX3941" fmla="*/ 509102 w 6604001"/>
              <a:gd name="connsiteY3941" fmla="*/ 4299940 h 6640493"/>
              <a:gd name="connsiteX3942" fmla="*/ 512871 w 6604001"/>
              <a:gd name="connsiteY3942" fmla="*/ 4299940 h 6640493"/>
              <a:gd name="connsiteX3943" fmla="*/ 384712 w 6604001"/>
              <a:gd name="connsiteY3943" fmla="*/ 3904223 h 6640493"/>
              <a:gd name="connsiteX3944" fmla="*/ 353735 w 6604001"/>
              <a:gd name="connsiteY3944" fmla="*/ 3859270 h 6640493"/>
              <a:gd name="connsiteX3945" fmla="*/ 374045 w 6604001"/>
              <a:gd name="connsiteY3945" fmla="*/ 3881418 h 6640493"/>
              <a:gd name="connsiteX3946" fmla="*/ 370266 w 6604001"/>
              <a:gd name="connsiteY3946" fmla="*/ 3870094 h 6640493"/>
              <a:gd name="connsiteX3947" fmla="*/ 377825 w 6604001"/>
              <a:gd name="connsiteY3947" fmla="*/ 3870094 h 6640493"/>
              <a:gd name="connsiteX3948" fmla="*/ 366543 w 6604001"/>
              <a:gd name="connsiteY3948" fmla="*/ 3840117 h 6640493"/>
              <a:gd name="connsiteX3949" fmla="*/ 388222 w 6604001"/>
              <a:gd name="connsiteY3949" fmla="*/ 3893325 h 6640493"/>
              <a:gd name="connsiteX3950" fmla="*/ 603251 w 6604001"/>
              <a:gd name="connsiteY3950" fmla="*/ 3998893 h 6640493"/>
              <a:gd name="connsiteX3951" fmla="*/ 603251 w 6604001"/>
              <a:gd name="connsiteY3951" fmla="*/ 3995123 h 6640493"/>
              <a:gd name="connsiteX3952" fmla="*/ 603251 w 6604001"/>
              <a:gd name="connsiteY3952" fmla="*/ 3991353 h 6640493"/>
              <a:gd name="connsiteX3953" fmla="*/ 599479 w 6604001"/>
              <a:gd name="connsiteY3953" fmla="*/ 3991353 h 6640493"/>
              <a:gd name="connsiteX3954" fmla="*/ 603251 w 6604001"/>
              <a:gd name="connsiteY3954" fmla="*/ 3987582 h 6640493"/>
              <a:gd name="connsiteX3955" fmla="*/ 603251 w 6604001"/>
              <a:gd name="connsiteY3955" fmla="*/ 3983812 h 6640493"/>
              <a:gd name="connsiteX3956" fmla="*/ 437263 w 6604001"/>
              <a:gd name="connsiteY3956" fmla="*/ 3652025 h 6640493"/>
              <a:gd name="connsiteX3957" fmla="*/ 433491 w 6604001"/>
              <a:gd name="connsiteY3957" fmla="*/ 3652025 h 6640493"/>
              <a:gd name="connsiteX3958" fmla="*/ 425946 w 6604001"/>
              <a:gd name="connsiteY3958" fmla="*/ 3644484 h 6640493"/>
              <a:gd name="connsiteX3959" fmla="*/ 256186 w 6604001"/>
              <a:gd name="connsiteY3959" fmla="*/ 3546456 h 6640493"/>
              <a:gd name="connsiteX3960" fmla="*/ 256186 w 6604001"/>
              <a:gd name="connsiteY3960" fmla="*/ 3550226 h 6640493"/>
              <a:gd name="connsiteX3961" fmla="*/ 254948 w 6604001"/>
              <a:gd name="connsiteY3961" fmla="*/ 3550226 h 6640493"/>
              <a:gd name="connsiteX3962" fmla="*/ 253093 w 6604001"/>
              <a:gd name="connsiteY3962" fmla="*/ 3545468 h 6640493"/>
              <a:gd name="connsiteX3963" fmla="*/ 249313 w 6604001"/>
              <a:gd name="connsiteY3963" fmla="*/ 3545468 h 6640493"/>
              <a:gd name="connsiteX3964" fmla="*/ 249313 w 6604001"/>
              <a:gd name="connsiteY3964" fmla="*/ 3541693 h 6640493"/>
              <a:gd name="connsiteX3965" fmla="*/ 219075 w 6604001"/>
              <a:gd name="connsiteY3965" fmla="*/ 3643611 h 6640493"/>
              <a:gd name="connsiteX3966" fmla="*/ 222855 w 6604001"/>
              <a:gd name="connsiteY3966" fmla="*/ 3647385 h 6640493"/>
              <a:gd name="connsiteX3967" fmla="*/ 222855 w 6604001"/>
              <a:gd name="connsiteY3967" fmla="*/ 3651160 h 6640493"/>
              <a:gd name="connsiteX3968" fmla="*/ 222855 w 6604001"/>
              <a:gd name="connsiteY3968" fmla="*/ 3654935 h 6640493"/>
              <a:gd name="connsiteX3969" fmla="*/ 244604 w 6604001"/>
              <a:gd name="connsiteY3969" fmla="*/ 3697198 h 6640493"/>
              <a:gd name="connsiteX3970" fmla="*/ 226397 w 6604001"/>
              <a:gd name="connsiteY3970" fmla="*/ 3665763 h 6640493"/>
              <a:gd name="connsiteX3971" fmla="*/ 226397 w 6604001"/>
              <a:gd name="connsiteY3971" fmla="*/ 3663024 h 6640493"/>
              <a:gd name="connsiteX3972" fmla="*/ 223541 w 6604001"/>
              <a:gd name="connsiteY3972" fmla="*/ 3660169 h 6640493"/>
              <a:gd name="connsiteX3973" fmla="*/ 214617 w 6604001"/>
              <a:gd name="connsiteY3973" fmla="*/ 3639469 h 6640493"/>
              <a:gd name="connsiteX3974" fmla="*/ 212819 w 6604001"/>
              <a:gd name="connsiteY3974" fmla="*/ 3627657 h 6640493"/>
              <a:gd name="connsiteX3975" fmla="*/ 214540 w 6604001"/>
              <a:gd name="connsiteY3975" fmla="*/ 3629393 h 6640493"/>
              <a:gd name="connsiteX3976" fmla="*/ 214540 w 6604001"/>
              <a:gd name="connsiteY3976" fmla="*/ 3636943 h 6640493"/>
              <a:gd name="connsiteX3977" fmla="*/ 244475 w 6604001"/>
              <a:gd name="connsiteY3977" fmla="*/ 3535014 h 6640493"/>
              <a:gd name="connsiteX3978" fmla="*/ 240733 w 6604001"/>
              <a:gd name="connsiteY3978" fmla="*/ 3535014 h 6640493"/>
              <a:gd name="connsiteX3979" fmla="*/ 240733 w 6604001"/>
              <a:gd name="connsiteY3979" fmla="*/ 3531239 h 6640493"/>
              <a:gd name="connsiteX3980" fmla="*/ 222848 w 6604001"/>
              <a:gd name="connsiteY3980" fmla="*/ 3494814 h 6640493"/>
              <a:gd name="connsiteX3981" fmla="*/ 238125 w 6604001"/>
              <a:gd name="connsiteY3981" fmla="*/ 3524231 h 6640493"/>
              <a:gd name="connsiteX3982" fmla="*/ 238125 w 6604001"/>
              <a:gd name="connsiteY3982" fmla="*/ 3520446 h 6640493"/>
              <a:gd name="connsiteX3983" fmla="*/ 223373 w 6604001"/>
              <a:gd name="connsiteY3983" fmla="*/ 3490983 h 6640493"/>
              <a:gd name="connsiteX3984" fmla="*/ 241403 w 6604001"/>
              <a:gd name="connsiteY3984" fmla="*/ 3523624 h 6640493"/>
              <a:gd name="connsiteX3985" fmla="*/ 245192 w 6604001"/>
              <a:gd name="connsiteY3985" fmla="*/ 3523624 h 6640493"/>
              <a:gd name="connsiteX3986" fmla="*/ 245192 w 6604001"/>
              <a:gd name="connsiteY3986" fmla="*/ 3527405 h 6640493"/>
              <a:gd name="connsiteX3987" fmla="*/ 260350 w 6604001"/>
              <a:gd name="connsiteY3987" fmla="*/ 3402628 h 6640493"/>
              <a:gd name="connsiteX3988" fmla="*/ 260350 w 6604001"/>
              <a:gd name="connsiteY3988" fmla="*/ 3398847 h 6640493"/>
              <a:gd name="connsiteX3989" fmla="*/ 256561 w 6604001"/>
              <a:gd name="connsiteY3989" fmla="*/ 3398847 h 6640493"/>
              <a:gd name="connsiteX3990" fmla="*/ 199718 w 6604001"/>
              <a:gd name="connsiteY3990" fmla="*/ 3360563 h 6640493"/>
              <a:gd name="connsiteX3991" fmla="*/ 143015 w 6604001"/>
              <a:gd name="connsiteY3991" fmla="*/ 3319553 h 6640493"/>
              <a:gd name="connsiteX3992" fmla="*/ 197644 w 6604001"/>
              <a:gd name="connsiteY3992" fmla="*/ 3358972 h 6640493"/>
              <a:gd name="connsiteX3993" fmla="*/ 252413 w 6604001"/>
              <a:gd name="connsiteY3993" fmla="*/ 3395643 h 6640493"/>
              <a:gd name="connsiteX3994" fmla="*/ 252413 w 6604001"/>
              <a:gd name="connsiteY3994" fmla="*/ 3391833 h 6640493"/>
              <a:gd name="connsiteX3995" fmla="*/ 199061 w 6604001"/>
              <a:gd name="connsiteY3995" fmla="*/ 3355638 h 6640493"/>
              <a:gd name="connsiteX3996" fmla="*/ 143015 w 6604001"/>
              <a:gd name="connsiteY3996" fmla="*/ 3319543 h 6640493"/>
              <a:gd name="connsiteX3997" fmla="*/ 143114 w 6604001"/>
              <a:gd name="connsiteY3997" fmla="*/ 3316397 h 6640493"/>
              <a:gd name="connsiteX3998" fmla="*/ 199430 w 6604001"/>
              <a:gd name="connsiteY3998" fmla="*/ 3354952 h 6640493"/>
              <a:gd name="connsiteX3999" fmla="*/ 255985 w 6604001"/>
              <a:gd name="connsiteY3999" fmla="*/ 3390880 h 6640493"/>
              <a:gd name="connsiteX4000" fmla="*/ 259755 w 6604001"/>
              <a:gd name="connsiteY4000" fmla="*/ 3390880 h 6640493"/>
              <a:gd name="connsiteX4001" fmla="*/ 263525 w 6604001"/>
              <a:gd name="connsiteY4001" fmla="*/ 3390880 h 6640493"/>
              <a:gd name="connsiteX4002" fmla="*/ 263525 w 6604001"/>
              <a:gd name="connsiteY4002" fmla="*/ 3256511 h 6640493"/>
              <a:gd name="connsiteX4003" fmla="*/ 259755 w 6604001"/>
              <a:gd name="connsiteY4003" fmla="*/ 3256511 h 6640493"/>
              <a:gd name="connsiteX4004" fmla="*/ 201315 w 6604001"/>
              <a:gd name="connsiteY4004" fmla="*/ 3282641 h 6640493"/>
              <a:gd name="connsiteX4005" fmla="*/ 143359 w 6604001"/>
              <a:gd name="connsiteY4005" fmla="*/ 3308553 h 6640493"/>
              <a:gd name="connsiteX4006" fmla="*/ 143373 w 6604001"/>
              <a:gd name="connsiteY4006" fmla="*/ 3308111 h 6640493"/>
              <a:gd name="connsiteX4007" fmla="*/ 200025 w 6604001"/>
              <a:gd name="connsiteY4007" fmla="*/ 3281948 h 6640493"/>
              <a:gd name="connsiteX4008" fmla="*/ 257175 w 6604001"/>
              <a:gd name="connsiteY4008" fmla="*/ 3255557 h 6640493"/>
              <a:gd name="connsiteX4009" fmla="*/ 253365 w 6604001"/>
              <a:gd name="connsiteY4009" fmla="*/ 3251785 h 6640493"/>
              <a:gd name="connsiteX4010" fmla="*/ 257175 w 6604001"/>
              <a:gd name="connsiteY4010" fmla="*/ 3251785 h 6640493"/>
              <a:gd name="connsiteX4011" fmla="*/ 257175 w 6604001"/>
              <a:gd name="connsiteY4011" fmla="*/ 3248016 h 6640493"/>
              <a:gd name="connsiteX4012" fmla="*/ 200025 w 6604001"/>
              <a:gd name="connsiteY4012" fmla="*/ 3278178 h 6640493"/>
              <a:gd name="connsiteX4013" fmla="*/ 143374 w 6604001"/>
              <a:gd name="connsiteY4013" fmla="*/ 3308077 h 6640493"/>
              <a:gd name="connsiteX4014" fmla="*/ 143374 w 6604001"/>
              <a:gd name="connsiteY4014" fmla="*/ 3308059 h 6640493"/>
              <a:gd name="connsiteX4015" fmla="*/ 199901 w 6604001"/>
              <a:gd name="connsiteY4015" fmla="*/ 3276260 h 6640493"/>
              <a:gd name="connsiteX4016" fmla="*/ 259755 w 6604001"/>
              <a:gd name="connsiteY4016" fmla="*/ 3244181 h 6640493"/>
              <a:gd name="connsiteX4017" fmla="*/ 263525 w 6604001"/>
              <a:gd name="connsiteY4017" fmla="*/ 3244181 h 6640493"/>
              <a:gd name="connsiteX4018" fmla="*/ 252214 w 6604001"/>
              <a:gd name="connsiteY4018" fmla="*/ 3142280 h 6640493"/>
              <a:gd name="connsiteX4019" fmla="*/ 248444 w 6604001"/>
              <a:gd name="connsiteY4019" fmla="*/ 3108312 h 6640493"/>
              <a:gd name="connsiteX4020" fmla="*/ 244674 w 6604001"/>
              <a:gd name="connsiteY4020" fmla="*/ 3112086 h 6640493"/>
              <a:gd name="connsiteX4021" fmla="*/ 244674 w 6604001"/>
              <a:gd name="connsiteY4021" fmla="*/ 3115860 h 6640493"/>
              <a:gd name="connsiteX4022" fmla="*/ 224790 w 6604001"/>
              <a:gd name="connsiteY4022" fmla="*/ 3144612 h 6640493"/>
              <a:gd name="connsiteX4023" fmla="*/ 241300 w 6604001"/>
              <a:gd name="connsiteY4023" fmla="*/ 3116821 h 6640493"/>
              <a:gd name="connsiteX4024" fmla="*/ 239244 w 6604001"/>
              <a:gd name="connsiteY4024" fmla="*/ 3116821 h 6640493"/>
              <a:gd name="connsiteX4025" fmla="*/ 241300 w 6604001"/>
              <a:gd name="connsiteY4025" fmla="*/ 3113075 h 6640493"/>
              <a:gd name="connsiteX4026" fmla="*/ 238741 w 6604001"/>
              <a:gd name="connsiteY4026" fmla="*/ 3115609 h 6640493"/>
              <a:gd name="connsiteX4027" fmla="*/ 244475 w 6604001"/>
              <a:gd name="connsiteY4027" fmla="*/ 3105375 h 6640493"/>
              <a:gd name="connsiteX4028" fmla="*/ 244475 w 6604001"/>
              <a:gd name="connsiteY4028" fmla="*/ 3101624 h 6640493"/>
              <a:gd name="connsiteX4029" fmla="*/ 218418 w 6604001"/>
              <a:gd name="connsiteY4029" fmla="*/ 3000369 h 6640493"/>
              <a:gd name="connsiteX4030" fmla="*/ 218418 w 6604001"/>
              <a:gd name="connsiteY4030" fmla="*/ 3004119 h 6640493"/>
              <a:gd name="connsiteX4031" fmla="*/ 218418 w 6604001"/>
              <a:gd name="connsiteY4031" fmla="*/ 3007869 h 6640493"/>
              <a:gd name="connsiteX4032" fmla="*/ 214696 w 6604001"/>
              <a:gd name="connsiteY4032" fmla="*/ 3007869 h 6640493"/>
              <a:gd name="connsiteX4033" fmla="*/ 213072 w 6604001"/>
              <a:gd name="connsiteY4033" fmla="*/ 3013057 h 6640493"/>
              <a:gd name="connsiteX4034" fmla="*/ 212575 w 6604001"/>
              <a:gd name="connsiteY4034" fmla="*/ 3013553 h 6640493"/>
              <a:gd name="connsiteX4035" fmla="*/ 215088 w 6604001"/>
              <a:gd name="connsiteY4035" fmla="*/ 3003506 h 6640493"/>
              <a:gd name="connsiteX4036" fmla="*/ 215088 w 6604001"/>
              <a:gd name="connsiteY4036" fmla="*/ 2999737 h 6640493"/>
              <a:gd name="connsiteX4037" fmla="*/ 218140 w 6604001"/>
              <a:gd name="connsiteY4037" fmla="*/ 2992111 h 6640493"/>
              <a:gd name="connsiteX4038" fmla="*/ 218562 w 6604001"/>
              <a:gd name="connsiteY4038" fmla="*/ 2991691 h 6640493"/>
              <a:gd name="connsiteX4039" fmla="*/ 218417 w 6604001"/>
              <a:gd name="connsiteY4039" fmla="*/ 2991417 h 6640493"/>
              <a:gd name="connsiteX4040" fmla="*/ 222627 w 6604001"/>
              <a:gd name="connsiteY4040" fmla="*/ 2980894 h 6640493"/>
              <a:gd name="connsiteX4041" fmla="*/ 222627 w 6604001"/>
              <a:gd name="connsiteY4041" fmla="*/ 2977130 h 6640493"/>
              <a:gd name="connsiteX4042" fmla="*/ 222627 w 6604001"/>
              <a:gd name="connsiteY4042" fmla="*/ 2973362 h 6640493"/>
              <a:gd name="connsiteX4043" fmla="*/ 226397 w 6604001"/>
              <a:gd name="connsiteY4043" fmla="*/ 2969593 h 6640493"/>
              <a:gd name="connsiteX4044" fmla="*/ 226397 w 6604001"/>
              <a:gd name="connsiteY4044" fmla="*/ 2973362 h 6640493"/>
              <a:gd name="connsiteX4045" fmla="*/ 228471 w 6604001"/>
              <a:gd name="connsiteY4045" fmla="*/ 2969593 h 6640493"/>
              <a:gd name="connsiteX4046" fmla="*/ 246959 w 6604001"/>
              <a:gd name="connsiteY4046" fmla="*/ 2936001 h 6640493"/>
              <a:gd name="connsiteX4047" fmla="*/ 384712 w 6604001"/>
              <a:gd name="connsiteY4047" fmla="*/ 2758549 h 6640493"/>
              <a:gd name="connsiteX4048" fmla="*/ 531718 w 6604001"/>
              <a:gd name="connsiteY4048" fmla="*/ 2362824 h 6640493"/>
              <a:gd name="connsiteX4049" fmla="*/ 527949 w 6604001"/>
              <a:gd name="connsiteY4049" fmla="*/ 2362824 h 6640493"/>
              <a:gd name="connsiteX4050" fmla="*/ 527949 w 6604001"/>
              <a:gd name="connsiteY4050" fmla="*/ 2359056 h 6640493"/>
              <a:gd name="connsiteX4051" fmla="*/ 527949 w 6604001"/>
              <a:gd name="connsiteY4051" fmla="*/ 2355286 h 6640493"/>
              <a:gd name="connsiteX4052" fmla="*/ 527949 w 6604001"/>
              <a:gd name="connsiteY4052" fmla="*/ 2351518 h 6640493"/>
              <a:gd name="connsiteX4053" fmla="*/ 505333 w 6604001"/>
              <a:gd name="connsiteY4053" fmla="*/ 2370362 h 6640493"/>
              <a:gd name="connsiteX4054" fmla="*/ 512871 w 6604001"/>
              <a:gd name="connsiteY4054" fmla="*/ 2359056 h 6640493"/>
              <a:gd name="connsiteX4055" fmla="*/ 531718 w 6604001"/>
              <a:gd name="connsiteY4055" fmla="*/ 2343979 h 6640493"/>
              <a:gd name="connsiteX4056" fmla="*/ 531718 w 6604001"/>
              <a:gd name="connsiteY4056" fmla="*/ 2340212 h 6640493"/>
              <a:gd name="connsiteX4057" fmla="*/ 535488 w 6604001"/>
              <a:gd name="connsiteY4057" fmla="*/ 2336443 h 6640493"/>
              <a:gd name="connsiteX4058" fmla="*/ 535488 w 6604001"/>
              <a:gd name="connsiteY4058" fmla="*/ 2332674 h 6640493"/>
              <a:gd name="connsiteX4059" fmla="*/ 531718 w 6604001"/>
              <a:gd name="connsiteY4059" fmla="*/ 2325136 h 6640493"/>
              <a:gd name="connsiteX4060" fmla="*/ 535488 w 6604001"/>
              <a:gd name="connsiteY4060" fmla="*/ 2317597 h 6640493"/>
              <a:gd name="connsiteX4061" fmla="*/ 539257 w 6604001"/>
              <a:gd name="connsiteY4061" fmla="*/ 2325136 h 6640493"/>
              <a:gd name="connsiteX4062" fmla="*/ 543027 w 6604001"/>
              <a:gd name="connsiteY4062" fmla="*/ 2325136 h 6640493"/>
              <a:gd name="connsiteX4063" fmla="*/ 543027 w 6604001"/>
              <a:gd name="connsiteY4063" fmla="*/ 2321366 h 6640493"/>
              <a:gd name="connsiteX4064" fmla="*/ 546796 w 6604001"/>
              <a:gd name="connsiteY4064" fmla="*/ 2321366 h 6640493"/>
              <a:gd name="connsiteX4065" fmla="*/ 546796 w 6604001"/>
              <a:gd name="connsiteY4065" fmla="*/ 2317597 h 6640493"/>
              <a:gd name="connsiteX4066" fmla="*/ 558104 w 6604001"/>
              <a:gd name="connsiteY4066" fmla="*/ 2283678 h 6640493"/>
              <a:gd name="connsiteX4067" fmla="*/ 565643 w 6604001"/>
              <a:gd name="connsiteY4067" fmla="*/ 2268603 h 6640493"/>
              <a:gd name="connsiteX4068" fmla="*/ 550566 w 6604001"/>
              <a:gd name="connsiteY4068" fmla="*/ 2317597 h 6640493"/>
              <a:gd name="connsiteX4069" fmla="*/ 554335 w 6604001"/>
              <a:gd name="connsiteY4069" fmla="*/ 2317597 h 6640493"/>
              <a:gd name="connsiteX4070" fmla="*/ 554335 w 6604001"/>
              <a:gd name="connsiteY4070" fmla="*/ 2321366 h 6640493"/>
              <a:gd name="connsiteX4071" fmla="*/ 554335 w 6604001"/>
              <a:gd name="connsiteY4071" fmla="*/ 2325136 h 6640493"/>
              <a:gd name="connsiteX4072" fmla="*/ 554335 w 6604001"/>
              <a:gd name="connsiteY4072" fmla="*/ 2328906 h 6640493"/>
              <a:gd name="connsiteX4073" fmla="*/ 818193 w 6604001"/>
              <a:gd name="connsiteY4073" fmla="*/ 2238452 h 6640493"/>
              <a:gd name="connsiteX4074" fmla="*/ 1017972 w 6604001"/>
              <a:gd name="connsiteY4074" fmla="*/ 1797506 h 6640493"/>
              <a:gd name="connsiteX4075" fmla="*/ 1014203 w 6604001"/>
              <a:gd name="connsiteY4075" fmla="*/ 1797506 h 6640493"/>
              <a:gd name="connsiteX4076" fmla="*/ 1014203 w 6604001"/>
              <a:gd name="connsiteY4076" fmla="*/ 1793738 h 6640493"/>
              <a:gd name="connsiteX4077" fmla="*/ 1010433 w 6604001"/>
              <a:gd name="connsiteY4077" fmla="*/ 1793738 h 6640493"/>
              <a:gd name="connsiteX4078" fmla="*/ 1010433 w 6604001"/>
              <a:gd name="connsiteY4078" fmla="*/ 1789971 h 6640493"/>
              <a:gd name="connsiteX4079" fmla="*/ 1010433 w 6604001"/>
              <a:gd name="connsiteY4079" fmla="*/ 1786202 h 6640493"/>
              <a:gd name="connsiteX4080" fmla="*/ 1010433 w 6604001"/>
              <a:gd name="connsiteY4080" fmla="*/ 1782434 h 6640493"/>
              <a:gd name="connsiteX4081" fmla="*/ 953892 w 6604001"/>
              <a:gd name="connsiteY4081" fmla="*/ 1789971 h 6640493"/>
              <a:gd name="connsiteX4082" fmla="*/ 961431 w 6604001"/>
              <a:gd name="connsiteY4082" fmla="*/ 1782434 h 6640493"/>
              <a:gd name="connsiteX4083" fmla="*/ 1014203 w 6604001"/>
              <a:gd name="connsiteY4083" fmla="*/ 1771129 h 6640493"/>
              <a:gd name="connsiteX4084" fmla="*/ 1017972 w 6604001"/>
              <a:gd name="connsiteY4084" fmla="*/ 1767360 h 6640493"/>
              <a:gd name="connsiteX4085" fmla="*/ 1017972 w 6604001"/>
              <a:gd name="connsiteY4085" fmla="*/ 1763592 h 6640493"/>
              <a:gd name="connsiteX4086" fmla="*/ 1021741 w 6604001"/>
              <a:gd name="connsiteY4086" fmla="*/ 1763592 h 6640493"/>
              <a:gd name="connsiteX4087" fmla="*/ 1010433 w 6604001"/>
              <a:gd name="connsiteY4087" fmla="*/ 1733447 h 6640493"/>
              <a:gd name="connsiteX4088" fmla="*/ 1014203 w 6604001"/>
              <a:gd name="connsiteY4088" fmla="*/ 1725910 h 6640493"/>
              <a:gd name="connsiteX4089" fmla="*/ 1025511 w 6604001"/>
              <a:gd name="connsiteY4089" fmla="*/ 1756056 h 6640493"/>
              <a:gd name="connsiteX4090" fmla="*/ 1029280 w 6604001"/>
              <a:gd name="connsiteY4090" fmla="*/ 1756056 h 6640493"/>
              <a:gd name="connsiteX4091" fmla="*/ 1029280 w 6604001"/>
              <a:gd name="connsiteY4091" fmla="*/ 1752287 h 6640493"/>
              <a:gd name="connsiteX4092" fmla="*/ 1033050 w 6604001"/>
              <a:gd name="connsiteY4092" fmla="*/ 1752287 h 6640493"/>
              <a:gd name="connsiteX4093" fmla="*/ 1036819 w 6604001"/>
              <a:gd name="connsiteY4093" fmla="*/ 1752287 h 6640493"/>
              <a:gd name="connsiteX4094" fmla="*/ 1066974 w 6604001"/>
              <a:gd name="connsiteY4094" fmla="*/ 1676913 h 6640493"/>
              <a:gd name="connsiteX4095" fmla="*/ 1078282 w 6604001"/>
              <a:gd name="connsiteY4095" fmla="*/ 1665609 h 6640493"/>
              <a:gd name="connsiteX4096" fmla="*/ 1044358 w 6604001"/>
              <a:gd name="connsiteY4096" fmla="*/ 1752287 h 6640493"/>
              <a:gd name="connsiteX4097" fmla="*/ 1048127 w 6604001"/>
              <a:gd name="connsiteY4097" fmla="*/ 1752287 h 6640493"/>
              <a:gd name="connsiteX4098" fmla="*/ 1048127 w 6604001"/>
              <a:gd name="connsiteY4098" fmla="*/ 1756056 h 6640493"/>
              <a:gd name="connsiteX4099" fmla="*/ 1048127 w 6604001"/>
              <a:gd name="connsiteY4099" fmla="*/ 1759825 h 6640493"/>
              <a:gd name="connsiteX4100" fmla="*/ 1048127 w 6604001"/>
              <a:gd name="connsiteY4100" fmla="*/ 1763592 h 6640493"/>
              <a:gd name="connsiteX4101" fmla="*/ 1048127 w 6604001"/>
              <a:gd name="connsiteY4101" fmla="*/ 1767360 h 6640493"/>
              <a:gd name="connsiteX4102" fmla="*/ 1402451 w 6604001"/>
              <a:gd name="connsiteY4102" fmla="*/ 1808812 h 6640493"/>
              <a:gd name="connsiteX4103" fmla="*/ 1517220 w 6604001"/>
              <a:gd name="connsiteY4103" fmla="*/ 1591791 h 6640493"/>
              <a:gd name="connsiteX4104" fmla="*/ 552355 w 6604001"/>
              <a:gd name="connsiteY4104" fmla="*/ 1481342 h 6640493"/>
              <a:gd name="connsiteX4105" fmla="*/ 537624 w 6604001"/>
              <a:gd name="connsiteY4105" fmla="*/ 1504510 h 6640493"/>
              <a:gd name="connsiteX4106" fmla="*/ 531525 w 6604001"/>
              <a:gd name="connsiteY4106" fmla="*/ 1511696 h 6640493"/>
              <a:gd name="connsiteX4107" fmla="*/ 551595 w 6604001"/>
              <a:gd name="connsiteY4107" fmla="*/ 1482424 h 6640493"/>
              <a:gd name="connsiteX4108" fmla="*/ 5254202 w 6604001"/>
              <a:gd name="connsiteY4108" fmla="*/ 1476360 h 6640493"/>
              <a:gd name="connsiteX4109" fmla="*/ 5024438 w 6604001"/>
              <a:gd name="connsiteY4109" fmla="*/ 1860930 h 6640493"/>
              <a:gd name="connsiteX4110" fmla="*/ 5028205 w 6604001"/>
              <a:gd name="connsiteY4110" fmla="*/ 1868471 h 6640493"/>
              <a:gd name="connsiteX4111" fmla="*/ 5028205 w 6604001"/>
              <a:gd name="connsiteY4111" fmla="*/ 1872241 h 6640493"/>
              <a:gd name="connsiteX4112" fmla="*/ 5031971 w 6604001"/>
              <a:gd name="connsiteY4112" fmla="*/ 1876010 h 6640493"/>
              <a:gd name="connsiteX4113" fmla="*/ 5031971 w 6604001"/>
              <a:gd name="connsiteY4113" fmla="*/ 1902404 h 6640493"/>
              <a:gd name="connsiteX4114" fmla="*/ 5031971 w 6604001"/>
              <a:gd name="connsiteY4114" fmla="*/ 1906173 h 6640493"/>
              <a:gd name="connsiteX4115" fmla="*/ 5389800 w 6604001"/>
              <a:gd name="connsiteY4115" fmla="*/ 2498115 h 6640493"/>
              <a:gd name="connsiteX4116" fmla="*/ 5408633 w 6604001"/>
              <a:gd name="connsiteY4116" fmla="*/ 2501885 h 6640493"/>
              <a:gd name="connsiteX4117" fmla="*/ 5630863 w 6604001"/>
              <a:gd name="connsiteY4117" fmla="*/ 2083379 h 6640493"/>
              <a:gd name="connsiteX4118" fmla="*/ 5630863 w 6604001"/>
              <a:gd name="connsiteY4118" fmla="*/ 2079608 h 6640493"/>
              <a:gd name="connsiteX4119" fmla="*/ 5630863 w 6604001"/>
              <a:gd name="connsiteY4119" fmla="*/ 2075838 h 6640493"/>
              <a:gd name="connsiteX4120" fmla="*/ 5627096 w 6604001"/>
              <a:gd name="connsiteY4120" fmla="*/ 2075838 h 6640493"/>
              <a:gd name="connsiteX4121" fmla="*/ 5627096 w 6604001"/>
              <a:gd name="connsiteY4121" fmla="*/ 2072068 h 6640493"/>
              <a:gd name="connsiteX4122" fmla="*/ 5627096 w 6604001"/>
              <a:gd name="connsiteY4122" fmla="*/ 2068298 h 6640493"/>
              <a:gd name="connsiteX4123" fmla="*/ 5627096 w 6604001"/>
              <a:gd name="connsiteY4123" fmla="*/ 2064527 h 6640493"/>
              <a:gd name="connsiteX4124" fmla="*/ 5627096 w 6604001"/>
              <a:gd name="connsiteY4124" fmla="*/ 2049446 h 6640493"/>
              <a:gd name="connsiteX4125" fmla="*/ 5627096 w 6604001"/>
              <a:gd name="connsiteY4125" fmla="*/ 2045676 h 6640493"/>
              <a:gd name="connsiteX4126" fmla="*/ 5627096 w 6604001"/>
              <a:gd name="connsiteY4126" fmla="*/ 2041905 h 6640493"/>
              <a:gd name="connsiteX4127" fmla="*/ 5269268 w 6604001"/>
              <a:gd name="connsiteY4127" fmla="*/ 1483901 h 6640493"/>
              <a:gd name="connsiteX4128" fmla="*/ 5254202 w 6604001"/>
              <a:gd name="connsiteY4128" fmla="*/ 1476360 h 6640493"/>
              <a:gd name="connsiteX4129" fmla="*/ 6014292 w 6604001"/>
              <a:gd name="connsiteY4129" fmla="*/ 1436903 h 6640493"/>
              <a:gd name="connsiteX4130" fmla="*/ 6018270 w 6604001"/>
              <a:gd name="connsiteY4130" fmla="*/ 1442858 h 6640493"/>
              <a:gd name="connsiteX4131" fmla="*/ 6098455 w 6604001"/>
              <a:gd name="connsiteY4131" fmla="*/ 1566904 h 6640493"/>
              <a:gd name="connsiteX4132" fmla="*/ 6122452 w 6604001"/>
              <a:gd name="connsiteY4132" fmla="*/ 1595630 h 6640493"/>
              <a:gd name="connsiteX4133" fmla="*/ 6131062 w 6604001"/>
              <a:gd name="connsiteY4133" fmla="*/ 1608461 h 6640493"/>
              <a:gd name="connsiteX4134" fmla="*/ 6127307 w 6604001"/>
              <a:gd name="connsiteY4134" fmla="*/ 1603621 h 6640493"/>
              <a:gd name="connsiteX4135" fmla="*/ 6107599 w 6604001"/>
              <a:gd name="connsiteY4135" fmla="*/ 1580493 h 6640493"/>
              <a:gd name="connsiteX4136" fmla="*/ 6106596 w 6604001"/>
              <a:gd name="connsiteY4136" fmla="*/ 1578664 h 6640493"/>
              <a:gd name="connsiteX4137" fmla="*/ 6102830 w 6604001"/>
              <a:gd name="connsiteY4137" fmla="*/ 1574897 h 6640493"/>
              <a:gd name="connsiteX4138" fmla="*/ 6107599 w 6604001"/>
              <a:gd name="connsiteY4138" fmla="*/ 1580493 h 6640493"/>
              <a:gd name="connsiteX4139" fmla="*/ 6170613 w 6604001"/>
              <a:gd name="connsiteY4139" fmla="*/ 1695443 h 6640493"/>
              <a:gd name="connsiteX4140" fmla="*/ 6163082 w 6604001"/>
              <a:gd name="connsiteY4140" fmla="*/ 1687910 h 6640493"/>
              <a:gd name="connsiteX4141" fmla="*/ 6110362 w 6604001"/>
              <a:gd name="connsiteY4141" fmla="*/ 1593733 h 6640493"/>
              <a:gd name="connsiteX4142" fmla="*/ 6076471 w 6604001"/>
              <a:gd name="connsiteY4142" fmla="*/ 1563597 h 6640493"/>
              <a:gd name="connsiteX4143" fmla="*/ 6068939 w 6604001"/>
              <a:gd name="connsiteY4143" fmla="*/ 1556062 h 6640493"/>
              <a:gd name="connsiteX4144" fmla="*/ 6091533 w 6604001"/>
              <a:gd name="connsiteY4144" fmla="*/ 1567363 h 6640493"/>
              <a:gd name="connsiteX4145" fmla="*/ 6091533 w 6604001"/>
              <a:gd name="connsiteY4145" fmla="*/ 1563597 h 6640493"/>
              <a:gd name="connsiteX4146" fmla="*/ 6011063 w 6604001"/>
              <a:gd name="connsiteY4146" fmla="*/ 1432071 h 6640493"/>
              <a:gd name="connsiteX4147" fmla="*/ 6013160 w 6604001"/>
              <a:gd name="connsiteY4147" fmla="*/ 1435047 h 6640493"/>
              <a:gd name="connsiteX4148" fmla="*/ 6014292 w 6604001"/>
              <a:gd name="connsiteY4148" fmla="*/ 1436903 h 6640493"/>
              <a:gd name="connsiteX4149" fmla="*/ 696578 w 6604001"/>
              <a:gd name="connsiteY4149" fmla="*/ 1404897 h 6640493"/>
              <a:gd name="connsiteX4150" fmla="*/ 648725 w 6604001"/>
              <a:gd name="connsiteY4150" fmla="*/ 1416931 h 6640493"/>
              <a:gd name="connsiteX4151" fmla="*/ 648725 w 6604001"/>
              <a:gd name="connsiteY4151" fmla="*/ 1420688 h 6640493"/>
              <a:gd name="connsiteX4152" fmla="*/ 644968 w 6604001"/>
              <a:gd name="connsiteY4152" fmla="*/ 1420688 h 6640493"/>
              <a:gd name="connsiteX4153" fmla="*/ 644968 w 6604001"/>
              <a:gd name="connsiteY4153" fmla="*/ 1424445 h 6640493"/>
              <a:gd name="connsiteX4154" fmla="*/ 641210 w 6604001"/>
              <a:gd name="connsiteY4154" fmla="*/ 1424445 h 6640493"/>
              <a:gd name="connsiteX4155" fmla="*/ 539750 w 6604001"/>
              <a:gd name="connsiteY4155" fmla="*/ 1725011 h 6640493"/>
              <a:gd name="connsiteX4156" fmla="*/ 543508 w 6604001"/>
              <a:gd name="connsiteY4156" fmla="*/ 1725011 h 6640493"/>
              <a:gd name="connsiteX4157" fmla="*/ 547266 w 6604001"/>
              <a:gd name="connsiteY4157" fmla="*/ 1721255 h 6640493"/>
              <a:gd name="connsiteX4158" fmla="*/ 551024 w 6604001"/>
              <a:gd name="connsiteY4158" fmla="*/ 1728768 h 6640493"/>
              <a:gd name="connsiteX4159" fmla="*/ 552718 w 6604001"/>
              <a:gd name="connsiteY4159" fmla="*/ 1726888 h 6640493"/>
              <a:gd name="connsiteX4160" fmla="*/ 546442 w 6604001"/>
              <a:gd name="connsiteY4160" fmla="*/ 1736587 h 6640493"/>
              <a:gd name="connsiteX4161" fmla="*/ 535137 w 6604001"/>
              <a:gd name="connsiteY4161" fmla="*/ 1755445 h 6640493"/>
              <a:gd name="connsiteX4162" fmla="*/ 433388 w 6604001"/>
              <a:gd name="connsiteY4162" fmla="*/ 2125047 h 6640493"/>
              <a:gd name="connsiteX4163" fmla="*/ 437157 w 6604001"/>
              <a:gd name="connsiteY4163" fmla="*/ 2121276 h 6640493"/>
              <a:gd name="connsiteX4164" fmla="*/ 437157 w 6604001"/>
              <a:gd name="connsiteY4164" fmla="*/ 2128819 h 6640493"/>
              <a:gd name="connsiteX4165" fmla="*/ 520063 w 6604001"/>
              <a:gd name="connsiteY4165" fmla="*/ 2030761 h 6640493"/>
              <a:gd name="connsiteX4166" fmla="*/ 697180 w 6604001"/>
              <a:gd name="connsiteY4166" fmla="*/ 1876131 h 6640493"/>
              <a:gd name="connsiteX4167" fmla="*/ 836613 w 6604001"/>
              <a:gd name="connsiteY4167" fmla="*/ 1483900 h 6640493"/>
              <a:gd name="connsiteX4168" fmla="*/ 832845 w 6604001"/>
              <a:gd name="connsiteY4168" fmla="*/ 1483900 h 6640493"/>
              <a:gd name="connsiteX4169" fmla="*/ 829076 w 6604001"/>
              <a:gd name="connsiteY4169" fmla="*/ 1483900 h 6640493"/>
              <a:gd name="connsiteX4170" fmla="*/ 829076 w 6604001"/>
              <a:gd name="connsiteY4170" fmla="*/ 1476357 h 6640493"/>
              <a:gd name="connsiteX4171" fmla="*/ 685816 w 6604001"/>
              <a:gd name="connsiteY4171" fmla="*/ 1591268 h 6640493"/>
              <a:gd name="connsiteX4172" fmla="*/ 638075 w 6604001"/>
              <a:gd name="connsiteY4172" fmla="*/ 1633588 h 6640493"/>
              <a:gd name="connsiteX4173" fmla="*/ 689121 w 6604001"/>
              <a:gd name="connsiteY4173" fmla="*/ 1582243 h 6640493"/>
              <a:gd name="connsiteX4174" fmla="*/ 832855 w 6604001"/>
              <a:gd name="connsiteY4174" fmla="*/ 1469530 h 6640493"/>
              <a:gd name="connsiteX4175" fmla="*/ 836613 w 6604001"/>
              <a:gd name="connsiteY4175" fmla="*/ 1465773 h 6640493"/>
              <a:gd name="connsiteX4176" fmla="*/ 836613 w 6604001"/>
              <a:gd name="connsiteY4176" fmla="*/ 1458259 h 6640493"/>
              <a:gd name="connsiteX4177" fmla="*/ 696578 w 6604001"/>
              <a:gd name="connsiteY4177" fmla="*/ 1404897 h 6640493"/>
              <a:gd name="connsiteX4178" fmla="*/ 5989198 w 6604001"/>
              <a:gd name="connsiteY4178" fmla="*/ 1386668 h 6640493"/>
              <a:gd name="connsiteX4179" fmla="*/ 5995390 w 6604001"/>
              <a:gd name="connsiteY4179" fmla="*/ 1395375 h 6640493"/>
              <a:gd name="connsiteX4180" fmla="*/ 6076471 w 6604001"/>
              <a:gd name="connsiteY4180" fmla="*/ 1514625 h 6640493"/>
              <a:gd name="connsiteX4181" fmla="*/ 6151784 w 6604001"/>
              <a:gd name="connsiteY4181" fmla="*/ 1635170 h 6640493"/>
              <a:gd name="connsiteX4182" fmla="*/ 6136959 w 6604001"/>
              <a:gd name="connsiteY4182" fmla="*/ 1616061 h 6640493"/>
              <a:gd name="connsiteX4183" fmla="*/ 6121261 w 6604001"/>
              <a:gd name="connsiteY4183" fmla="*/ 1589876 h 6640493"/>
              <a:gd name="connsiteX4184" fmla="*/ 6075870 w 6604001"/>
              <a:gd name="connsiteY4184" fmla="*/ 1514161 h 6640493"/>
              <a:gd name="connsiteX4185" fmla="*/ 6020834 w 6604001"/>
              <a:gd name="connsiteY4185" fmla="*/ 1432936 h 6640493"/>
              <a:gd name="connsiteX4186" fmla="*/ 5910737 w 6604001"/>
              <a:gd name="connsiteY4186" fmla="*/ 1375878 h 6640493"/>
              <a:gd name="connsiteX4187" fmla="*/ 5914505 w 6604001"/>
              <a:gd name="connsiteY4187" fmla="*/ 1379647 h 6640493"/>
              <a:gd name="connsiteX4188" fmla="*/ 5978557 w 6604001"/>
              <a:gd name="connsiteY4188" fmla="*/ 1556750 h 6640493"/>
              <a:gd name="connsiteX4189" fmla="*/ 5982324 w 6604001"/>
              <a:gd name="connsiteY4189" fmla="*/ 1556750 h 6640493"/>
              <a:gd name="connsiteX4190" fmla="*/ 5982324 w 6604001"/>
              <a:gd name="connsiteY4190" fmla="*/ 1560518 h 6640493"/>
              <a:gd name="connsiteX4191" fmla="*/ 5982324 w 6604001"/>
              <a:gd name="connsiteY4191" fmla="*/ 1564285 h 6640493"/>
              <a:gd name="connsiteX4192" fmla="*/ 5986092 w 6604001"/>
              <a:gd name="connsiteY4192" fmla="*/ 1564285 h 6640493"/>
              <a:gd name="connsiteX4193" fmla="*/ 6068982 w 6604001"/>
              <a:gd name="connsiteY4193" fmla="*/ 1556750 h 6640493"/>
              <a:gd name="connsiteX4194" fmla="*/ 6076518 w 6604001"/>
              <a:gd name="connsiteY4194" fmla="*/ 1564285 h 6640493"/>
              <a:gd name="connsiteX4195" fmla="*/ 5989860 w 6604001"/>
              <a:gd name="connsiteY4195" fmla="*/ 1575591 h 6640493"/>
              <a:gd name="connsiteX4196" fmla="*/ 5993628 w 6604001"/>
              <a:gd name="connsiteY4196" fmla="*/ 1579358 h 6640493"/>
              <a:gd name="connsiteX4197" fmla="*/ 5993628 w 6604001"/>
              <a:gd name="connsiteY4197" fmla="*/ 1583127 h 6640493"/>
              <a:gd name="connsiteX4198" fmla="*/ 5997395 w 6604001"/>
              <a:gd name="connsiteY4198" fmla="*/ 1583127 h 6640493"/>
              <a:gd name="connsiteX4199" fmla="*/ 5997395 w 6604001"/>
              <a:gd name="connsiteY4199" fmla="*/ 1586894 h 6640493"/>
              <a:gd name="connsiteX4200" fmla="*/ 5997395 w 6604001"/>
              <a:gd name="connsiteY4200" fmla="*/ 1590663 h 6640493"/>
              <a:gd name="connsiteX4201" fmla="*/ 5997395 w 6604001"/>
              <a:gd name="connsiteY4201" fmla="*/ 1594430 h 6640493"/>
              <a:gd name="connsiteX4202" fmla="*/ 6001163 w 6604001"/>
              <a:gd name="connsiteY4202" fmla="*/ 1594430 h 6640493"/>
              <a:gd name="connsiteX4203" fmla="*/ 5997395 w 6604001"/>
              <a:gd name="connsiteY4203" fmla="*/ 1598198 h 6640493"/>
              <a:gd name="connsiteX4204" fmla="*/ 6249834 w 6604001"/>
              <a:gd name="connsiteY4204" fmla="*/ 2080508 h 6640493"/>
              <a:gd name="connsiteX4205" fmla="*/ 6340259 w 6604001"/>
              <a:gd name="connsiteY4205" fmla="*/ 2057899 h 6640493"/>
              <a:gd name="connsiteX4206" fmla="*/ 6340259 w 6604001"/>
              <a:gd name="connsiteY4206" fmla="*/ 2054131 h 6640493"/>
              <a:gd name="connsiteX4207" fmla="*/ 6336492 w 6604001"/>
              <a:gd name="connsiteY4207" fmla="*/ 2054131 h 6640493"/>
              <a:gd name="connsiteX4208" fmla="*/ 6336492 w 6604001"/>
              <a:gd name="connsiteY4208" fmla="*/ 2050362 h 6640493"/>
              <a:gd name="connsiteX4209" fmla="*/ 6336492 w 6604001"/>
              <a:gd name="connsiteY4209" fmla="*/ 2046594 h 6640493"/>
              <a:gd name="connsiteX4210" fmla="*/ 6336492 w 6604001"/>
              <a:gd name="connsiteY4210" fmla="*/ 2042829 h 6640493"/>
              <a:gd name="connsiteX4211" fmla="*/ 6336492 w 6604001"/>
              <a:gd name="connsiteY4211" fmla="*/ 2039060 h 6640493"/>
              <a:gd name="connsiteX4212" fmla="*/ 6330029 w 6604001"/>
              <a:gd name="connsiteY4212" fmla="*/ 2023936 h 6640493"/>
              <a:gd name="connsiteX4213" fmla="*/ 6287511 w 6604001"/>
              <a:gd name="connsiteY4213" fmla="*/ 1899634 h 6640493"/>
              <a:gd name="connsiteX4214" fmla="*/ 6287976 w 6604001"/>
              <a:gd name="connsiteY4214" fmla="*/ 1900100 h 6640493"/>
              <a:gd name="connsiteX4215" fmla="*/ 6291263 w 6604001"/>
              <a:gd name="connsiteY4215" fmla="*/ 1906576 h 6640493"/>
              <a:gd name="connsiteX4216" fmla="*/ 6288883 w 6604001"/>
              <a:gd name="connsiteY4216" fmla="*/ 1901008 h 6640493"/>
              <a:gd name="connsiteX4217" fmla="*/ 6291279 w 6604001"/>
              <a:gd name="connsiteY4217" fmla="*/ 1903405 h 6640493"/>
              <a:gd name="connsiteX4218" fmla="*/ 6340259 w 6604001"/>
              <a:gd name="connsiteY4218" fmla="*/ 2050362 h 6640493"/>
              <a:gd name="connsiteX4219" fmla="*/ 6344027 w 6604001"/>
              <a:gd name="connsiteY4219" fmla="*/ 2054131 h 6640493"/>
              <a:gd name="connsiteX4220" fmla="*/ 6344027 w 6604001"/>
              <a:gd name="connsiteY4220" fmla="*/ 2057899 h 6640493"/>
              <a:gd name="connsiteX4221" fmla="*/ 6347795 w 6604001"/>
              <a:gd name="connsiteY4221" fmla="*/ 2057899 h 6640493"/>
              <a:gd name="connsiteX4222" fmla="*/ 6347795 w 6604001"/>
              <a:gd name="connsiteY4222" fmla="*/ 2061668 h 6640493"/>
              <a:gd name="connsiteX4223" fmla="*/ 6381704 w 6604001"/>
              <a:gd name="connsiteY4223" fmla="*/ 2110653 h 6640493"/>
              <a:gd name="connsiteX4224" fmla="*/ 6385472 w 6604001"/>
              <a:gd name="connsiteY4224" fmla="*/ 2121958 h 6640493"/>
              <a:gd name="connsiteX4225" fmla="*/ 6351563 w 6604001"/>
              <a:gd name="connsiteY4225" fmla="*/ 2069203 h 6640493"/>
              <a:gd name="connsiteX4226" fmla="*/ 6351563 w 6604001"/>
              <a:gd name="connsiteY4226" fmla="*/ 2072972 h 6640493"/>
              <a:gd name="connsiteX4227" fmla="*/ 6351563 w 6604001"/>
              <a:gd name="connsiteY4227" fmla="*/ 2076740 h 6640493"/>
              <a:gd name="connsiteX4228" fmla="*/ 6351563 w 6604001"/>
              <a:gd name="connsiteY4228" fmla="*/ 2080508 h 6640493"/>
              <a:gd name="connsiteX4229" fmla="*/ 6351588 w 6604001"/>
              <a:gd name="connsiteY4229" fmla="*/ 2080508 h 6640493"/>
              <a:gd name="connsiteX4230" fmla="*/ 6351588 w 6604001"/>
              <a:gd name="connsiteY4230" fmla="*/ 2083388 h 6640493"/>
              <a:gd name="connsiteX4231" fmla="*/ 6351588 w 6604001"/>
              <a:gd name="connsiteY4231" fmla="*/ 2087161 h 6640493"/>
              <a:gd name="connsiteX4232" fmla="*/ 6356647 w 6604001"/>
              <a:gd name="connsiteY4232" fmla="*/ 2099446 h 6640493"/>
              <a:gd name="connsiteX4233" fmla="*/ 6378994 w 6604001"/>
              <a:gd name="connsiteY4233" fmla="*/ 2187035 h 6640493"/>
              <a:gd name="connsiteX4234" fmla="*/ 6449239 w 6604001"/>
              <a:gd name="connsiteY4234" fmla="*/ 2570137 h 6640493"/>
              <a:gd name="connsiteX4235" fmla="*/ 6452995 w 6604001"/>
              <a:gd name="connsiteY4235" fmla="*/ 2592776 h 6640493"/>
              <a:gd name="connsiteX4236" fmla="*/ 6452995 w 6604001"/>
              <a:gd name="connsiteY4236" fmla="*/ 2596550 h 6640493"/>
              <a:gd name="connsiteX4237" fmla="*/ 6452995 w 6604001"/>
              <a:gd name="connsiteY4237" fmla="*/ 2600323 h 6640493"/>
              <a:gd name="connsiteX4238" fmla="*/ 6456751 w 6604001"/>
              <a:gd name="connsiteY4238" fmla="*/ 2600323 h 6640493"/>
              <a:gd name="connsiteX4239" fmla="*/ 6505576 w 6604001"/>
              <a:gd name="connsiteY4239" fmla="*/ 2532403 h 6640493"/>
              <a:gd name="connsiteX4240" fmla="*/ 6501820 w 6604001"/>
              <a:gd name="connsiteY4240" fmla="*/ 2513538 h 6640493"/>
              <a:gd name="connsiteX4241" fmla="*/ 6467092 w 6604001"/>
              <a:gd name="connsiteY4241" fmla="*/ 2397543 h 6640493"/>
              <a:gd name="connsiteX4242" fmla="*/ 6460130 w 6604001"/>
              <a:gd name="connsiteY4242" fmla="*/ 2375175 h 6640493"/>
              <a:gd name="connsiteX4243" fmla="*/ 6465537 w 6604001"/>
              <a:gd name="connsiteY4243" fmla="*/ 2391682 h 6640493"/>
              <a:gd name="connsiteX4244" fmla="*/ 6502272 w 6604001"/>
              <a:gd name="connsiteY4244" fmla="*/ 2513850 h 6640493"/>
              <a:gd name="connsiteX4245" fmla="*/ 6513575 w 6604001"/>
              <a:gd name="connsiteY4245" fmla="*/ 2536458 h 6640493"/>
              <a:gd name="connsiteX4246" fmla="*/ 6547014 w 6604001"/>
              <a:gd name="connsiteY4246" fmla="*/ 2695195 h 6640493"/>
              <a:gd name="connsiteX4247" fmla="*/ 6549028 w 6604001"/>
              <a:gd name="connsiteY4247" fmla="*/ 2706043 h 6640493"/>
              <a:gd name="connsiteX4248" fmla="*/ 6542902 w 6604001"/>
              <a:gd name="connsiteY4248" fmla="*/ 2675784 h 6640493"/>
              <a:gd name="connsiteX4249" fmla="*/ 6513095 w 6604001"/>
              <a:gd name="connsiteY4249" fmla="*/ 2543396 h 6640493"/>
              <a:gd name="connsiteX4250" fmla="*/ 6505575 w 6604001"/>
              <a:gd name="connsiteY4250" fmla="*/ 2532058 h 6640493"/>
              <a:gd name="connsiteX4251" fmla="*/ 6513095 w 6604001"/>
              <a:gd name="connsiteY4251" fmla="*/ 2554732 h 6640493"/>
              <a:gd name="connsiteX4252" fmla="*/ 6577013 w 6604001"/>
              <a:gd name="connsiteY4252" fmla="*/ 2879730 h 6640493"/>
              <a:gd name="connsiteX4253" fmla="*/ 6577013 w 6604001"/>
              <a:gd name="connsiteY4253" fmla="*/ 2868391 h 6640493"/>
              <a:gd name="connsiteX4254" fmla="*/ 6561210 w 6604001"/>
              <a:gd name="connsiteY4254" fmla="*/ 2773505 h 6640493"/>
              <a:gd name="connsiteX4255" fmla="*/ 6549985 w 6604001"/>
              <a:gd name="connsiteY4255" fmla="*/ 2711197 h 6640493"/>
              <a:gd name="connsiteX4256" fmla="*/ 6560731 w 6604001"/>
              <a:gd name="connsiteY4256" fmla="*/ 2769090 h 6640493"/>
              <a:gd name="connsiteX4257" fmla="*/ 6577627 w 6604001"/>
              <a:gd name="connsiteY4257" fmla="*/ 2868065 h 6640493"/>
              <a:gd name="connsiteX4258" fmla="*/ 6581373 w 6604001"/>
              <a:gd name="connsiteY4258" fmla="*/ 2906743 h 6640493"/>
              <a:gd name="connsiteX4259" fmla="*/ 6583065 w 6604001"/>
              <a:gd name="connsiteY4259" fmla="*/ 2924087 h 6640493"/>
              <a:gd name="connsiteX4260" fmla="*/ 6580611 w 6604001"/>
              <a:gd name="connsiteY4260" fmla="*/ 2909290 h 6640493"/>
              <a:gd name="connsiteX4261" fmla="*/ 6577445 w 6604001"/>
              <a:gd name="connsiteY4261" fmla="*/ 2890201 h 6640493"/>
              <a:gd name="connsiteX4262" fmla="*/ 6509905 w 6604001"/>
              <a:gd name="connsiteY4262" fmla="*/ 2554486 h 6640493"/>
              <a:gd name="connsiteX4263" fmla="*/ 6506152 w 6604001"/>
              <a:gd name="connsiteY4263" fmla="*/ 2543171 h 6640493"/>
              <a:gd name="connsiteX4264" fmla="*/ 6461125 w 6604001"/>
              <a:gd name="connsiteY4264" fmla="*/ 2611068 h 6640493"/>
              <a:gd name="connsiteX4265" fmla="*/ 6461125 w 6604001"/>
              <a:gd name="connsiteY4265" fmla="*/ 2614841 h 6640493"/>
              <a:gd name="connsiteX4266" fmla="*/ 6461125 w 6604001"/>
              <a:gd name="connsiteY4266" fmla="*/ 2618614 h 6640493"/>
              <a:gd name="connsiteX4267" fmla="*/ 6461125 w 6604001"/>
              <a:gd name="connsiteY4267" fmla="*/ 2633700 h 6640493"/>
              <a:gd name="connsiteX4268" fmla="*/ 6481092 w 6604001"/>
              <a:gd name="connsiteY4268" fmla="*/ 2707963 h 6640493"/>
              <a:gd name="connsiteX4269" fmla="*/ 6479526 w 6604001"/>
              <a:gd name="connsiteY4269" fmla="*/ 2702696 h 6640493"/>
              <a:gd name="connsiteX4270" fmla="*/ 6460162 w 6604001"/>
              <a:gd name="connsiteY4270" fmla="*/ 2638424 h 6640493"/>
              <a:gd name="connsiteX4271" fmla="*/ 6457283 w 6604001"/>
              <a:gd name="connsiteY4271" fmla="*/ 2638424 h 6640493"/>
              <a:gd name="connsiteX4272" fmla="*/ 6456980 w 6604001"/>
              <a:gd name="connsiteY4272" fmla="*/ 2634846 h 6640493"/>
              <a:gd name="connsiteX4273" fmla="*/ 6453232 w 6604001"/>
              <a:gd name="connsiteY4273" fmla="*/ 2631077 h 6640493"/>
              <a:gd name="connsiteX4274" fmla="*/ 6453232 w 6604001"/>
              <a:gd name="connsiteY4274" fmla="*/ 2627309 h 6640493"/>
              <a:gd name="connsiteX4275" fmla="*/ 6359525 w 6604001"/>
              <a:gd name="connsiteY4275" fmla="*/ 2834557 h 6640493"/>
              <a:gd name="connsiteX4276" fmla="*/ 6359525 w 6604001"/>
              <a:gd name="connsiteY4276" fmla="*/ 2838321 h 6640493"/>
              <a:gd name="connsiteX4277" fmla="*/ 6363273 w 6604001"/>
              <a:gd name="connsiteY4277" fmla="*/ 2876000 h 6640493"/>
              <a:gd name="connsiteX4278" fmla="*/ 6490715 w 6604001"/>
              <a:gd name="connsiteY4278" fmla="*/ 3252778 h 6640493"/>
              <a:gd name="connsiteX4279" fmla="*/ 6494463 w 6604001"/>
              <a:gd name="connsiteY4279" fmla="*/ 3249010 h 6640493"/>
              <a:gd name="connsiteX4280" fmla="*/ 6482750 w 6604001"/>
              <a:gd name="connsiteY4280" fmla="*/ 2939109 h 6640493"/>
              <a:gd name="connsiteX4281" fmla="*/ 6463679 w 6604001"/>
              <a:gd name="connsiteY4281" fmla="*/ 2713942 h 6640493"/>
              <a:gd name="connsiteX4282" fmla="*/ 6485803 w 6604001"/>
              <a:gd name="connsiteY4282" fmla="*/ 2942312 h 6640493"/>
              <a:gd name="connsiteX4283" fmla="*/ 6498148 w 6604001"/>
              <a:gd name="connsiteY4283" fmla="*/ 3249007 h 6640493"/>
              <a:gd name="connsiteX4284" fmla="*/ 6498148 w 6604001"/>
              <a:gd name="connsiteY4284" fmla="*/ 3252778 h 6640493"/>
              <a:gd name="connsiteX4285" fmla="*/ 6562726 w 6604001"/>
              <a:gd name="connsiteY4285" fmla="*/ 3015326 h 6640493"/>
              <a:gd name="connsiteX4286" fmla="*/ 6540290 w 6604001"/>
              <a:gd name="connsiteY4286" fmla="*/ 2920936 h 6640493"/>
              <a:gd name="connsiteX4287" fmla="*/ 6532767 w 6604001"/>
              <a:gd name="connsiteY4287" fmla="*/ 2891847 h 6640493"/>
              <a:gd name="connsiteX4288" fmla="*/ 6569941 w 6604001"/>
              <a:gd name="connsiteY4288" fmla="*/ 3014652 h 6640493"/>
              <a:gd name="connsiteX4289" fmla="*/ 6577035 w 6604001"/>
              <a:gd name="connsiteY4289" fmla="*/ 2980536 h 6640493"/>
              <a:gd name="connsiteX4290" fmla="*/ 6578810 w 6604001"/>
              <a:gd name="connsiteY4290" fmla="*/ 2972470 h 6640493"/>
              <a:gd name="connsiteX4291" fmla="*/ 6576683 w 6604001"/>
              <a:gd name="connsiteY4291" fmla="*/ 2982814 h 6640493"/>
              <a:gd name="connsiteX4292" fmla="*/ 6570663 w 6604001"/>
              <a:gd name="connsiteY4292" fmla="*/ 3022755 h 6640493"/>
              <a:gd name="connsiteX4293" fmla="*/ 6570663 w 6604001"/>
              <a:gd name="connsiteY4293" fmla="*/ 3045315 h 6640493"/>
              <a:gd name="connsiteX4294" fmla="*/ 6579236 w 6604001"/>
              <a:gd name="connsiteY4294" fmla="*/ 3095308 h 6640493"/>
              <a:gd name="connsiteX4295" fmla="*/ 6583615 w 6604001"/>
              <a:gd name="connsiteY4295" fmla="*/ 3121492 h 6640493"/>
              <a:gd name="connsiteX4296" fmla="*/ 6578842 w 6604001"/>
              <a:gd name="connsiteY4296" fmla="*/ 3094520 h 6640493"/>
              <a:gd name="connsiteX4297" fmla="*/ 6570133 w 6604001"/>
              <a:gd name="connsiteY4297" fmla="*/ 3048579 h 6640493"/>
              <a:gd name="connsiteX4298" fmla="*/ 6566370 w 6604001"/>
              <a:gd name="connsiteY4298" fmla="*/ 3044810 h 6640493"/>
              <a:gd name="connsiteX4299" fmla="*/ 6502400 w 6604001"/>
              <a:gd name="connsiteY4299" fmla="*/ 3259637 h 6640493"/>
              <a:gd name="connsiteX4300" fmla="*/ 6502400 w 6604001"/>
              <a:gd name="connsiteY4300" fmla="*/ 3263405 h 6640493"/>
              <a:gd name="connsiteX4301" fmla="*/ 6502400 w 6604001"/>
              <a:gd name="connsiteY4301" fmla="*/ 3267174 h 6640493"/>
              <a:gd name="connsiteX4302" fmla="*/ 6502400 w 6604001"/>
              <a:gd name="connsiteY4302" fmla="*/ 3270943 h 6640493"/>
              <a:gd name="connsiteX4303" fmla="*/ 6502400 w 6604001"/>
              <a:gd name="connsiteY4303" fmla="*/ 3274711 h 6640493"/>
              <a:gd name="connsiteX4304" fmla="*/ 6502400 w 6604001"/>
              <a:gd name="connsiteY4304" fmla="*/ 3278480 h 6640493"/>
              <a:gd name="connsiteX4305" fmla="*/ 6502400 w 6604001"/>
              <a:gd name="connsiteY4305" fmla="*/ 3282250 h 6640493"/>
              <a:gd name="connsiteX4306" fmla="*/ 6502400 w 6604001"/>
              <a:gd name="connsiteY4306" fmla="*/ 3286018 h 6640493"/>
              <a:gd name="connsiteX4307" fmla="*/ 6570133 w 6604001"/>
              <a:gd name="connsiteY4307" fmla="*/ 3538518 h 6640493"/>
              <a:gd name="connsiteX4308" fmla="*/ 6570133 w 6604001"/>
              <a:gd name="connsiteY4308" fmla="*/ 3534749 h 6640493"/>
              <a:gd name="connsiteX4309" fmla="*/ 6595533 w 6604001"/>
              <a:gd name="connsiteY4309" fmla="*/ 3408495 h 6640493"/>
              <a:gd name="connsiteX4310" fmla="*/ 6598404 w 6604001"/>
              <a:gd name="connsiteY4310" fmla="*/ 3385556 h 6640493"/>
              <a:gd name="connsiteX4311" fmla="*/ 6597403 w 6604001"/>
              <a:gd name="connsiteY4311" fmla="*/ 3397384 h 6640493"/>
              <a:gd name="connsiteX4312" fmla="*/ 6585149 w 6604001"/>
              <a:gd name="connsiteY4312" fmla="*/ 3478158 h 6640493"/>
              <a:gd name="connsiteX4313" fmla="*/ 6573838 w 6604001"/>
              <a:gd name="connsiteY4313" fmla="*/ 3534842 h 6640493"/>
              <a:gd name="connsiteX4314" fmla="*/ 6573838 w 6604001"/>
              <a:gd name="connsiteY4314" fmla="*/ 3561295 h 6640493"/>
              <a:gd name="connsiteX4315" fmla="*/ 6588154 w 6604001"/>
              <a:gd name="connsiteY4315" fmla="*/ 3648978 h 6640493"/>
              <a:gd name="connsiteX4316" fmla="*/ 6588239 w 6604001"/>
              <a:gd name="connsiteY4316" fmla="*/ 3650985 h 6640493"/>
              <a:gd name="connsiteX4317" fmla="*/ 6585184 w 6604001"/>
              <a:gd name="connsiteY4317" fmla="*/ 3680621 h 6640493"/>
              <a:gd name="connsiteX4318" fmla="*/ 6584951 w 6604001"/>
              <a:gd name="connsiteY4318" fmla="*/ 3682894 h 6640493"/>
              <a:gd name="connsiteX4319" fmla="*/ 6584951 w 6604001"/>
              <a:gd name="connsiteY4319" fmla="*/ 3682083 h 6640493"/>
              <a:gd name="connsiteX4320" fmla="*/ 6584951 w 6604001"/>
              <a:gd name="connsiteY4320" fmla="*/ 3678323 h 6640493"/>
              <a:gd name="connsiteX4321" fmla="*/ 6584951 w 6604001"/>
              <a:gd name="connsiteY4321" fmla="*/ 3674562 h 6640493"/>
              <a:gd name="connsiteX4322" fmla="*/ 6569923 w 6604001"/>
              <a:gd name="connsiteY4322" fmla="*/ 3565506 h 6640493"/>
              <a:gd name="connsiteX4323" fmla="*/ 6569923 w 6604001"/>
              <a:gd name="connsiteY4323" fmla="*/ 3569267 h 6640493"/>
              <a:gd name="connsiteX4324" fmla="*/ 6472238 w 6604001"/>
              <a:gd name="connsiteY4324" fmla="*/ 3896435 h 6640493"/>
              <a:gd name="connsiteX4325" fmla="*/ 6472238 w 6604001"/>
              <a:gd name="connsiteY4325" fmla="*/ 3900195 h 6640493"/>
              <a:gd name="connsiteX4326" fmla="*/ 6472238 w 6604001"/>
              <a:gd name="connsiteY4326" fmla="*/ 3903956 h 6640493"/>
              <a:gd name="connsiteX4327" fmla="*/ 6472238 w 6604001"/>
              <a:gd name="connsiteY4327" fmla="*/ 3918998 h 6640493"/>
              <a:gd name="connsiteX4328" fmla="*/ 6472238 w 6604001"/>
              <a:gd name="connsiteY4328" fmla="*/ 3922758 h 6640493"/>
              <a:gd name="connsiteX4329" fmla="*/ 6517323 w 6604001"/>
              <a:gd name="connsiteY4329" fmla="*/ 4024293 h 6640493"/>
              <a:gd name="connsiteX4330" fmla="*/ 6524837 w 6604001"/>
              <a:gd name="connsiteY4330" fmla="*/ 4016772 h 6640493"/>
              <a:gd name="connsiteX4331" fmla="*/ 6525067 w 6604001"/>
              <a:gd name="connsiteY4331" fmla="*/ 4015729 h 6640493"/>
              <a:gd name="connsiteX4332" fmla="*/ 6524718 w 6604001"/>
              <a:gd name="connsiteY4332" fmla="*/ 4024149 h 6640493"/>
              <a:gd name="connsiteX4333" fmla="*/ 6521450 w 6604001"/>
              <a:gd name="connsiteY4333" fmla="*/ 4035406 h 6640493"/>
              <a:gd name="connsiteX4334" fmla="*/ 6528405 w 6604001"/>
              <a:gd name="connsiteY4334" fmla="*/ 4035406 h 6640493"/>
              <a:gd name="connsiteX4335" fmla="*/ 6528103 w 6604001"/>
              <a:gd name="connsiteY4335" fmla="*/ 4036693 h 6640493"/>
              <a:gd name="connsiteX4336" fmla="*/ 6525618 w 6604001"/>
              <a:gd name="connsiteY4336" fmla="*/ 4039183 h 6640493"/>
              <a:gd name="connsiteX4337" fmla="*/ 6521847 w 6604001"/>
              <a:gd name="connsiteY4337" fmla="*/ 4042961 h 6640493"/>
              <a:gd name="connsiteX4338" fmla="*/ 6518077 w 6604001"/>
              <a:gd name="connsiteY4338" fmla="*/ 4042961 h 6640493"/>
              <a:gd name="connsiteX4339" fmla="*/ 6514307 w 6604001"/>
              <a:gd name="connsiteY4339" fmla="*/ 4050515 h 6640493"/>
              <a:gd name="connsiteX4340" fmla="*/ 6382345 w 6604001"/>
              <a:gd name="connsiteY4340" fmla="*/ 4454670 h 6640493"/>
              <a:gd name="connsiteX4341" fmla="*/ 6382345 w 6604001"/>
              <a:gd name="connsiteY4341" fmla="*/ 4458448 h 6640493"/>
              <a:gd name="connsiteX4342" fmla="*/ 6382345 w 6604001"/>
              <a:gd name="connsiteY4342" fmla="*/ 4462225 h 6640493"/>
              <a:gd name="connsiteX4343" fmla="*/ 6378575 w 6604001"/>
              <a:gd name="connsiteY4343" fmla="*/ 4466002 h 6640493"/>
              <a:gd name="connsiteX4344" fmla="*/ 6378575 w 6604001"/>
              <a:gd name="connsiteY4344" fmla="*/ 4469779 h 6640493"/>
              <a:gd name="connsiteX4345" fmla="*/ 6378575 w 6604001"/>
              <a:gd name="connsiteY4345" fmla="*/ 4473556 h 6640493"/>
              <a:gd name="connsiteX4346" fmla="*/ 6401668 w 6604001"/>
              <a:gd name="connsiteY4346" fmla="*/ 4463169 h 6640493"/>
              <a:gd name="connsiteX4347" fmla="*/ 6402549 w 6604001"/>
              <a:gd name="connsiteY4347" fmla="*/ 4461959 h 6640493"/>
              <a:gd name="connsiteX4348" fmla="*/ 6400675 w 6604001"/>
              <a:gd name="connsiteY4348" fmla="*/ 4465673 h 6640493"/>
              <a:gd name="connsiteX4349" fmla="*/ 6370490 w 6604001"/>
              <a:gd name="connsiteY4349" fmla="*/ 4481017 h 6640493"/>
              <a:gd name="connsiteX4350" fmla="*/ 6370490 w 6604001"/>
              <a:gd name="connsiteY4350" fmla="*/ 4484779 h 6640493"/>
              <a:gd name="connsiteX4351" fmla="*/ 6370490 w 6604001"/>
              <a:gd name="connsiteY4351" fmla="*/ 4488542 h 6640493"/>
              <a:gd name="connsiteX4352" fmla="*/ 6366725 w 6604001"/>
              <a:gd name="connsiteY4352" fmla="*/ 4488542 h 6640493"/>
              <a:gd name="connsiteX4353" fmla="*/ 6366725 w 6604001"/>
              <a:gd name="connsiteY4353" fmla="*/ 4492304 h 6640493"/>
              <a:gd name="connsiteX4354" fmla="*/ 6364955 w 6604001"/>
              <a:gd name="connsiteY4354" fmla="*/ 4498272 h 6640493"/>
              <a:gd name="connsiteX4355" fmla="*/ 6363669 w 6604001"/>
              <a:gd name="connsiteY4355" fmla="*/ 4499550 h 6640493"/>
              <a:gd name="connsiteX4356" fmla="*/ 6185706 w 6604001"/>
              <a:gd name="connsiteY4356" fmla="*/ 4872180 h 6640493"/>
              <a:gd name="connsiteX4357" fmla="*/ 6176850 w 6604001"/>
              <a:gd name="connsiteY4357" fmla="*/ 4888751 h 6640493"/>
              <a:gd name="connsiteX4358" fmla="*/ 6192541 w 6604001"/>
              <a:gd name="connsiteY4358" fmla="*/ 4858512 h 6640493"/>
              <a:gd name="connsiteX4359" fmla="*/ 6359909 w 6604001"/>
              <a:gd name="connsiteY4359" fmla="*/ 4499273 h 6640493"/>
              <a:gd name="connsiteX4360" fmla="*/ 6359909 w 6604001"/>
              <a:gd name="connsiteY4360" fmla="*/ 4495506 h 6640493"/>
              <a:gd name="connsiteX4361" fmla="*/ 6363686 w 6604001"/>
              <a:gd name="connsiteY4361" fmla="*/ 4495506 h 6640493"/>
              <a:gd name="connsiteX4362" fmla="*/ 6363686 w 6604001"/>
              <a:gd name="connsiteY4362" fmla="*/ 4491738 h 6640493"/>
              <a:gd name="connsiteX4363" fmla="*/ 6363686 w 6604001"/>
              <a:gd name="connsiteY4363" fmla="*/ 4487970 h 6640493"/>
              <a:gd name="connsiteX4364" fmla="*/ 6363686 w 6604001"/>
              <a:gd name="connsiteY4364" fmla="*/ 4484203 h 6640493"/>
              <a:gd name="connsiteX4365" fmla="*/ 6367463 w 6604001"/>
              <a:gd name="connsiteY4365" fmla="*/ 4480435 h 6640493"/>
              <a:gd name="connsiteX4366" fmla="*/ 6288143 w 6604001"/>
              <a:gd name="connsiteY4366" fmla="*/ 4386243 h 6640493"/>
              <a:gd name="connsiteX4367" fmla="*/ 6288143 w 6604001"/>
              <a:gd name="connsiteY4367" fmla="*/ 4390011 h 6640493"/>
              <a:gd name="connsiteX4368" fmla="*/ 6280588 w 6604001"/>
              <a:gd name="connsiteY4368" fmla="*/ 4397546 h 6640493"/>
              <a:gd name="connsiteX4369" fmla="*/ 6046404 w 6604001"/>
              <a:gd name="connsiteY4369" fmla="*/ 4853434 h 6640493"/>
              <a:gd name="connsiteX4370" fmla="*/ 6046404 w 6604001"/>
              <a:gd name="connsiteY4370" fmla="*/ 4857202 h 6640493"/>
              <a:gd name="connsiteX4371" fmla="*/ 6046404 w 6604001"/>
              <a:gd name="connsiteY4371" fmla="*/ 4860969 h 6640493"/>
              <a:gd name="connsiteX4372" fmla="*/ 6046404 w 6604001"/>
              <a:gd name="connsiteY4372" fmla="*/ 4868505 h 6640493"/>
              <a:gd name="connsiteX4373" fmla="*/ 6042627 w 6604001"/>
              <a:gd name="connsiteY4373" fmla="*/ 4868505 h 6640493"/>
              <a:gd name="connsiteX4374" fmla="*/ 6042627 w 6604001"/>
              <a:gd name="connsiteY4374" fmla="*/ 4872272 h 6640493"/>
              <a:gd name="connsiteX4375" fmla="*/ 6042627 w 6604001"/>
              <a:gd name="connsiteY4375" fmla="*/ 4876040 h 6640493"/>
              <a:gd name="connsiteX4376" fmla="*/ 6038850 w 6604001"/>
              <a:gd name="connsiteY4376" fmla="*/ 4879808 h 6640493"/>
              <a:gd name="connsiteX4377" fmla="*/ 6140833 w 6604001"/>
              <a:gd name="connsiteY4377" fmla="*/ 4951393 h 6640493"/>
              <a:gd name="connsiteX4378" fmla="*/ 6151025 w 6604001"/>
              <a:gd name="connsiteY4378" fmla="*/ 4937839 h 6640493"/>
              <a:gd name="connsiteX4379" fmla="*/ 6150264 w 6604001"/>
              <a:gd name="connsiteY4379" fmla="*/ 4942372 h 6640493"/>
              <a:gd name="connsiteX4380" fmla="*/ 6143625 w 6604001"/>
              <a:gd name="connsiteY4380" fmla="*/ 4959331 h 6640493"/>
              <a:gd name="connsiteX4381" fmla="*/ 6208121 w 6604001"/>
              <a:gd name="connsiteY4381" fmla="*/ 4902801 h 6640493"/>
              <a:gd name="connsiteX4382" fmla="*/ 6246059 w 6604001"/>
              <a:gd name="connsiteY4382" fmla="*/ 4831195 h 6640493"/>
              <a:gd name="connsiteX4383" fmla="*/ 6279433 w 6604001"/>
              <a:gd name="connsiteY4383" fmla="*/ 4759178 h 6640493"/>
              <a:gd name="connsiteX4384" fmla="*/ 6280830 w 6604001"/>
              <a:gd name="connsiteY4384" fmla="*/ 4755635 h 6640493"/>
              <a:gd name="connsiteX4385" fmla="*/ 6282173 w 6604001"/>
              <a:gd name="connsiteY4385" fmla="*/ 4752848 h 6640493"/>
              <a:gd name="connsiteX4386" fmla="*/ 6331885 w 6604001"/>
              <a:gd name="connsiteY4386" fmla="*/ 4643857 h 6640493"/>
              <a:gd name="connsiteX4387" fmla="*/ 6374735 w 6604001"/>
              <a:gd name="connsiteY4387" fmla="*/ 4548527 h 6640493"/>
              <a:gd name="connsiteX4388" fmla="*/ 6346382 w 6604001"/>
              <a:gd name="connsiteY4388" fmla="*/ 4614312 h 6640493"/>
              <a:gd name="connsiteX4389" fmla="*/ 6204621 w 6604001"/>
              <a:gd name="connsiteY4389" fmla="*/ 4914144 h 6640493"/>
              <a:gd name="connsiteX4390" fmla="*/ 6140569 w 6604001"/>
              <a:gd name="connsiteY4390" fmla="*/ 4966898 h 6640493"/>
              <a:gd name="connsiteX4391" fmla="*/ 6055383 w 6604001"/>
              <a:gd name="connsiteY4391" fmla="*/ 5104259 h 6640493"/>
              <a:gd name="connsiteX4392" fmla="*/ 6035542 w 6604001"/>
              <a:gd name="connsiteY4392" fmla="*/ 5135852 h 6640493"/>
              <a:gd name="connsiteX4393" fmla="*/ 6054539 w 6604001"/>
              <a:gd name="connsiteY4393" fmla="*/ 5104590 h 6640493"/>
              <a:gd name="connsiteX4394" fmla="*/ 6124997 w 6604001"/>
              <a:gd name="connsiteY4394" fmla="*/ 4985958 h 6640493"/>
              <a:gd name="connsiteX4395" fmla="*/ 6132513 w 6604001"/>
              <a:gd name="connsiteY4395" fmla="*/ 4959556 h 6640493"/>
              <a:gd name="connsiteX4396" fmla="*/ 6034811 w 6604001"/>
              <a:gd name="connsiteY4396" fmla="*/ 4887893 h 6640493"/>
              <a:gd name="connsiteX4397" fmla="*/ 6031054 w 6604001"/>
              <a:gd name="connsiteY4397" fmla="*/ 4891665 h 6640493"/>
              <a:gd name="connsiteX4398" fmla="*/ 6031054 w 6604001"/>
              <a:gd name="connsiteY4398" fmla="*/ 4895437 h 6640493"/>
              <a:gd name="connsiteX4399" fmla="*/ 6027296 w 6604001"/>
              <a:gd name="connsiteY4399" fmla="*/ 4895437 h 6640493"/>
              <a:gd name="connsiteX4400" fmla="*/ 6027296 w 6604001"/>
              <a:gd name="connsiteY4400" fmla="*/ 4899208 h 6640493"/>
              <a:gd name="connsiteX4401" fmla="*/ 5835650 w 6604001"/>
              <a:gd name="connsiteY4401" fmla="*/ 5419705 h 6640493"/>
              <a:gd name="connsiteX4402" fmla="*/ 5839408 w 6604001"/>
              <a:gd name="connsiteY4402" fmla="*/ 5419705 h 6640493"/>
              <a:gd name="connsiteX4403" fmla="*/ 5839408 w 6604001"/>
              <a:gd name="connsiteY4403" fmla="*/ 5415934 h 6640493"/>
              <a:gd name="connsiteX4404" fmla="*/ 5842918 w 6604001"/>
              <a:gd name="connsiteY4404" fmla="*/ 5415934 h 6640493"/>
              <a:gd name="connsiteX4405" fmla="*/ 5842918 w 6604001"/>
              <a:gd name="connsiteY4405" fmla="*/ 5419076 h 6640493"/>
              <a:gd name="connsiteX4406" fmla="*/ 5824015 w 6604001"/>
              <a:gd name="connsiteY4406" fmla="*/ 5437981 h 6640493"/>
              <a:gd name="connsiteX4407" fmla="*/ 5824015 w 6604001"/>
              <a:gd name="connsiteY4407" fmla="*/ 5434403 h 6640493"/>
              <a:gd name="connsiteX4408" fmla="*/ 5827769 w 6604001"/>
              <a:gd name="connsiteY4408" fmla="*/ 5430640 h 6640493"/>
              <a:gd name="connsiteX4409" fmla="*/ 6022976 w 6604001"/>
              <a:gd name="connsiteY4409" fmla="*/ 4903768 h 6640493"/>
              <a:gd name="connsiteX4410" fmla="*/ 6019222 w 6604001"/>
              <a:gd name="connsiteY4410" fmla="*/ 4903768 h 6640493"/>
              <a:gd name="connsiteX4411" fmla="*/ 6015468 w 6604001"/>
              <a:gd name="connsiteY4411" fmla="*/ 4903768 h 6640493"/>
              <a:gd name="connsiteX4412" fmla="*/ 5715150 w 6604001"/>
              <a:gd name="connsiteY4412" fmla="*/ 5366663 h 6640493"/>
              <a:gd name="connsiteX4413" fmla="*/ 5703888 w 6604001"/>
              <a:gd name="connsiteY4413" fmla="*/ 5393006 h 6640493"/>
              <a:gd name="connsiteX4414" fmla="*/ 5792576 w 6604001"/>
              <a:gd name="connsiteY4414" fmla="*/ 5439049 h 6640493"/>
              <a:gd name="connsiteX4415" fmla="*/ 5823824 w 6604001"/>
              <a:gd name="connsiteY4415" fmla="*/ 5438172 h 6640493"/>
              <a:gd name="connsiteX4416" fmla="*/ 5816543 w 6604001"/>
              <a:gd name="connsiteY4416" fmla="*/ 5445453 h 6640493"/>
              <a:gd name="connsiteX4417" fmla="*/ 5785519 w 6604001"/>
              <a:gd name="connsiteY4417" fmla="*/ 5444806 h 6640493"/>
              <a:gd name="connsiteX4418" fmla="*/ 5695976 w 6604001"/>
              <a:gd name="connsiteY4418" fmla="*/ 5404003 h 6640493"/>
              <a:gd name="connsiteX4419" fmla="*/ 5505764 w 6604001"/>
              <a:gd name="connsiteY4419" fmla="*/ 5632918 h 6640493"/>
              <a:gd name="connsiteX4420" fmla="*/ 5444149 w 6604001"/>
              <a:gd name="connsiteY4420" fmla="*/ 5704743 h 6640493"/>
              <a:gd name="connsiteX4421" fmla="*/ 5447472 w 6604001"/>
              <a:gd name="connsiteY4421" fmla="*/ 5694777 h 6640493"/>
              <a:gd name="connsiteX4422" fmla="*/ 5446886 w 6604001"/>
              <a:gd name="connsiteY4422" fmla="*/ 5695409 h 6640493"/>
              <a:gd name="connsiteX4423" fmla="*/ 5447306 w 6604001"/>
              <a:gd name="connsiteY4423" fmla="*/ 5694151 h 6640493"/>
              <a:gd name="connsiteX4424" fmla="*/ 5677138 w 6604001"/>
              <a:gd name="connsiteY4424" fmla="*/ 5415308 h 6640493"/>
              <a:gd name="connsiteX4425" fmla="*/ 5684673 w 6604001"/>
              <a:gd name="connsiteY4425" fmla="*/ 5392699 h 6640493"/>
              <a:gd name="connsiteX4426" fmla="*/ 5641344 w 6604001"/>
              <a:gd name="connsiteY4426" fmla="*/ 5334293 h 6640493"/>
              <a:gd name="connsiteX4427" fmla="*/ 5598339 w 6604001"/>
              <a:gd name="connsiteY4427" fmla="*/ 5276324 h 6640493"/>
              <a:gd name="connsiteX4428" fmla="*/ 5602069 w 6604001"/>
              <a:gd name="connsiteY4428" fmla="*/ 5265141 h 6640493"/>
              <a:gd name="connsiteX4429" fmla="*/ 5601752 w 6604001"/>
              <a:gd name="connsiteY4429" fmla="*/ 5264676 h 6640493"/>
              <a:gd name="connsiteX4430" fmla="*/ 5601783 w 6604001"/>
              <a:gd name="connsiteY4430" fmla="*/ 5264582 h 6640493"/>
              <a:gd name="connsiteX4431" fmla="*/ 5695976 w 6604001"/>
              <a:gd name="connsiteY4431" fmla="*/ 5373858 h 6640493"/>
              <a:gd name="connsiteX4432" fmla="*/ 6016234 w 6604001"/>
              <a:gd name="connsiteY4432" fmla="*/ 4899072 h 6640493"/>
              <a:gd name="connsiteX4433" fmla="*/ 6016234 w 6604001"/>
              <a:gd name="connsiteY4433" fmla="*/ 4895304 h 6640493"/>
              <a:gd name="connsiteX4434" fmla="*/ 6016234 w 6604001"/>
              <a:gd name="connsiteY4434" fmla="*/ 4891536 h 6640493"/>
              <a:gd name="connsiteX4435" fmla="*/ 6016234 w 6604001"/>
              <a:gd name="connsiteY4435" fmla="*/ 4883999 h 6640493"/>
              <a:gd name="connsiteX4436" fmla="*/ 6020002 w 6604001"/>
              <a:gd name="connsiteY4436" fmla="*/ 4883999 h 6640493"/>
              <a:gd name="connsiteX4437" fmla="*/ 6020002 w 6604001"/>
              <a:gd name="connsiteY4437" fmla="*/ 4880231 h 6640493"/>
              <a:gd name="connsiteX4438" fmla="*/ 6020002 w 6604001"/>
              <a:gd name="connsiteY4438" fmla="*/ 4876463 h 6640493"/>
              <a:gd name="connsiteX4439" fmla="*/ 6020002 w 6604001"/>
              <a:gd name="connsiteY4439" fmla="*/ 4872695 h 6640493"/>
              <a:gd name="connsiteX4440" fmla="*/ 5884363 w 6604001"/>
              <a:gd name="connsiteY4440" fmla="*/ 4654142 h 6640493"/>
              <a:gd name="connsiteX4441" fmla="*/ 5721173 w 6604001"/>
              <a:gd name="connsiteY4441" fmla="*/ 4903193 h 6640493"/>
              <a:gd name="connsiteX4442" fmla="*/ 5670359 w 6604001"/>
              <a:gd name="connsiteY4442" fmla="*/ 4980815 h 6640493"/>
              <a:gd name="connsiteX4443" fmla="*/ 5673712 w 6604001"/>
              <a:gd name="connsiteY4443" fmla="*/ 4967411 h 6640493"/>
              <a:gd name="connsiteX4444" fmla="*/ 5672982 w 6604001"/>
              <a:gd name="connsiteY4444" fmla="*/ 4968451 h 6640493"/>
              <a:gd name="connsiteX4445" fmla="*/ 5673370 w 6604001"/>
              <a:gd name="connsiteY4445" fmla="*/ 4966898 h 6640493"/>
              <a:gd name="connsiteX4446" fmla="*/ 5865525 w 6604001"/>
              <a:gd name="connsiteY4446" fmla="*/ 4654142 h 6640493"/>
              <a:gd name="connsiteX4447" fmla="*/ 5760028 w 6604001"/>
              <a:gd name="connsiteY4447" fmla="*/ 4401677 h 6640493"/>
              <a:gd name="connsiteX4448" fmla="*/ 5760090 w 6604001"/>
              <a:gd name="connsiteY4448" fmla="*/ 4401368 h 6640493"/>
              <a:gd name="connsiteX4449" fmla="*/ 5760437 w 6604001"/>
              <a:gd name="connsiteY4449" fmla="*/ 4402101 h 6640493"/>
              <a:gd name="connsiteX4450" fmla="*/ 5764153 w 6604001"/>
              <a:gd name="connsiteY4450" fmla="*/ 4383533 h 6640493"/>
              <a:gd name="connsiteX4451" fmla="*/ 5820783 w 6604001"/>
              <a:gd name="connsiteY4451" fmla="*/ 4493996 h 6640493"/>
              <a:gd name="connsiteX4452" fmla="*/ 5880596 w 6604001"/>
              <a:gd name="connsiteY4452" fmla="*/ 4605156 h 6640493"/>
              <a:gd name="connsiteX4453" fmla="*/ 6144337 w 6604001"/>
              <a:gd name="connsiteY4453" fmla="*/ 4122834 h 6640493"/>
              <a:gd name="connsiteX4454" fmla="*/ 6144337 w 6604001"/>
              <a:gd name="connsiteY4454" fmla="*/ 4119066 h 6640493"/>
              <a:gd name="connsiteX4455" fmla="*/ 6144337 w 6604001"/>
              <a:gd name="connsiteY4455" fmla="*/ 4115297 h 6640493"/>
              <a:gd name="connsiteX4456" fmla="*/ 6144337 w 6604001"/>
              <a:gd name="connsiteY4456" fmla="*/ 4111529 h 6640493"/>
              <a:gd name="connsiteX4457" fmla="*/ 6148105 w 6604001"/>
              <a:gd name="connsiteY4457" fmla="*/ 4096457 h 6640493"/>
              <a:gd name="connsiteX4458" fmla="*/ 6148105 w 6604001"/>
              <a:gd name="connsiteY4458" fmla="*/ 4092689 h 6640493"/>
              <a:gd name="connsiteX4459" fmla="*/ 5978557 w 6604001"/>
              <a:gd name="connsiteY4459" fmla="*/ 3719642 h 6640493"/>
              <a:gd name="connsiteX4460" fmla="*/ 5840269 w 6604001"/>
              <a:gd name="connsiteY4460" fmla="*/ 3960215 h 6640493"/>
              <a:gd name="connsiteX4461" fmla="*/ 5798144 w 6604001"/>
              <a:gd name="connsiteY4461" fmla="*/ 4035383 h 6640493"/>
              <a:gd name="connsiteX4462" fmla="*/ 5798144 w 6604001"/>
              <a:gd name="connsiteY4462" fmla="*/ 4021459 h 6640493"/>
              <a:gd name="connsiteX4463" fmla="*/ 5797705 w 6604001"/>
              <a:gd name="connsiteY4463" fmla="*/ 4022223 h 6640493"/>
              <a:gd name="connsiteX4464" fmla="*/ 5797705 w 6604001"/>
              <a:gd name="connsiteY4464" fmla="*/ 4021094 h 6640493"/>
              <a:gd name="connsiteX4465" fmla="*/ 5959718 w 6604001"/>
              <a:gd name="connsiteY4465" fmla="*/ 3715874 h 6640493"/>
              <a:gd name="connsiteX4466" fmla="*/ 5824079 w 6604001"/>
              <a:gd name="connsiteY4466" fmla="*/ 3369205 h 6640493"/>
              <a:gd name="connsiteX4467" fmla="*/ 5824079 w 6604001"/>
              <a:gd name="connsiteY4467" fmla="*/ 3368551 h 6640493"/>
              <a:gd name="connsiteX4468" fmla="*/ 5824538 w 6604001"/>
              <a:gd name="connsiteY4468" fmla="*/ 3369468 h 6640493"/>
              <a:gd name="connsiteX4469" fmla="*/ 5824538 w 6604001"/>
              <a:gd name="connsiteY4469" fmla="*/ 3351373 h 6640493"/>
              <a:gd name="connsiteX4470" fmla="*/ 5858107 w 6604001"/>
              <a:gd name="connsiteY4470" fmla="*/ 3425138 h 6640493"/>
              <a:gd name="connsiteX4471" fmla="*/ 5967253 w 6604001"/>
              <a:gd name="connsiteY4471" fmla="*/ 3659352 h 6640493"/>
              <a:gd name="connsiteX4472" fmla="*/ 6185782 w 6604001"/>
              <a:gd name="connsiteY4472" fmla="*/ 3233559 h 6640493"/>
              <a:gd name="connsiteX4473" fmla="*/ 6185782 w 6604001"/>
              <a:gd name="connsiteY4473" fmla="*/ 3229793 h 6640493"/>
              <a:gd name="connsiteX4474" fmla="*/ 6182014 w 6604001"/>
              <a:gd name="connsiteY4474" fmla="*/ 3229793 h 6640493"/>
              <a:gd name="connsiteX4475" fmla="*/ 6182014 w 6604001"/>
              <a:gd name="connsiteY4475" fmla="*/ 3226023 h 6640493"/>
              <a:gd name="connsiteX4476" fmla="*/ 6182014 w 6604001"/>
              <a:gd name="connsiteY4476" fmla="*/ 3222254 h 6640493"/>
              <a:gd name="connsiteX4477" fmla="*/ 6182014 w 6604001"/>
              <a:gd name="connsiteY4477" fmla="*/ 3218488 h 6640493"/>
              <a:gd name="connsiteX4478" fmla="*/ 6182014 w 6604001"/>
              <a:gd name="connsiteY4478" fmla="*/ 3210950 h 6640493"/>
              <a:gd name="connsiteX4479" fmla="*/ 6182014 w 6604001"/>
              <a:gd name="connsiteY4479" fmla="*/ 3207182 h 6640493"/>
              <a:gd name="connsiteX4480" fmla="*/ 6182014 w 6604001"/>
              <a:gd name="connsiteY4480" fmla="*/ 3203416 h 6640493"/>
              <a:gd name="connsiteX4481" fmla="*/ 6185782 w 6604001"/>
              <a:gd name="connsiteY4481" fmla="*/ 3203416 h 6640493"/>
              <a:gd name="connsiteX4482" fmla="*/ 6185782 w 6604001"/>
              <a:gd name="connsiteY4482" fmla="*/ 3199648 h 6640493"/>
              <a:gd name="connsiteX4483" fmla="*/ 5971021 w 6604001"/>
              <a:gd name="connsiteY4483" fmla="*/ 2717334 h 6640493"/>
              <a:gd name="connsiteX4484" fmla="*/ 5854457 w 6604001"/>
              <a:gd name="connsiteY4484" fmla="*/ 2919228 h 6640493"/>
              <a:gd name="connsiteX4485" fmla="*/ 5820614 w 6604001"/>
              <a:gd name="connsiteY4485" fmla="*/ 2984290 h 6640493"/>
              <a:gd name="connsiteX4486" fmla="*/ 5816996 w 6604001"/>
              <a:gd name="connsiteY4486" fmla="*/ 2966216 h 6640493"/>
              <a:gd name="connsiteX4487" fmla="*/ 5816696 w 6604001"/>
              <a:gd name="connsiteY4487" fmla="*/ 2966791 h 6640493"/>
              <a:gd name="connsiteX4488" fmla="*/ 5816544 w 6604001"/>
              <a:gd name="connsiteY4488" fmla="*/ 2966032 h 6640493"/>
              <a:gd name="connsiteX4489" fmla="*/ 5952182 w 6604001"/>
              <a:gd name="connsiteY4489" fmla="*/ 2702260 h 6640493"/>
              <a:gd name="connsiteX4490" fmla="*/ 5771331 w 6604001"/>
              <a:gd name="connsiteY4490" fmla="*/ 2310370 h 6640493"/>
              <a:gd name="connsiteX4491" fmla="*/ 5771331 w 6604001"/>
              <a:gd name="connsiteY4491" fmla="*/ 2309665 h 6640493"/>
              <a:gd name="connsiteX4492" fmla="*/ 5771749 w 6604001"/>
              <a:gd name="connsiteY4492" fmla="*/ 2310458 h 6640493"/>
              <a:gd name="connsiteX4493" fmla="*/ 5771749 w 6604001"/>
              <a:gd name="connsiteY4493" fmla="*/ 2292355 h 6640493"/>
              <a:gd name="connsiteX4494" fmla="*/ 5814424 w 6604001"/>
              <a:gd name="connsiteY4494" fmla="*/ 2376609 h 6640493"/>
              <a:gd name="connsiteX4495" fmla="*/ 5952182 w 6604001"/>
              <a:gd name="connsiteY4495" fmla="*/ 2649507 h 6640493"/>
              <a:gd name="connsiteX4496" fmla="*/ 6125498 w 6604001"/>
              <a:gd name="connsiteY4496" fmla="*/ 2329213 h 6640493"/>
              <a:gd name="connsiteX4497" fmla="*/ 6125498 w 6604001"/>
              <a:gd name="connsiteY4497" fmla="*/ 2325444 h 6640493"/>
              <a:gd name="connsiteX4498" fmla="*/ 6121731 w 6604001"/>
              <a:gd name="connsiteY4498" fmla="*/ 2321674 h 6640493"/>
              <a:gd name="connsiteX4499" fmla="*/ 6121731 w 6604001"/>
              <a:gd name="connsiteY4499" fmla="*/ 2317904 h 6640493"/>
              <a:gd name="connsiteX4500" fmla="*/ 6121731 w 6604001"/>
              <a:gd name="connsiteY4500" fmla="*/ 2310370 h 6640493"/>
              <a:gd name="connsiteX4501" fmla="*/ 6121731 w 6604001"/>
              <a:gd name="connsiteY4501" fmla="*/ 2299068 h 6640493"/>
              <a:gd name="connsiteX4502" fmla="*/ 6121731 w 6604001"/>
              <a:gd name="connsiteY4502" fmla="*/ 2295299 h 6640493"/>
              <a:gd name="connsiteX4503" fmla="*/ 5846686 w 6604001"/>
              <a:gd name="connsiteY4503" fmla="*/ 1767757 h 6640493"/>
              <a:gd name="connsiteX4504" fmla="*/ 5781692 w 6604001"/>
              <a:gd name="connsiteY4504" fmla="*/ 1851593 h 6640493"/>
              <a:gd name="connsiteX4505" fmla="*/ 5722730 w 6604001"/>
              <a:gd name="connsiteY4505" fmla="*/ 1940515 h 6640493"/>
              <a:gd name="connsiteX4506" fmla="*/ 5722730 w 6604001"/>
              <a:gd name="connsiteY4506" fmla="*/ 1922277 h 6640493"/>
              <a:gd name="connsiteX4507" fmla="*/ 5722351 w 6604001"/>
              <a:gd name="connsiteY4507" fmla="*/ 1922950 h 6640493"/>
              <a:gd name="connsiteX4508" fmla="*/ 5722351 w 6604001"/>
              <a:gd name="connsiteY4508" fmla="*/ 1922243 h 6640493"/>
              <a:gd name="connsiteX4509" fmla="*/ 5827847 w 6604001"/>
              <a:gd name="connsiteY4509" fmla="*/ 1752685 h 6640493"/>
              <a:gd name="connsiteX4510" fmla="*/ 5609318 w 6604001"/>
              <a:gd name="connsiteY4510" fmla="*/ 1383414 h 6640493"/>
              <a:gd name="connsiteX4511" fmla="*/ 5606429 w 6604001"/>
              <a:gd name="connsiteY4511" fmla="*/ 1379080 h 6640493"/>
              <a:gd name="connsiteX4512" fmla="*/ 5607927 w 6604001"/>
              <a:gd name="connsiteY4512" fmla="*/ 1381090 h 6640493"/>
              <a:gd name="connsiteX4513" fmla="*/ 5656121 w 6604001"/>
              <a:gd name="connsiteY4513" fmla="*/ 1451535 h 6640493"/>
              <a:gd name="connsiteX4514" fmla="*/ 5824079 w 6604001"/>
              <a:gd name="connsiteY4514" fmla="*/ 1707469 h 6640493"/>
              <a:gd name="connsiteX4515" fmla="*/ 5971021 w 6604001"/>
              <a:gd name="connsiteY4515" fmla="*/ 1571822 h 6640493"/>
              <a:gd name="connsiteX4516" fmla="*/ 5971021 w 6604001"/>
              <a:gd name="connsiteY4516" fmla="*/ 1568054 h 6640493"/>
              <a:gd name="connsiteX4517" fmla="*/ 5971021 w 6604001"/>
              <a:gd name="connsiteY4517" fmla="*/ 1564285 h 6640493"/>
              <a:gd name="connsiteX4518" fmla="*/ 5967253 w 6604001"/>
              <a:gd name="connsiteY4518" fmla="*/ 1564285 h 6640493"/>
              <a:gd name="connsiteX4519" fmla="*/ 5967253 w 6604001"/>
              <a:gd name="connsiteY4519" fmla="*/ 1560518 h 6640493"/>
              <a:gd name="connsiteX4520" fmla="*/ 5967253 w 6604001"/>
              <a:gd name="connsiteY4520" fmla="*/ 1556750 h 6640493"/>
              <a:gd name="connsiteX4521" fmla="*/ 5967253 w 6604001"/>
              <a:gd name="connsiteY4521" fmla="*/ 1552982 h 6640493"/>
              <a:gd name="connsiteX4522" fmla="*/ 5967253 w 6604001"/>
              <a:gd name="connsiteY4522" fmla="*/ 1549214 h 6640493"/>
              <a:gd name="connsiteX4523" fmla="*/ 5971021 w 6604001"/>
              <a:gd name="connsiteY4523" fmla="*/ 1549214 h 6640493"/>
              <a:gd name="connsiteX4524" fmla="*/ 5910737 w 6604001"/>
              <a:gd name="connsiteY4524" fmla="*/ 1375878 h 6640493"/>
              <a:gd name="connsiteX4525" fmla="*/ 1670644 w 6604001"/>
              <a:gd name="connsiteY4525" fmla="*/ 1325555 h 6640493"/>
              <a:gd name="connsiteX4526" fmla="*/ 1670644 w 6604001"/>
              <a:gd name="connsiteY4526" fmla="*/ 1329325 h 6640493"/>
              <a:gd name="connsiteX4527" fmla="*/ 1666875 w 6604001"/>
              <a:gd name="connsiteY4527" fmla="*/ 1329325 h 6640493"/>
              <a:gd name="connsiteX4528" fmla="*/ 1666875 w 6604001"/>
              <a:gd name="connsiteY4528" fmla="*/ 1333095 h 6640493"/>
              <a:gd name="connsiteX4529" fmla="*/ 1832693 w 6604001"/>
              <a:gd name="connsiteY4529" fmla="*/ 2019285 h 6640493"/>
              <a:gd name="connsiteX4530" fmla="*/ 1836462 w 6604001"/>
              <a:gd name="connsiteY4530" fmla="*/ 2019285 h 6640493"/>
              <a:gd name="connsiteX4531" fmla="*/ 1843999 w 6604001"/>
              <a:gd name="connsiteY4531" fmla="*/ 2019285 h 6640493"/>
              <a:gd name="connsiteX4532" fmla="*/ 2100263 w 6604001"/>
              <a:gd name="connsiteY4532" fmla="*/ 1525380 h 6640493"/>
              <a:gd name="connsiteX4533" fmla="*/ 2100263 w 6604001"/>
              <a:gd name="connsiteY4533" fmla="*/ 1521610 h 6640493"/>
              <a:gd name="connsiteX4534" fmla="*/ 2096495 w 6604001"/>
              <a:gd name="connsiteY4534" fmla="*/ 1521610 h 6640493"/>
              <a:gd name="connsiteX4535" fmla="*/ 2092726 w 6604001"/>
              <a:gd name="connsiteY4535" fmla="*/ 1483907 h 6640493"/>
              <a:gd name="connsiteX4536" fmla="*/ 1674412 w 6604001"/>
              <a:gd name="connsiteY4536" fmla="*/ 1325555 h 6640493"/>
              <a:gd name="connsiteX4537" fmla="*/ 1670644 w 6604001"/>
              <a:gd name="connsiteY4537" fmla="*/ 1325555 h 6640493"/>
              <a:gd name="connsiteX4538" fmla="*/ 2909966 w 6604001"/>
              <a:gd name="connsiteY4538" fmla="*/ 1319203 h 6640493"/>
              <a:gd name="connsiteX4539" fmla="*/ 2887338 w 6604001"/>
              <a:gd name="connsiteY4539" fmla="*/ 1322971 h 6640493"/>
              <a:gd name="connsiteX4540" fmla="*/ 2608263 w 6604001"/>
              <a:gd name="connsiteY4540" fmla="*/ 1835432 h 6640493"/>
              <a:gd name="connsiteX4541" fmla="*/ 2608263 w 6604001"/>
              <a:gd name="connsiteY4541" fmla="*/ 1839201 h 6640493"/>
              <a:gd name="connsiteX4542" fmla="*/ 2612035 w 6604001"/>
              <a:gd name="connsiteY4542" fmla="*/ 1842966 h 6640493"/>
              <a:gd name="connsiteX4543" fmla="*/ 2612035 w 6604001"/>
              <a:gd name="connsiteY4543" fmla="*/ 1846736 h 6640493"/>
              <a:gd name="connsiteX4544" fmla="*/ 2612035 w 6604001"/>
              <a:gd name="connsiteY4544" fmla="*/ 1850502 h 6640493"/>
              <a:gd name="connsiteX4545" fmla="*/ 2615806 w 6604001"/>
              <a:gd name="connsiteY4545" fmla="*/ 1873111 h 6640493"/>
              <a:gd name="connsiteX4546" fmla="*/ 2612035 w 6604001"/>
              <a:gd name="connsiteY4546" fmla="*/ 1873111 h 6640493"/>
              <a:gd name="connsiteX4547" fmla="*/ 2612035 w 6604001"/>
              <a:gd name="connsiteY4547" fmla="*/ 1876879 h 6640493"/>
              <a:gd name="connsiteX4548" fmla="*/ 3041961 w 6604001"/>
              <a:gd name="connsiteY4548" fmla="*/ 2347902 h 6640493"/>
              <a:gd name="connsiteX4549" fmla="*/ 3068360 w 6604001"/>
              <a:gd name="connsiteY4549" fmla="*/ 2344134 h 6640493"/>
              <a:gd name="connsiteX4550" fmla="*/ 3381376 w 6604001"/>
              <a:gd name="connsiteY4550" fmla="*/ 1793983 h 6640493"/>
              <a:gd name="connsiteX4551" fmla="*/ 3381376 w 6604001"/>
              <a:gd name="connsiteY4551" fmla="*/ 1786447 h 6640493"/>
              <a:gd name="connsiteX4552" fmla="*/ 3377605 w 6604001"/>
              <a:gd name="connsiteY4552" fmla="*/ 1782680 h 6640493"/>
              <a:gd name="connsiteX4553" fmla="*/ 3377605 w 6604001"/>
              <a:gd name="connsiteY4553" fmla="*/ 1778912 h 6640493"/>
              <a:gd name="connsiteX4554" fmla="*/ 3373833 w 6604001"/>
              <a:gd name="connsiteY4554" fmla="*/ 1771376 h 6640493"/>
              <a:gd name="connsiteX4555" fmla="*/ 3373833 w 6604001"/>
              <a:gd name="connsiteY4555" fmla="*/ 1752538 h 6640493"/>
              <a:gd name="connsiteX4556" fmla="*/ 3373833 w 6604001"/>
              <a:gd name="connsiteY4556" fmla="*/ 1748769 h 6640493"/>
              <a:gd name="connsiteX4557" fmla="*/ 3377605 w 6604001"/>
              <a:gd name="connsiteY4557" fmla="*/ 1748769 h 6640493"/>
              <a:gd name="connsiteX4558" fmla="*/ 2913737 w 6604001"/>
              <a:gd name="connsiteY4558" fmla="*/ 1319203 h 6640493"/>
              <a:gd name="connsiteX4559" fmla="*/ 2909966 w 6604001"/>
              <a:gd name="connsiteY4559" fmla="*/ 1319203 h 6640493"/>
              <a:gd name="connsiteX4560" fmla="*/ 4539033 w 6604001"/>
              <a:gd name="connsiteY4560" fmla="*/ 1300150 h 6640493"/>
              <a:gd name="connsiteX4561" fmla="*/ 4264025 w 6604001"/>
              <a:gd name="connsiteY4561" fmla="*/ 1752094 h 6640493"/>
              <a:gd name="connsiteX4562" fmla="*/ 4264025 w 6604001"/>
              <a:gd name="connsiteY4562" fmla="*/ 1755860 h 6640493"/>
              <a:gd name="connsiteX4563" fmla="*/ 4264025 w 6604001"/>
              <a:gd name="connsiteY4563" fmla="*/ 1759625 h 6640493"/>
              <a:gd name="connsiteX4564" fmla="*/ 4267792 w 6604001"/>
              <a:gd name="connsiteY4564" fmla="*/ 1763392 h 6640493"/>
              <a:gd name="connsiteX4565" fmla="*/ 4267792 w 6604001"/>
              <a:gd name="connsiteY4565" fmla="*/ 1767158 h 6640493"/>
              <a:gd name="connsiteX4566" fmla="*/ 4271559 w 6604001"/>
              <a:gd name="connsiteY4566" fmla="*/ 1793519 h 6640493"/>
              <a:gd name="connsiteX4567" fmla="*/ 4267792 w 6604001"/>
              <a:gd name="connsiteY4567" fmla="*/ 1793519 h 6640493"/>
              <a:gd name="connsiteX4568" fmla="*/ 4267792 w 6604001"/>
              <a:gd name="connsiteY4568" fmla="*/ 1797285 h 6640493"/>
              <a:gd name="connsiteX4569" fmla="*/ 4267792 w 6604001"/>
              <a:gd name="connsiteY4569" fmla="*/ 1801052 h 6640493"/>
              <a:gd name="connsiteX4570" fmla="*/ 4693489 w 6604001"/>
              <a:gd name="connsiteY4570" fmla="*/ 2388584 h 6640493"/>
              <a:gd name="connsiteX4571" fmla="*/ 4716092 w 6604001"/>
              <a:gd name="connsiteY4571" fmla="*/ 2392350 h 6640493"/>
              <a:gd name="connsiteX4572" fmla="*/ 4991100 w 6604001"/>
              <a:gd name="connsiteY4572" fmla="*/ 1898972 h 6640493"/>
              <a:gd name="connsiteX4573" fmla="*/ 4991100 w 6604001"/>
              <a:gd name="connsiteY4573" fmla="*/ 1895207 h 6640493"/>
              <a:gd name="connsiteX4574" fmla="*/ 4987333 w 6604001"/>
              <a:gd name="connsiteY4574" fmla="*/ 1891440 h 6640493"/>
              <a:gd name="connsiteX4575" fmla="*/ 4987333 w 6604001"/>
              <a:gd name="connsiteY4575" fmla="*/ 1887674 h 6640493"/>
              <a:gd name="connsiteX4576" fmla="*/ 4987333 w 6604001"/>
              <a:gd name="connsiteY4576" fmla="*/ 1883907 h 6640493"/>
              <a:gd name="connsiteX4577" fmla="*/ 4987333 w 6604001"/>
              <a:gd name="connsiteY4577" fmla="*/ 1876375 h 6640493"/>
              <a:gd name="connsiteX4578" fmla="*/ 4987333 w 6604001"/>
              <a:gd name="connsiteY4578" fmla="*/ 1861311 h 6640493"/>
              <a:gd name="connsiteX4579" fmla="*/ 4987333 w 6604001"/>
              <a:gd name="connsiteY4579" fmla="*/ 1857544 h 6640493"/>
              <a:gd name="connsiteX4580" fmla="*/ 4987333 w 6604001"/>
              <a:gd name="connsiteY4580" fmla="*/ 1853778 h 6640493"/>
              <a:gd name="connsiteX4581" fmla="*/ 4561636 w 6604001"/>
              <a:gd name="connsiteY4581" fmla="*/ 1300150 h 6640493"/>
              <a:gd name="connsiteX4582" fmla="*/ 4557869 w 6604001"/>
              <a:gd name="connsiteY4582" fmla="*/ 1300150 h 6640493"/>
              <a:gd name="connsiteX4583" fmla="*/ 4539033 w 6604001"/>
              <a:gd name="connsiteY4583" fmla="*/ 1300150 h 6640493"/>
              <a:gd name="connsiteX4584" fmla="*/ 1489075 w 6604001"/>
              <a:gd name="connsiteY4584" fmla="*/ 1289057 h 6640493"/>
              <a:gd name="connsiteX4585" fmla="*/ 1538288 w 6604001"/>
              <a:gd name="connsiteY4585" fmla="*/ 1292628 h 6640493"/>
              <a:gd name="connsiteX4586" fmla="*/ 1537902 w 6604001"/>
              <a:gd name="connsiteY4586" fmla="*/ 1292993 h 6640493"/>
              <a:gd name="connsiteX4587" fmla="*/ 1537299 w 6604001"/>
              <a:gd name="connsiteY4587" fmla="*/ 1292900 h 6640493"/>
              <a:gd name="connsiteX4588" fmla="*/ 1526859 w 6604001"/>
              <a:gd name="connsiteY4588" fmla="*/ 1303336 h 6640493"/>
              <a:gd name="connsiteX4589" fmla="*/ 1507234 w 6604001"/>
              <a:gd name="connsiteY4589" fmla="*/ 1301278 h 6640493"/>
              <a:gd name="connsiteX4590" fmla="*/ 1492861 w 6604001"/>
              <a:gd name="connsiteY4590" fmla="*/ 1299771 h 6640493"/>
              <a:gd name="connsiteX4591" fmla="*/ 1489075 w 6604001"/>
              <a:gd name="connsiteY4591" fmla="*/ 1289057 h 6640493"/>
              <a:gd name="connsiteX4592" fmla="*/ 3716443 w 6604001"/>
              <a:gd name="connsiteY4592" fmla="*/ 1243001 h 6640493"/>
              <a:gd name="connsiteX4593" fmla="*/ 3422650 w 6604001"/>
              <a:gd name="connsiteY4593" fmla="*/ 1744634 h 6640493"/>
              <a:gd name="connsiteX4594" fmla="*/ 3426417 w 6604001"/>
              <a:gd name="connsiteY4594" fmla="*/ 1748406 h 6640493"/>
              <a:gd name="connsiteX4595" fmla="*/ 3426417 w 6604001"/>
              <a:gd name="connsiteY4595" fmla="*/ 1752178 h 6640493"/>
              <a:gd name="connsiteX4596" fmla="*/ 3430183 w 6604001"/>
              <a:gd name="connsiteY4596" fmla="*/ 1755949 h 6640493"/>
              <a:gd name="connsiteX4597" fmla="*/ 3430183 w 6604001"/>
              <a:gd name="connsiteY4597" fmla="*/ 1759719 h 6640493"/>
              <a:gd name="connsiteX4598" fmla="*/ 3430183 w 6604001"/>
              <a:gd name="connsiteY4598" fmla="*/ 1782349 h 6640493"/>
              <a:gd name="connsiteX4599" fmla="*/ 3430183 w 6604001"/>
              <a:gd name="connsiteY4599" fmla="*/ 1786119 h 6640493"/>
              <a:gd name="connsiteX4600" fmla="*/ 3430183 w 6604001"/>
              <a:gd name="connsiteY4600" fmla="*/ 1789890 h 6640493"/>
              <a:gd name="connsiteX4601" fmla="*/ 3874638 w 6604001"/>
              <a:gd name="connsiteY4601" fmla="*/ 2336788 h 6640493"/>
              <a:gd name="connsiteX4602" fmla="*/ 3878405 w 6604001"/>
              <a:gd name="connsiteY4602" fmla="*/ 2333016 h 6640493"/>
              <a:gd name="connsiteX4603" fmla="*/ 3901004 w 6604001"/>
              <a:gd name="connsiteY4603" fmla="*/ 2336788 h 6640493"/>
              <a:gd name="connsiteX4604" fmla="*/ 4221163 w 6604001"/>
              <a:gd name="connsiteY4604" fmla="*/ 1797434 h 6640493"/>
              <a:gd name="connsiteX4605" fmla="*/ 4217396 w 6604001"/>
              <a:gd name="connsiteY4605" fmla="*/ 1793662 h 6640493"/>
              <a:gd name="connsiteX4606" fmla="*/ 4217396 w 6604001"/>
              <a:gd name="connsiteY4606" fmla="*/ 1789890 h 6640493"/>
              <a:gd name="connsiteX4607" fmla="*/ 4217396 w 6604001"/>
              <a:gd name="connsiteY4607" fmla="*/ 1786119 h 6640493"/>
              <a:gd name="connsiteX4608" fmla="*/ 4213630 w 6604001"/>
              <a:gd name="connsiteY4608" fmla="*/ 1782349 h 6640493"/>
              <a:gd name="connsiteX4609" fmla="*/ 4213630 w 6604001"/>
              <a:gd name="connsiteY4609" fmla="*/ 1774805 h 6640493"/>
              <a:gd name="connsiteX4610" fmla="*/ 4213630 w 6604001"/>
              <a:gd name="connsiteY4610" fmla="*/ 1755949 h 6640493"/>
              <a:gd name="connsiteX4611" fmla="*/ 4213630 w 6604001"/>
              <a:gd name="connsiteY4611" fmla="*/ 1752178 h 6640493"/>
              <a:gd name="connsiteX4612" fmla="*/ 3739042 w 6604001"/>
              <a:gd name="connsiteY4612" fmla="*/ 1243001 h 6640493"/>
              <a:gd name="connsiteX4613" fmla="*/ 3735275 w 6604001"/>
              <a:gd name="connsiteY4613" fmla="*/ 1243001 h 6640493"/>
              <a:gd name="connsiteX4614" fmla="*/ 3716443 w 6604001"/>
              <a:gd name="connsiteY4614" fmla="*/ 1243001 h 6640493"/>
              <a:gd name="connsiteX4615" fmla="*/ 729495 w 6604001"/>
              <a:gd name="connsiteY4615" fmla="*/ 1236781 h 6640493"/>
              <a:gd name="connsiteX4616" fmla="*/ 680063 w 6604001"/>
              <a:gd name="connsiteY4616" fmla="*/ 1302273 h 6640493"/>
              <a:gd name="connsiteX4617" fmla="*/ 615123 w 6604001"/>
              <a:gd name="connsiteY4617" fmla="*/ 1391995 h 6640493"/>
              <a:gd name="connsiteX4618" fmla="*/ 552355 w 6604001"/>
              <a:gd name="connsiteY4618" fmla="*/ 1481342 h 6640493"/>
              <a:gd name="connsiteX4619" fmla="*/ 555436 w 6604001"/>
              <a:gd name="connsiteY4619" fmla="*/ 1476496 h 6640493"/>
              <a:gd name="connsiteX4620" fmla="*/ 691967 w 6604001"/>
              <a:gd name="connsiteY4620" fmla="*/ 1284712 h 6640493"/>
              <a:gd name="connsiteX4621" fmla="*/ 744374 w 6604001"/>
              <a:gd name="connsiteY4621" fmla="*/ 1217777 h 6640493"/>
              <a:gd name="connsiteX4622" fmla="*/ 729495 w 6604001"/>
              <a:gd name="connsiteY4622" fmla="*/ 1236781 h 6640493"/>
              <a:gd name="connsiteX4623" fmla="*/ 742180 w 6604001"/>
              <a:gd name="connsiteY4623" fmla="*/ 1219975 h 6640493"/>
              <a:gd name="connsiteX4624" fmla="*/ 5741189 w 6604001"/>
              <a:gd name="connsiteY4624" fmla="*/ 1217620 h 6640493"/>
              <a:gd name="connsiteX4625" fmla="*/ 5752492 w 6604001"/>
              <a:gd name="connsiteY4625" fmla="*/ 1225156 h 6640493"/>
              <a:gd name="connsiteX4626" fmla="*/ 5967253 w 6604001"/>
              <a:gd name="connsiteY4626" fmla="*/ 1549214 h 6640493"/>
              <a:gd name="connsiteX4627" fmla="*/ 5741189 w 6604001"/>
              <a:gd name="connsiteY4627" fmla="*/ 1217620 h 6640493"/>
              <a:gd name="connsiteX4628" fmla="*/ 757238 w 6604001"/>
              <a:gd name="connsiteY4628" fmla="*/ 1204893 h 6640493"/>
              <a:gd name="connsiteX4629" fmla="*/ 729457 w 6604001"/>
              <a:gd name="connsiteY4629" fmla="*/ 1244924 h 6640493"/>
              <a:gd name="connsiteX4630" fmla="*/ 752527 w 6604001"/>
              <a:gd name="connsiteY4630" fmla="*/ 1209612 h 6640493"/>
              <a:gd name="connsiteX4631" fmla="*/ 5450385 w 6604001"/>
              <a:gd name="connsiteY4631" fmla="*/ 1190610 h 6640493"/>
              <a:gd name="connsiteX4632" fmla="*/ 5265738 w 6604001"/>
              <a:gd name="connsiteY4632" fmla="*/ 1431910 h 6640493"/>
              <a:gd name="connsiteX4633" fmla="*/ 5269506 w 6604001"/>
              <a:gd name="connsiteY4633" fmla="*/ 1435680 h 6640493"/>
              <a:gd name="connsiteX4634" fmla="*/ 5269506 w 6604001"/>
              <a:gd name="connsiteY4634" fmla="*/ 1439451 h 6640493"/>
              <a:gd name="connsiteX4635" fmla="*/ 5277043 w 6604001"/>
              <a:gd name="connsiteY4635" fmla="*/ 1477153 h 6640493"/>
              <a:gd name="connsiteX4636" fmla="*/ 5631264 w 6604001"/>
              <a:gd name="connsiteY4636" fmla="*/ 2035158 h 6640493"/>
              <a:gd name="connsiteX4637" fmla="*/ 5635033 w 6604001"/>
              <a:gd name="connsiteY4637" fmla="*/ 2035158 h 6640493"/>
              <a:gd name="connsiteX4638" fmla="*/ 5638801 w 6604001"/>
              <a:gd name="connsiteY4638" fmla="*/ 2031387 h 6640493"/>
              <a:gd name="connsiteX4639" fmla="*/ 5461690 w 6604001"/>
              <a:gd name="connsiteY4639" fmla="*/ 1201921 h 6640493"/>
              <a:gd name="connsiteX4640" fmla="*/ 5461690 w 6604001"/>
              <a:gd name="connsiteY4640" fmla="*/ 1198151 h 6640493"/>
              <a:gd name="connsiteX4641" fmla="*/ 5457922 w 6604001"/>
              <a:gd name="connsiteY4641" fmla="*/ 1198151 h 6640493"/>
              <a:gd name="connsiteX4642" fmla="*/ 5457922 w 6604001"/>
              <a:gd name="connsiteY4642" fmla="*/ 1194381 h 6640493"/>
              <a:gd name="connsiteX4643" fmla="*/ 5454154 w 6604001"/>
              <a:gd name="connsiteY4643" fmla="*/ 1194381 h 6640493"/>
              <a:gd name="connsiteX4644" fmla="*/ 5450385 w 6604001"/>
              <a:gd name="connsiteY4644" fmla="*/ 1190610 h 6640493"/>
              <a:gd name="connsiteX4645" fmla="*/ 776272 w 6604001"/>
              <a:gd name="connsiteY4645" fmla="*/ 1178483 h 6640493"/>
              <a:gd name="connsiteX4646" fmla="*/ 753662 w 6604001"/>
              <a:gd name="connsiteY4646" fmla="*/ 1207875 h 6640493"/>
              <a:gd name="connsiteX4647" fmla="*/ 752527 w 6604001"/>
              <a:gd name="connsiteY4647" fmla="*/ 1209612 h 6640493"/>
              <a:gd name="connsiteX4648" fmla="*/ 744374 w 6604001"/>
              <a:gd name="connsiteY4648" fmla="*/ 1217777 h 6640493"/>
              <a:gd name="connsiteX4649" fmla="*/ 757430 w 6604001"/>
              <a:gd name="connsiteY4649" fmla="*/ 1201101 h 6640493"/>
              <a:gd name="connsiteX4650" fmla="*/ 776272 w 6604001"/>
              <a:gd name="connsiteY4650" fmla="*/ 1178483 h 6640493"/>
              <a:gd name="connsiteX4651" fmla="*/ 5789795 w 6604001"/>
              <a:gd name="connsiteY4651" fmla="*/ 1133663 h 6640493"/>
              <a:gd name="connsiteX4652" fmla="*/ 5801085 w 6604001"/>
              <a:gd name="connsiteY4652" fmla="*/ 1144963 h 6640493"/>
              <a:gd name="connsiteX4653" fmla="*/ 5977884 w 6604001"/>
              <a:gd name="connsiteY4653" fmla="*/ 1370120 h 6640493"/>
              <a:gd name="connsiteX4654" fmla="*/ 5989198 w 6604001"/>
              <a:gd name="connsiteY4654" fmla="*/ 1386668 h 6640493"/>
              <a:gd name="connsiteX4655" fmla="*/ 5962749 w 6604001"/>
              <a:gd name="connsiteY4655" fmla="*/ 1349479 h 6640493"/>
              <a:gd name="connsiteX4656" fmla="*/ 5853000 w 6604001"/>
              <a:gd name="connsiteY4656" fmla="*/ 1210555 h 6640493"/>
              <a:gd name="connsiteX4657" fmla="*/ 5810526 w 6604001"/>
              <a:gd name="connsiteY4657" fmla="*/ 1160222 h 6640493"/>
              <a:gd name="connsiteX4658" fmla="*/ 5789792 w 6604001"/>
              <a:gd name="connsiteY4658" fmla="*/ 1133661 h 6640493"/>
              <a:gd name="connsiteX4659" fmla="*/ 5789793 w 6604001"/>
              <a:gd name="connsiteY4659" fmla="*/ 1133661 h 6640493"/>
              <a:gd name="connsiteX4660" fmla="*/ 5789795 w 6604001"/>
              <a:gd name="connsiteY4660" fmla="*/ 1133663 h 6640493"/>
              <a:gd name="connsiteX4661" fmla="*/ 5778500 w 6604001"/>
              <a:gd name="connsiteY4661" fmla="*/ 1122359 h 6640493"/>
              <a:gd name="connsiteX4662" fmla="*/ 5788028 w 6604001"/>
              <a:gd name="connsiteY4662" fmla="*/ 1131895 h 6640493"/>
              <a:gd name="connsiteX4663" fmla="*/ 5789792 w 6604001"/>
              <a:gd name="connsiteY4663" fmla="*/ 1133661 h 6640493"/>
              <a:gd name="connsiteX4664" fmla="*/ 5787983 w 6604001"/>
              <a:gd name="connsiteY4664" fmla="*/ 1133661 h 6640493"/>
              <a:gd name="connsiteX4665" fmla="*/ 5786028 w 6604001"/>
              <a:gd name="connsiteY4665" fmla="*/ 1131368 h 6640493"/>
              <a:gd name="connsiteX4666" fmla="*/ 5786028 w 6604001"/>
              <a:gd name="connsiteY4666" fmla="*/ 1129894 h 6640493"/>
              <a:gd name="connsiteX4667" fmla="*/ 5784770 w 6604001"/>
              <a:gd name="connsiteY4667" fmla="*/ 1129894 h 6640493"/>
              <a:gd name="connsiteX4668" fmla="*/ 5782264 w 6604001"/>
              <a:gd name="connsiteY4668" fmla="*/ 1126955 h 6640493"/>
              <a:gd name="connsiteX4669" fmla="*/ 5782264 w 6604001"/>
              <a:gd name="connsiteY4669" fmla="*/ 1126127 h 6640493"/>
              <a:gd name="connsiteX4670" fmla="*/ 5778500 w 6604001"/>
              <a:gd name="connsiteY4670" fmla="*/ 1122359 h 6640493"/>
              <a:gd name="connsiteX4671" fmla="*/ 5770761 w 6604001"/>
              <a:gd name="connsiteY4671" fmla="*/ 1111842 h 6640493"/>
              <a:gd name="connsiteX4672" fmla="*/ 5771243 w 6604001"/>
              <a:gd name="connsiteY4672" fmla="*/ 1111842 h 6640493"/>
              <a:gd name="connsiteX4673" fmla="*/ 5775098 w 6604001"/>
              <a:gd name="connsiteY4673" fmla="*/ 1115612 h 6640493"/>
              <a:gd name="connsiteX4674" fmla="*/ 5794375 w 6604001"/>
              <a:gd name="connsiteY4674" fmla="*/ 1138234 h 6640493"/>
              <a:gd name="connsiteX4675" fmla="*/ 5767973 w 6604001"/>
              <a:gd name="connsiteY4675" fmla="*/ 1111842 h 6640493"/>
              <a:gd name="connsiteX4676" fmla="*/ 5769376 w 6604001"/>
              <a:gd name="connsiteY4676" fmla="*/ 1111842 h 6640493"/>
              <a:gd name="connsiteX4677" fmla="*/ 5782264 w 6604001"/>
              <a:gd name="connsiteY4677" fmla="*/ 1126955 h 6640493"/>
              <a:gd name="connsiteX4678" fmla="*/ 5782264 w 6604001"/>
              <a:gd name="connsiteY4678" fmla="*/ 1129894 h 6640493"/>
              <a:gd name="connsiteX4679" fmla="*/ 5784770 w 6604001"/>
              <a:gd name="connsiteY4679" fmla="*/ 1129894 h 6640493"/>
              <a:gd name="connsiteX4680" fmla="*/ 5786028 w 6604001"/>
              <a:gd name="connsiteY4680" fmla="*/ 1131368 h 6640493"/>
              <a:gd name="connsiteX4681" fmla="*/ 5786028 w 6604001"/>
              <a:gd name="connsiteY4681" fmla="*/ 1133661 h 6640493"/>
              <a:gd name="connsiteX4682" fmla="*/ 5787983 w 6604001"/>
              <a:gd name="connsiteY4682" fmla="*/ 1133661 h 6640493"/>
              <a:gd name="connsiteX4683" fmla="*/ 5800413 w 6604001"/>
              <a:gd name="connsiteY4683" fmla="*/ 1148237 h 6640493"/>
              <a:gd name="connsiteX4684" fmla="*/ 5810526 w 6604001"/>
              <a:gd name="connsiteY4684" fmla="*/ 1160222 h 6640493"/>
              <a:gd name="connsiteX4685" fmla="*/ 5839183 w 6604001"/>
              <a:gd name="connsiteY4685" fmla="*/ 1196934 h 6640493"/>
              <a:gd name="connsiteX4686" fmla="*/ 5987191 w 6604001"/>
              <a:gd name="connsiteY4686" fmla="*/ 1396339 h 6640493"/>
              <a:gd name="connsiteX4687" fmla="*/ 6011063 w 6604001"/>
              <a:gd name="connsiteY4687" fmla="*/ 1432071 h 6640493"/>
              <a:gd name="connsiteX4688" fmla="*/ 5930550 w 6604001"/>
              <a:gd name="connsiteY4688" fmla="*/ 1317798 h 6640493"/>
              <a:gd name="connsiteX4689" fmla="*/ 5786512 w 6604001"/>
              <a:gd name="connsiteY4689" fmla="*/ 1134154 h 6640493"/>
              <a:gd name="connsiteX4690" fmla="*/ 5782746 w 6604001"/>
              <a:gd name="connsiteY4690" fmla="*/ 1130387 h 6640493"/>
              <a:gd name="connsiteX4691" fmla="*/ 5914546 w 6604001"/>
              <a:gd name="connsiteY4691" fmla="*/ 1379012 h 6640493"/>
              <a:gd name="connsiteX4692" fmla="*/ 5910780 w 6604001"/>
              <a:gd name="connsiteY4692" fmla="*/ 1375245 h 6640493"/>
              <a:gd name="connsiteX4693" fmla="*/ 5775215 w 6604001"/>
              <a:gd name="connsiteY4693" fmla="*/ 1119086 h 6640493"/>
              <a:gd name="connsiteX4694" fmla="*/ 5771449 w 6604001"/>
              <a:gd name="connsiteY4694" fmla="*/ 1115319 h 6640493"/>
              <a:gd name="connsiteX4695" fmla="*/ 5767388 w 6604001"/>
              <a:gd name="connsiteY4695" fmla="*/ 1111362 h 6640493"/>
              <a:gd name="connsiteX4696" fmla="*/ 5767683 w 6604001"/>
              <a:gd name="connsiteY4696" fmla="*/ 1111551 h 6640493"/>
              <a:gd name="connsiteX4697" fmla="*/ 5767973 w 6604001"/>
              <a:gd name="connsiteY4697" fmla="*/ 1111842 h 6640493"/>
              <a:gd name="connsiteX4698" fmla="*/ 5767388 w 6604001"/>
              <a:gd name="connsiteY4698" fmla="*/ 1111842 h 6640493"/>
              <a:gd name="connsiteX4699" fmla="*/ 5767388 w 6604001"/>
              <a:gd name="connsiteY4699" fmla="*/ 1108072 h 6640493"/>
              <a:gd name="connsiteX4700" fmla="*/ 5770761 w 6604001"/>
              <a:gd name="connsiteY4700" fmla="*/ 1111842 h 6640493"/>
              <a:gd name="connsiteX4701" fmla="*/ 5769376 w 6604001"/>
              <a:gd name="connsiteY4701" fmla="*/ 1111842 h 6640493"/>
              <a:gd name="connsiteX4702" fmla="*/ 5767388 w 6604001"/>
              <a:gd name="connsiteY4702" fmla="*/ 1109510 h 6640493"/>
              <a:gd name="connsiteX4703" fmla="*/ 980844 w 6604001"/>
              <a:gd name="connsiteY4703" fmla="*/ 1103293 h 6640493"/>
              <a:gd name="connsiteX4704" fmla="*/ 659420 w 6604001"/>
              <a:gd name="connsiteY4704" fmla="*/ 1401829 h 6640493"/>
              <a:gd name="connsiteX4705" fmla="*/ 655638 w 6604001"/>
              <a:gd name="connsiteY4705" fmla="*/ 1405608 h 6640493"/>
              <a:gd name="connsiteX4706" fmla="*/ 655638 w 6604001"/>
              <a:gd name="connsiteY4706" fmla="*/ 1409387 h 6640493"/>
              <a:gd name="connsiteX4707" fmla="*/ 844711 w 6604001"/>
              <a:gd name="connsiteY4707" fmla="*/ 1450955 h 6640493"/>
              <a:gd name="connsiteX4708" fmla="*/ 848493 w 6604001"/>
              <a:gd name="connsiteY4708" fmla="*/ 1447176 h 6640493"/>
              <a:gd name="connsiteX4709" fmla="*/ 852274 w 6604001"/>
              <a:gd name="connsiteY4709" fmla="*/ 1443398 h 6640493"/>
              <a:gd name="connsiteX4710" fmla="*/ 992188 w 6604001"/>
              <a:gd name="connsiteY4710" fmla="*/ 1107072 h 6640493"/>
              <a:gd name="connsiteX4711" fmla="*/ 984625 w 6604001"/>
              <a:gd name="connsiteY4711" fmla="*/ 1110851 h 6640493"/>
              <a:gd name="connsiteX4712" fmla="*/ 980844 w 6604001"/>
              <a:gd name="connsiteY4712" fmla="*/ 1103293 h 6640493"/>
              <a:gd name="connsiteX4713" fmla="*/ 5759492 w 6604001"/>
              <a:gd name="connsiteY4713" fmla="*/ 1100250 h 6640493"/>
              <a:gd name="connsiteX4714" fmla="*/ 5760152 w 6604001"/>
              <a:gd name="connsiteY4714" fmla="*/ 1100250 h 6640493"/>
              <a:gd name="connsiteX4715" fmla="*/ 5760152 w 6604001"/>
              <a:gd name="connsiteY4715" fmla="*/ 1101025 h 6640493"/>
              <a:gd name="connsiteX4716" fmla="*/ 5756386 w 6604001"/>
              <a:gd name="connsiteY4716" fmla="*/ 1096609 h 6640493"/>
              <a:gd name="connsiteX4717" fmla="*/ 5759492 w 6604001"/>
              <a:gd name="connsiteY4717" fmla="*/ 1100250 h 6640493"/>
              <a:gd name="connsiteX4718" fmla="*/ 5756386 w 6604001"/>
              <a:gd name="connsiteY4718" fmla="*/ 1100250 h 6640493"/>
              <a:gd name="connsiteX4719" fmla="*/ 5756279 w 6604001"/>
              <a:gd name="connsiteY4719" fmla="*/ 1096483 h 6640493"/>
              <a:gd name="connsiteX4720" fmla="*/ 5756386 w 6604001"/>
              <a:gd name="connsiteY4720" fmla="*/ 1096483 h 6640493"/>
              <a:gd name="connsiteX4721" fmla="*/ 5756386 w 6604001"/>
              <a:gd name="connsiteY4721" fmla="*/ 1096609 h 6640493"/>
              <a:gd name="connsiteX4722" fmla="*/ 5754082 w 6604001"/>
              <a:gd name="connsiteY4722" fmla="*/ 1096483 h 6640493"/>
              <a:gd name="connsiteX4723" fmla="*/ 5756275 w 6604001"/>
              <a:gd name="connsiteY4723" fmla="*/ 1096483 h 6640493"/>
              <a:gd name="connsiteX4724" fmla="*/ 5756275 w 6604001"/>
              <a:gd name="connsiteY4724" fmla="*/ 1100134 h 6640493"/>
              <a:gd name="connsiteX4725" fmla="*/ 5756275 w 6604001"/>
              <a:gd name="connsiteY4725" fmla="*/ 1096478 h 6640493"/>
              <a:gd name="connsiteX4726" fmla="*/ 5756279 w 6604001"/>
              <a:gd name="connsiteY4726" fmla="*/ 1096483 h 6640493"/>
              <a:gd name="connsiteX4727" fmla="*/ 5756275 w 6604001"/>
              <a:gd name="connsiteY4727" fmla="*/ 1096483 h 6640493"/>
              <a:gd name="connsiteX4728" fmla="*/ 5756275 w 6604001"/>
              <a:gd name="connsiteY4728" fmla="*/ 1095651 h 6640493"/>
              <a:gd name="connsiteX4729" fmla="*/ 5767388 w 6604001"/>
              <a:gd name="connsiteY4729" fmla="*/ 1108071 h 6640493"/>
              <a:gd name="connsiteX4730" fmla="*/ 5767388 w 6604001"/>
              <a:gd name="connsiteY4730" fmla="*/ 1108072 h 6640493"/>
              <a:gd name="connsiteX4731" fmla="*/ 5763171 w 6604001"/>
              <a:gd name="connsiteY4731" fmla="*/ 1103359 h 6640493"/>
              <a:gd name="connsiteX4732" fmla="*/ 5752621 w 6604001"/>
              <a:gd name="connsiteY4732" fmla="*/ 1094053 h 6640493"/>
              <a:gd name="connsiteX4733" fmla="*/ 5754082 w 6604001"/>
              <a:gd name="connsiteY4733" fmla="*/ 1096483 h 6640493"/>
              <a:gd name="connsiteX4734" fmla="*/ 5752621 w 6604001"/>
              <a:gd name="connsiteY4734" fmla="*/ 1096483 h 6640493"/>
              <a:gd name="connsiteX4735" fmla="*/ 5752962 w 6604001"/>
              <a:gd name="connsiteY4735" fmla="*/ 1092593 h 6640493"/>
              <a:gd name="connsiteX4736" fmla="*/ 5753539 w 6604001"/>
              <a:gd name="connsiteY4736" fmla="*/ 1092593 h 6640493"/>
              <a:gd name="connsiteX4737" fmla="*/ 5756275 w 6604001"/>
              <a:gd name="connsiteY4737" fmla="*/ 1092593 h 6640493"/>
              <a:gd name="connsiteX4738" fmla="*/ 5756275 w 6604001"/>
              <a:gd name="connsiteY4738" fmla="*/ 1095651 h 6640493"/>
              <a:gd name="connsiteX4739" fmla="*/ 5756275 w 6604001"/>
              <a:gd name="connsiteY4739" fmla="*/ 1096364 h 6640493"/>
              <a:gd name="connsiteX4740" fmla="*/ 5756275 w 6604001"/>
              <a:gd name="connsiteY4740" fmla="*/ 1096478 h 6640493"/>
              <a:gd name="connsiteX4741" fmla="*/ 5750436 w 6604001"/>
              <a:gd name="connsiteY4741" fmla="*/ 1090416 h 6640493"/>
              <a:gd name="connsiteX4742" fmla="*/ 5752499 w 6604001"/>
              <a:gd name="connsiteY4742" fmla="*/ 1092593 h 6640493"/>
              <a:gd name="connsiteX4743" fmla="*/ 5752506 w 6604001"/>
              <a:gd name="connsiteY4743" fmla="*/ 1092593 h 6640493"/>
              <a:gd name="connsiteX4744" fmla="*/ 5752621 w 6604001"/>
              <a:gd name="connsiteY4744" fmla="*/ 1092716 h 6640493"/>
              <a:gd name="connsiteX4745" fmla="*/ 5752621 w 6604001"/>
              <a:gd name="connsiteY4745" fmla="*/ 1094053 h 6640493"/>
              <a:gd name="connsiteX4746" fmla="*/ 5748840 w 6604001"/>
              <a:gd name="connsiteY4746" fmla="*/ 1087760 h 6640493"/>
              <a:gd name="connsiteX4747" fmla="*/ 5752962 w 6604001"/>
              <a:gd name="connsiteY4747" fmla="*/ 1092593 h 6640493"/>
              <a:gd name="connsiteX4748" fmla="*/ 5752506 w 6604001"/>
              <a:gd name="connsiteY4748" fmla="*/ 1092593 h 6640493"/>
              <a:gd name="connsiteX4749" fmla="*/ 5750376 w 6604001"/>
              <a:gd name="connsiteY4749" fmla="*/ 1090316 h 6640493"/>
              <a:gd name="connsiteX4750" fmla="*/ 5748075 w 6604001"/>
              <a:gd name="connsiteY4750" fmla="*/ 1086486 h 6640493"/>
              <a:gd name="connsiteX4751" fmla="*/ 5753539 w 6604001"/>
              <a:gd name="connsiteY4751" fmla="*/ 1092593 h 6640493"/>
              <a:gd name="connsiteX4752" fmla="*/ 5748075 w 6604001"/>
              <a:gd name="connsiteY4752" fmla="*/ 1086486 h 6640493"/>
              <a:gd name="connsiteX4753" fmla="*/ 5571927 w 6604001"/>
              <a:gd name="connsiteY4753" fmla="*/ 1084269 h 6640493"/>
              <a:gd name="connsiteX4754" fmla="*/ 5572824 w 6604001"/>
              <a:gd name="connsiteY4754" fmla="*/ 1084888 h 6640493"/>
              <a:gd name="connsiteX4755" fmla="*/ 5571867 w 6604001"/>
              <a:gd name="connsiteY4755" fmla="*/ 1085182 h 6640493"/>
              <a:gd name="connsiteX4756" fmla="*/ 5582693 w 6604001"/>
              <a:gd name="connsiteY4756" fmla="*/ 1092402 h 6640493"/>
              <a:gd name="connsiteX4757" fmla="*/ 5550542 w 6604001"/>
              <a:gd name="connsiteY4757" fmla="*/ 1112338 h 6640493"/>
              <a:gd name="connsiteX4758" fmla="*/ 5526683 w 6604001"/>
              <a:gd name="connsiteY4758" fmla="*/ 1127133 h 6640493"/>
              <a:gd name="connsiteX4759" fmla="*/ 5522913 w 6604001"/>
              <a:gd name="connsiteY4759" fmla="*/ 1115443 h 6640493"/>
              <a:gd name="connsiteX4760" fmla="*/ 5571927 w 6604001"/>
              <a:gd name="connsiteY4760" fmla="*/ 1084269 h 6640493"/>
              <a:gd name="connsiteX4761" fmla="*/ 5722819 w 6604001"/>
              <a:gd name="connsiteY4761" fmla="*/ 1083430 h 6640493"/>
              <a:gd name="connsiteX4762" fmla="*/ 5724496 w 6604001"/>
              <a:gd name="connsiteY4762" fmla="*/ 1084005 h 6640493"/>
              <a:gd name="connsiteX4763" fmla="*/ 5760152 w 6604001"/>
              <a:gd name="connsiteY4763" fmla="*/ 1104017 h 6640493"/>
              <a:gd name="connsiteX4764" fmla="*/ 5760152 w 6604001"/>
              <a:gd name="connsiteY4764" fmla="*/ 1101025 h 6640493"/>
              <a:gd name="connsiteX4765" fmla="*/ 5767388 w 6604001"/>
              <a:gd name="connsiteY4765" fmla="*/ 1109510 h 6640493"/>
              <a:gd name="connsiteX4766" fmla="*/ 5767388 w 6604001"/>
              <a:gd name="connsiteY4766" fmla="*/ 1111362 h 6640493"/>
              <a:gd name="connsiteX4767" fmla="*/ 5726967 w 6604001"/>
              <a:gd name="connsiteY4767" fmla="*/ 1085417 h 6640493"/>
              <a:gd name="connsiteX4768" fmla="*/ 5741236 w 6604001"/>
              <a:gd name="connsiteY4768" fmla="*/ 1078844 h 6640493"/>
              <a:gd name="connsiteX4769" fmla="*/ 5741241 w 6604001"/>
              <a:gd name="connsiteY4769" fmla="*/ 1078849 h 6640493"/>
              <a:gd name="connsiteX4770" fmla="*/ 5741243 w 6604001"/>
              <a:gd name="connsiteY4770" fmla="*/ 1078851 h 6640493"/>
              <a:gd name="connsiteX4771" fmla="*/ 5742174 w 6604001"/>
              <a:gd name="connsiteY4771" fmla="*/ 1079891 h 6640493"/>
              <a:gd name="connsiteX4772" fmla="*/ 5747147 w 6604001"/>
              <a:gd name="connsiteY4772" fmla="*/ 1085449 h 6640493"/>
              <a:gd name="connsiteX4773" fmla="*/ 5748075 w 6604001"/>
              <a:gd name="connsiteY4773" fmla="*/ 1086486 h 6640493"/>
              <a:gd name="connsiteX4774" fmla="*/ 5748840 w 6604001"/>
              <a:gd name="connsiteY4774" fmla="*/ 1087760 h 6640493"/>
              <a:gd name="connsiteX4775" fmla="*/ 5741233 w 6604001"/>
              <a:gd name="connsiteY4775" fmla="*/ 1078840 h 6640493"/>
              <a:gd name="connsiteX4776" fmla="*/ 5741234 w 6604001"/>
              <a:gd name="connsiteY4776" fmla="*/ 1078841 h 6640493"/>
              <a:gd name="connsiteX4777" fmla="*/ 5741236 w 6604001"/>
              <a:gd name="connsiteY4777" fmla="*/ 1078844 h 6640493"/>
              <a:gd name="connsiteX4778" fmla="*/ 5741230 w 6604001"/>
              <a:gd name="connsiteY4778" fmla="*/ 1078836 h 6640493"/>
              <a:gd name="connsiteX4779" fmla="*/ 5741231 w 6604001"/>
              <a:gd name="connsiteY4779" fmla="*/ 1078837 h 6640493"/>
              <a:gd name="connsiteX4780" fmla="*/ 5741231 w 6604001"/>
              <a:gd name="connsiteY4780" fmla="*/ 1078837 h 6640493"/>
              <a:gd name="connsiteX4781" fmla="*/ 5740400 w 6604001"/>
              <a:gd name="connsiteY4781" fmla="*/ 1077908 h 6640493"/>
              <a:gd name="connsiteX4782" fmla="*/ 5741230 w 6604001"/>
              <a:gd name="connsiteY4782" fmla="*/ 1078836 h 6640493"/>
              <a:gd name="connsiteX4783" fmla="*/ 5741230 w 6604001"/>
              <a:gd name="connsiteY4783" fmla="*/ 1078836 h 6640493"/>
              <a:gd name="connsiteX4784" fmla="*/ 5734198 w 6604001"/>
              <a:gd name="connsiteY4784" fmla="*/ 1070590 h 6640493"/>
              <a:gd name="connsiteX4785" fmla="*/ 5746364 w 6604001"/>
              <a:gd name="connsiteY4785" fmla="*/ 1083639 h 6640493"/>
              <a:gd name="connsiteX4786" fmla="*/ 5748075 w 6604001"/>
              <a:gd name="connsiteY4786" fmla="*/ 1086486 h 6640493"/>
              <a:gd name="connsiteX4787" fmla="*/ 5742174 w 6604001"/>
              <a:gd name="connsiteY4787" fmla="*/ 1079891 h 6640493"/>
              <a:gd name="connsiteX4788" fmla="*/ 5741241 w 6604001"/>
              <a:gd name="connsiteY4788" fmla="*/ 1078849 h 6640493"/>
              <a:gd name="connsiteX4789" fmla="*/ 5741234 w 6604001"/>
              <a:gd name="connsiteY4789" fmla="*/ 1078841 h 6640493"/>
              <a:gd name="connsiteX4790" fmla="*/ 5741233 w 6604001"/>
              <a:gd name="connsiteY4790" fmla="*/ 1078840 h 6640493"/>
              <a:gd name="connsiteX4791" fmla="*/ 5741231 w 6604001"/>
              <a:gd name="connsiteY4791" fmla="*/ 1078837 h 6640493"/>
              <a:gd name="connsiteX4792" fmla="*/ 5741233 w 6604001"/>
              <a:gd name="connsiteY4792" fmla="*/ 1078840 h 6640493"/>
              <a:gd name="connsiteX4793" fmla="*/ 5741231 w 6604001"/>
              <a:gd name="connsiteY4793" fmla="*/ 1078837 h 6640493"/>
              <a:gd name="connsiteX4794" fmla="*/ 5741230 w 6604001"/>
              <a:gd name="connsiteY4794" fmla="*/ 1078836 h 6640493"/>
              <a:gd name="connsiteX4795" fmla="*/ 5675562 w 6604001"/>
              <a:gd name="connsiteY4795" fmla="*/ 1067648 h 6640493"/>
              <a:gd name="connsiteX4796" fmla="*/ 5698959 w 6604001"/>
              <a:gd name="connsiteY4796" fmla="*/ 1071997 h 6640493"/>
              <a:gd name="connsiteX4797" fmla="*/ 5722819 w 6604001"/>
              <a:gd name="connsiteY4797" fmla="*/ 1083430 h 6640493"/>
              <a:gd name="connsiteX4798" fmla="*/ 5686721 w 6604001"/>
              <a:gd name="connsiteY4798" fmla="*/ 1071056 h 6640493"/>
              <a:gd name="connsiteX4799" fmla="*/ 5715541 w 6604001"/>
              <a:gd name="connsiteY4799" fmla="*/ 1051334 h 6640493"/>
              <a:gd name="connsiteX4800" fmla="*/ 5717317 w 6604001"/>
              <a:gd name="connsiteY4800" fmla="*/ 1053161 h 6640493"/>
              <a:gd name="connsiteX4801" fmla="*/ 5733792 w 6604001"/>
              <a:gd name="connsiteY4801" fmla="*/ 1070114 h 6640493"/>
              <a:gd name="connsiteX4802" fmla="*/ 5734198 w 6604001"/>
              <a:gd name="connsiteY4802" fmla="*/ 1070590 h 6640493"/>
              <a:gd name="connsiteX4803" fmla="*/ 5733621 w 6604001"/>
              <a:gd name="connsiteY4803" fmla="*/ 1069971 h 6640493"/>
              <a:gd name="connsiteX4804" fmla="*/ 2370734 w 6604001"/>
              <a:gd name="connsiteY4804" fmla="*/ 1006466 h 6640493"/>
              <a:gd name="connsiteX4805" fmla="*/ 2125663 w 6604001"/>
              <a:gd name="connsiteY4805" fmla="*/ 1469771 h 6640493"/>
              <a:gd name="connsiteX4806" fmla="*/ 2129434 w 6604001"/>
              <a:gd name="connsiteY4806" fmla="*/ 1473537 h 6640493"/>
              <a:gd name="connsiteX4807" fmla="*/ 2136974 w 6604001"/>
              <a:gd name="connsiteY4807" fmla="*/ 1511204 h 6640493"/>
              <a:gd name="connsiteX4808" fmla="*/ 2566790 w 6604001"/>
              <a:gd name="connsiteY4808" fmla="*/ 1835136 h 6640493"/>
              <a:gd name="connsiteX4809" fmla="*/ 2570561 w 6604001"/>
              <a:gd name="connsiteY4809" fmla="*/ 1835136 h 6640493"/>
              <a:gd name="connsiteX4810" fmla="*/ 2570561 w 6604001"/>
              <a:gd name="connsiteY4810" fmla="*/ 1831369 h 6640493"/>
              <a:gd name="connsiteX4811" fmla="*/ 2578101 w 6604001"/>
              <a:gd name="connsiteY4811" fmla="*/ 1827601 h 6640493"/>
              <a:gd name="connsiteX4812" fmla="*/ 2385815 w 6604001"/>
              <a:gd name="connsiteY4812" fmla="*/ 1010233 h 6640493"/>
              <a:gd name="connsiteX4813" fmla="*/ 2382045 w 6604001"/>
              <a:gd name="connsiteY4813" fmla="*/ 1010233 h 6640493"/>
              <a:gd name="connsiteX4814" fmla="*/ 2378274 w 6604001"/>
              <a:gd name="connsiteY4814" fmla="*/ 1010233 h 6640493"/>
              <a:gd name="connsiteX4815" fmla="*/ 2374504 w 6604001"/>
              <a:gd name="connsiteY4815" fmla="*/ 1010233 h 6640493"/>
              <a:gd name="connsiteX4816" fmla="*/ 2370734 w 6604001"/>
              <a:gd name="connsiteY4816" fmla="*/ 1010233 h 6640493"/>
              <a:gd name="connsiteX4817" fmla="*/ 2370734 w 6604001"/>
              <a:gd name="connsiteY4817" fmla="*/ 1006466 h 6640493"/>
              <a:gd name="connsiteX4818" fmla="*/ 2401482 w 6604001"/>
              <a:gd name="connsiteY4818" fmla="*/ 998527 h 6640493"/>
              <a:gd name="connsiteX4819" fmla="*/ 2401482 w 6604001"/>
              <a:gd name="connsiteY4819" fmla="*/ 1002294 h 6640493"/>
              <a:gd name="connsiteX4820" fmla="*/ 2397716 w 6604001"/>
              <a:gd name="connsiteY4820" fmla="*/ 1002294 h 6640493"/>
              <a:gd name="connsiteX4821" fmla="*/ 2393950 w 6604001"/>
              <a:gd name="connsiteY4821" fmla="*/ 1006061 h 6640493"/>
              <a:gd name="connsiteX4822" fmla="*/ 2589767 w 6604001"/>
              <a:gd name="connsiteY4822" fmla="*/ 1823429 h 6640493"/>
              <a:gd name="connsiteX4823" fmla="*/ 2593532 w 6604001"/>
              <a:gd name="connsiteY4823" fmla="*/ 1823429 h 6640493"/>
              <a:gd name="connsiteX4824" fmla="*/ 2593532 w 6604001"/>
              <a:gd name="connsiteY4824" fmla="*/ 1827198 h 6640493"/>
              <a:gd name="connsiteX4825" fmla="*/ 2601064 w 6604001"/>
              <a:gd name="connsiteY4825" fmla="*/ 1827198 h 6640493"/>
              <a:gd name="connsiteX4826" fmla="*/ 2879725 w 6604001"/>
              <a:gd name="connsiteY4826" fmla="*/ 1318698 h 6640493"/>
              <a:gd name="connsiteX4827" fmla="*/ 2868428 w 6604001"/>
              <a:gd name="connsiteY4827" fmla="*/ 1273498 h 6640493"/>
              <a:gd name="connsiteX4828" fmla="*/ 2401482 w 6604001"/>
              <a:gd name="connsiteY4828" fmla="*/ 998527 h 6640493"/>
              <a:gd name="connsiteX4829" fmla="*/ 5626958 w 6604001"/>
              <a:gd name="connsiteY4829" fmla="*/ 960254 h 6640493"/>
              <a:gd name="connsiteX4830" fmla="*/ 5677307 w 6604001"/>
              <a:gd name="connsiteY4830" fmla="*/ 1012194 h 6640493"/>
              <a:gd name="connsiteX4831" fmla="*/ 5750376 w 6604001"/>
              <a:gd name="connsiteY4831" fmla="*/ 1090316 h 6640493"/>
              <a:gd name="connsiteX4832" fmla="*/ 5750436 w 6604001"/>
              <a:gd name="connsiteY4832" fmla="*/ 1090416 h 6640493"/>
              <a:gd name="connsiteX4833" fmla="*/ 5685953 w 6604001"/>
              <a:gd name="connsiteY4833" fmla="*/ 1022371 h 6640493"/>
              <a:gd name="connsiteX4834" fmla="*/ 5616575 w 6604001"/>
              <a:gd name="connsiteY4834" fmla="*/ 949321 h 6640493"/>
              <a:gd name="connsiteX4835" fmla="*/ 5694987 w 6604001"/>
              <a:gd name="connsiteY4835" fmla="*/ 1030147 h 6640493"/>
              <a:gd name="connsiteX4836" fmla="*/ 5715541 w 6604001"/>
              <a:gd name="connsiteY4836" fmla="*/ 1051334 h 6640493"/>
              <a:gd name="connsiteX4837" fmla="*/ 5701614 w 6604001"/>
              <a:gd name="connsiteY4837" fmla="*/ 1037005 h 6640493"/>
              <a:gd name="connsiteX4838" fmla="*/ 5645497 w 6604001"/>
              <a:gd name="connsiteY4838" fmla="*/ 979262 h 6640493"/>
              <a:gd name="connsiteX4839" fmla="*/ 5624168 w 6604001"/>
              <a:gd name="connsiteY4839" fmla="*/ 957315 h 6640493"/>
              <a:gd name="connsiteX4840" fmla="*/ 998602 w 6604001"/>
              <a:gd name="connsiteY4840" fmla="*/ 944759 h 6640493"/>
              <a:gd name="connsiteX4841" fmla="*/ 999904 w 6604001"/>
              <a:gd name="connsiteY4841" fmla="*/ 944759 h 6640493"/>
              <a:gd name="connsiteX4842" fmla="*/ 998538 w 6604001"/>
              <a:gd name="connsiteY4842" fmla="*/ 945897 h 6640493"/>
              <a:gd name="connsiteX4843" fmla="*/ 1001203 w 6604001"/>
              <a:gd name="connsiteY4843" fmla="*/ 945897 h 6640493"/>
              <a:gd name="connsiteX4844" fmla="*/ 945846 w 6604001"/>
              <a:gd name="connsiteY4844" fmla="*/ 999833 h 6640493"/>
              <a:gd name="connsiteX4845" fmla="*/ 776272 w 6604001"/>
              <a:gd name="connsiteY4845" fmla="*/ 1178483 h 6640493"/>
              <a:gd name="connsiteX4846" fmla="*/ 998602 w 6604001"/>
              <a:gd name="connsiteY4846" fmla="*/ 944759 h 6640493"/>
              <a:gd name="connsiteX4847" fmla="*/ 5601993 w 6604001"/>
              <a:gd name="connsiteY4847" fmla="*/ 934498 h 6640493"/>
              <a:gd name="connsiteX4848" fmla="*/ 5624168 w 6604001"/>
              <a:gd name="connsiteY4848" fmla="*/ 957315 h 6640493"/>
              <a:gd name="connsiteX4849" fmla="*/ 5626958 w 6604001"/>
              <a:gd name="connsiteY4849" fmla="*/ 960254 h 6640493"/>
              <a:gd name="connsiteX4850" fmla="*/ 4810125 w 6604001"/>
              <a:gd name="connsiteY4850" fmla="*/ 927086 h 6640493"/>
              <a:gd name="connsiteX4851" fmla="*/ 5006092 w 6604001"/>
              <a:gd name="connsiteY4851" fmla="*/ 1841890 h 6640493"/>
              <a:gd name="connsiteX4852" fmla="*/ 5013629 w 6604001"/>
              <a:gd name="connsiteY4852" fmla="*/ 1845655 h 6640493"/>
              <a:gd name="connsiteX4853" fmla="*/ 5017398 w 6604001"/>
              <a:gd name="connsiteY4853" fmla="*/ 1849419 h 6640493"/>
              <a:gd name="connsiteX4854" fmla="*/ 5243513 w 6604001"/>
              <a:gd name="connsiteY4854" fmla="*/ 1469194 h 6640493"/>
              <a:gd name="connsiteX4855" fmla="*/ 5243513 w 6604001"/>
              <a:gd name="connsiteY4855" fmla="*/ 1465429 h 6640493"/>
              <a:gd name="connsiteX4856" fmla="*/ 5243513 w 6604001"/>
              <a:gd name="connsiteY4856" fmla="*/ 1461665 h 6640493"/>
              <a:gd name="connsiteX4857" fmla="*/ 5235976 w 6604001"/>
              <a:gd name="connsiteY4857" fmla="*/ 1424019 h 6640493"/>
              <a:gd name="connsiteX4858" fmla="*/ 4817662 w 6604001"/>
              <a:gd name="connsiteY4858" fmla="*/ 927086 h 6640493"/>
              <a:gd name="connsiteX4859" fmla="*/ 4813894 w 6604001"/>
              <a:gd name="connsiteY4859" fmla="*/ 927086 h 6640493"/>
              <a:gd name="connsiteX4860" fmla="*/ 4810125 w 6604001"/>
              <a:gd name="connsiteY4860" fmla="*/ 927086 h 6640493"/>
              <a:gd name="connsiteX4861" fmla="*/ 4787806 w 6604001"/>
              <a:gd name="connsiteY4861" fmla="*/ 919148 h 6640493"/>
              <a:gd name="connsiteX4862" fmla="*/ 4557713 w 6604001"/>
              <a:gd name="connsiteY4862" fmla="*/ 1243257 h 6640493"/>
              <a:gd name="connsiteX4863" fmla="*/ 4565257 w 6604001"/>
              <a:gd name="connsiteY4863" fmla="*/ 1292250 h 6640493"/>
              <a:gd name="connsiteX4864" fmla="*/ 4991494 w 6604001"/>
              <a:gd name="connsiteY4864" fmla="*/ 1846245 h 6640493"/>
              <a:gd name="connsiteX4865" fmla="*/ 4995266 w 6604001"/>
              <a:gd name="connsiteY4865" fmla="*/ 1842477 h 6640493"/>
              <a:gd name="connsiteX4866" fmla="*/ 4999038 w 6604001"/>
              <a:gd name="connsiteY4866" fmla="*/ 1842477 h 6640493"/>
              <a:gd name="connsiteX4867" fmla="*/ 4799122 w 6604001"/>
              <a:gd name="connsiteY4867" fmla="*/ 926686 h 6640493"/>
              <a:gd name="connsiteX4868" fmla="*/ 4799122 w 6604001"/>
              <a:gd name="connsiteY4868" fmla="*/ 922917 h 6640493"/>
              <a:gd name="connsiteX4869" fmla="*/ 4795350 w 6604001"/>
              <a:gd name="connsiteY4869" fmla="*/ 922917 h 6640493"/>
              <a:gd name="connsiteX4870" fmla="*/ 4791578 w 6604001"/>
              <a:gd name="connsiteY4870" fmla="*/ 922917 h 6640493"/>
              <a:gd name="connsiteX4871" fmla="*/ 4791578 w 6604001"/>
              <a:gd name="connsiteY4871" fmla="*/ 919148 h 6640493"/>
              <a:gd name="connsiteX4872" fmla="*/ 4787806 w 6604001"/>
              <a:gd name="connsiteY4872" fmla="*/ 919148 h 6640493"/>
              <a:gd name="connsiteX4873" fmla="*/ 1092810 w 6604001"/>
              <a:gd name="connsiteY4873" fmla="*/ 903292 h 6640493"/>
              <a:gd name="connsiteX4874" fmla="*/ 1093507 w 6604001"/>
              <a:gd name="connsiteY4874" fmla="*/ 903292 h 6640493"/>
              <a:gd name="connsiteX4875" fmla="*/ 1092779 w 6604001"/>
              <a:gd name="connsiteY4875" fmla="*/ 904443 h 6640493"/>
              <a:gd name="connsiteX4876" fmla="*/ 1095955 w 6604001"/>
              <a:gd name="connsiteY4876" fmla="*/ 904443 h 6640493"/>
              <a:gd name="connsiteX4877" fmla="*/ 1049945 w 6604001"/>
              <a:gd name="connsiteY4877" fmla="*/ 989524 h 6640493"/>
              <a:gd name="connsiteX4878" fmla="*/ 1006138 w 6604001"/>
              <a:gd name="connsiteY4878" fmla="*/ 1072929 h 6640493"/>
              <a:gd name="connsiteX4879" fmla="*/ 1254847 w 6604001"/>
              <a:gd name="connsiteY4879" fmla="*/ 948529 h 6640493"/>
              <a:gd name="connsiteX4880" fmla="*/ 1257959 w 6604001"/>
              <a:gd name="connsiteY4880" fmla="*/ 948529 h 6640493"/>
              <a:gd name="connsiteX4881" fmla="*/ 1254873 w 6604001"/>
              <a:gd name="connsiteY4881" fmla="*/ 949666 h 6640493"/>
              <a:gd name="connsiteX4882" fmla="*/ 1256398 w 6604001"/>
              <a:gd name="connsiteY4882" fmla="*/ 949666 h 6640493"/>
              <a:gd name="connsiteX4883" fmla="*/ 1198617 w 6604001"/>
              <a:gd name="connsiteY4883" fmla="*/ 979275 h 6640493"/>
              <a:gd name="connsiteX4884" fmla="*/ 1013675 w 6604001"/>
              <a:gd name="connsiteY4884" fmla="*/ 1084240 h 6640493"/>
              <a:gd name="connsiteX4885" fmla="*/ 859174 w 6604001"/>
              <a:gd name="connsiteY4885" fmla="*/ 1438587 h 6640493"/>
              <a:gd name="connsiteX4886" fmla="*/ 862943 w 6604001"/>
              <a:gd name="connsiteY4886" fmla="*/ 1438587 h 6640493"/>
              <a:gd name="connsiteX4887" fmla="*/ 866711 w 6604001"/>
              <a:gd name="connsiteY4887" fmla="*/ 1442357 h 6640493"/>
              <a:gd name="connsiteX4888" fmla="*/ 866711 w 6604001"/>
              <a:gd name="connsiteY4888" fmla="*/ 1446127 h 6640493"/>
              <a:gd name="connsiteX4889" fmla="*/ 1209627 w 6604001"/>
              <a:gd name="connsiteY4889" fmla="*/ 1302881 h 6640493"/>
              <a:gd name="connsiteX4890" fmla="*/ 1345286 w 6604001"/>
              <a:gd name="connsiteY4890" fmla="*/ 1031463 h 6640493"/>
              <a:gd name="connsiteX4891" fmla="*/ 1345286 w 6604001"/>
              <a:gd name="connsiteY4891" fmla="*/ 1035232 h 6640493"/>
              <a:gd name="connsiteX4892" fmla="*/ 1236005 w 6604001"/>
              <a:gd name="connsiteY4892" fmla="*/ 1287802 h 6640493"/>
              <a:gd name="connsiteX4893" fmla="*/ 1247310 w 6604001"/>
              <a:gd name="connsiteY4893" fmla="*/ 1291572 h 6640493"/>
              <a:gd name="connsiteX4894" fmla="*/ 1243542 w 6604001"/>
              <a:gd name="connsiteY4894" fmla="*/ 1302881 h 6640493"/>
              <a:gd name="connsiteX4895" fmla="*/ 1488482 w 6604001"/>
              <a:gd name="connsiteY4895" fmla="*/ 1287802 h 6640493"/>
              <a:gd name="connsiteX4896" fmla="*/ 1492250 w 6604001"/>
              <a:gd name="connsiteY4896" fmla="*/ 1299111 h 6640493"/>
              <a:gd name="connsiteX4897" fmla="*/ 1239774 w 6604001"/>
              <a:gd name="connsiteY4897" fmla="*/ 1310420 h 6640493"/>
              <a:gd name="connsiteX4898" fmla="*/ 1077736 w 6604001"/>
              <a:gd name="connsiteY4898" fmla="*/ 1664761 h 6640493"/>
              <a:gd name="connsiteX4899" fmla="*/ 1066431 w 6604001"/>
              <a:gd name="connsiteY4899" fmla="*/ 1676069 h 6640493"/>
              <a:gd name="connsiteX4900" fmla="*/ 1217164 w 6604001"/>
              <a:gd name="connsiteY4900" fmla="*/ 1329268 h 6640493"/>
              <a:gd name="connsiteX4901" fmla="*/ 1205859 w 6604001"/>
              <a:gd name="connsiteY4901" fmla="*/ 1325498 h 6640493"/>
              <a:gd name="connsiteX4902" fmla="*/ 1205859 w 6604001"/>
              <a:gd name="connsiteY4902" fmla="*/ 1314189 h 6640493"/>
              <a:gd name="connsiteX4903" fmla="*/ 862943 w 6604001"/>
              <a:gd name="connsiteY4903" fmla="*/ 1453666 h 6640493"/>
              <a:gd name="connsiteX4904" fmla="*/ 859174 w 6604001"/>
              <a:gd name="connsiteY4904" fmla="*/ 1457436 h 6640493"/>
              <a:gd name="connsiteX4905" fmla="*/ 859174 w 6604001"/>
              <a:gd name="connsiteY4905" fmla="*/ 1461206 h 6640493"/>
              <a:gd name="connsiteX4906" fmla="*/ 1013675 w 6604001"/>
              <a:gd name="connsiteY4906" fmla="*/ 1725080 h 6640493"/>
              <a:gd name="connsiteX4907" fmla="*/ 1009907 w 6604001"/>
              <a:gd name="connsiteY4907" fmla="*/ 1732617 h 6640493"/>
              <a:gd name="connsiteX4908" fmla="*/ 851638 w 6604001"/>
              <a:gd name="connsiteY4908" fmla="*/ 1472514 h 6640493"/>
              <a:gd name="connsiteX4909" fmla="*/ 847870 w 6604001"/>
              <a:gd name="connsiteY4909" fmla="*/ 1476284 h 6640493"/>
              <a:gd name="connsiteX4910" fmla="*/ 844101 w 6604001"/>
              <a:gd name="connsiteY4910" fmla="*/ 1480054 h 6640493"/>
              <a:gd name="connsiteX4911" fmla="*/ 700906 w 6604001"/>
              <a:gd name="connsiteY4911" fmla="*/ 1868317 h 6640493"/>
              <a:gd name="connsiteX4912" fmla="*/ 704674 w 6604001"/>
              <a:gd name="connsiteY4912" fmla="*/ 1868317 h 6640493"/>
              <a:gd name="connsiteX4913" fmla="*/ 712210 w 6604001"/>
              <a:gd name="connsiteY4913" fmla="*/ 1879623 h 6640493"/>
              <a:gd name="connsiteX4914" fmla="*/ 960919 w 6604001"/>
              <a:gd name="connsiteY4914" fmla="*/ 1781621 h 6640493"/>
              <a:gd name="connsiteX4915" fmla="*/ 953382 w 6604001"/>
              <a:gd name="connsiteY4915" fmla="*/ 1789158 h 6640493"/>
              <a:gd name="connsiteX4916" fmla="*/ 704674 w 6604001"/>
              <a:gd name="connsiteY4916" fmla="*/ 1890936 h 6640493"/>
              <a:gd name="connsiteX4917" fmla="*/ 565246 w 6604001"/>
              <a:gd name="connsiteY4917" fmla="*/ 2267910 h 6640493"/>
              <a:gd name="connsiteX4918" fmla="*/ 557710 w 6604001"/>
              <a:gd name="connsiteY4918" fmla="*/ 2282990 h 6640493"/>
              <a:gd name="connsiteX4919" fmla="*/ 685832 w 6604001"/>
              <a:gd name="connsiteY4919" fmla="*/ 1913556 h 6640493"/>
              <a:gd name="connsiteX4920" fmla="*/ 678296 w 6604001"/>
              <a:gd name="connsiteY4920" fmla="*/ 1902244 h 6640493"/>
              <a:gd name="connsiteX4921" fmla="*/ 437124 w 6604001"/>
              <a:gd name="connsiteY4921" fmla="*/ 2135969 h 6640493"/>
              <a:gd name="connsiteX4922" fmla="*/ 433356 w 6604001"/>
              <a:gd name="connsiteY4922" fmla="*/ 2139738 h 6640493"/>
              <a:gd name="connsiteX4923" fmla="*/ 433356 w 6604001"/>
              <a:gd name="connsiteY4923" fmla="*/ 2143507 h 6640493"/>
              <a:gd name="connsiteX4924" fmla="*/ 535100 w 6604001"/>
              <a:gd name="connsiteY4924" fmla="*/ 2316916 h 6640493"/>
              <a:gd name="connsiteX4925" fmla="*/ 531332 w 6604001"/>
              <a:gd name="connsiteY4925" fmla="*/ 2324460 h 6640493"/>
              <a:gd name="connsiteX4926" fmla="*/ 429587 w 6604001"/>
              <a:gd name="connsiteY4926" fmla="*/ 2158587 h 6640493"/>
              <a:gd name="connsiteX4927" fmla="*/ 425819 w 6604001"/>
              <a:gd name="connsiteY4927" fmla="*/ 2162356 h 6640493"/>
              <a:gd name="connsiteX4928" fmla="*/ 422051 w 6604001"/>
              <a:gd name="connsiteY4928" fmla="*/ 2166126 h 6640493"/>
              <a:gd name="connsiteX4929" fmla="*/ 327843 w 6604001"/>
              <a:gd name="connsiteY4929" fmla="*/ 2558178 h 6640493"/>
              <a:gd name="connsiteX4930" fmla="*/ 512490 w 6604001"/>
              <a:gd name="connsiteY4930" fmla="*/ 2358386 h 6640493"/>
              <a:gd name="connsiteX4931" fmla="*/ 504954 w 6604001"/>
              <a:gd name="connsiteY4931" fmla="*/ 2369695 h 6640493"/>
              <a:gd name="connsiteX4932" fmla="*/ 327843 w 6604001"/>
              <a:gd name="connsiteY4932" fmla="*/ 2573258 h 6640493"/>
              <a:gd name="connsiteX4933" fmla="*/ 229867 w 6604001"/>
              <a:gd name="connsiteY4933" fmla="*/ 2957768 h 6640493"/>
              <a:gd name="connsiteX4934" fmla="*/ 227598 w 6604001"/>
              <a:gd name="connsiteY4934" fmla="*/ 2962631 h 6640493"/>
              <a:gd name="connsiteX4935" fmla="*/ 238640 w 6604001"/>
              <a:gd name="connsiteY4935" fmla="*/ 2915176 h 6640493"/>
              <a:gd name="connsiteX4936" fmla="*/ 316538 w 6604001"/>
              <a:gd name="connsiteY4936" fmla="*/ 2599645 h 6640493"/>
              <a:gd name="connsiteX4937" fmla="*/ 271083 w 6604001"/>
              <a:gd name="connsiteY4937" fmla="*/ 2681991 h 6640493"/>
              <a:gd name="connsiteX4938" fmla="*/ 250261 w 6604001"/>
              <a:gd name="connsiteY4938" fmla="*/ 2725046 h 6640493"/>
              <a:gd name="connsiteX4939" fmla="*/ 252295 w 6604001"/>
              <a:gd name="connsiteY4939" fmla="*/ 2720017 h 6640493"/>
              <a:gd name="connsiteX4940" fmla="*/ 320573 w 6604001"/>
              <a:gd name="connsiteY4940" fmla="*/ 2566679 h 6640493"/>
              <a:gd name="connsiteX4941" fmla="*/ 405852 w 6604001"/>
              <a:gd name="connsiteY4941" fmla="*/ 2226068 h 6640493"/>
              <a:gd name="connsiteX4942" fmla="*/ 418198 w 6604001"/>
              <a:gd name="connsiteY4942" fmla="*/ 2174462 h 6640493"/>
              <a:gd name="connsiteX4943" fmla="*/ 419100 w 6604001"/>
              <a:gd name="connsiteY4943" fmla="*/ 2174462 h 6640493"/>
              <a:gd name="connsiteX4944" fmla="*/ 419100 w 6604001"/>
              <a:gd name="connsiteY4944" fmla="*/ 2170691 h 6640493"/>
              <a:gd name="connsiteX4945" fmla="*/ 418198 w 6604001"/>
              <a:gd name="connsiteY4945" fmla="*/ 2174462 h 6640493"/>
              <a:gd name="connsiteX4946" fmla="*/ 415311 w 6604001"/>
              <a:gd name="connsiteY4946" fmla="*/ 2174462 h 6640493"/>
              <a:gd name="connsiteX4947" fmla="*/ 415311 w 6604001"/>
              <a:gd name="connsiteY4947" fmla="*/ 2170691 h 6640493"/>
              <a:gd name="connsiteX4948" fmla="*/ 415311 w 6604001"/>
              <a:gd name="connsiteY4948" fmla="*/ 2166920 h 6640493"/>
              <a:gd name="connsiteX4949" fmla="*/ 295941 w 6604001"/>
              <a:gd name="connsiteY4949" fmla="*/ 2372457 h 6640493"/>
              <a:gd name="connsiteX4950" fmla="*/ 280625 w 6604001"/>
              <a:gd name="connsiteY4950" fmla="*/ 2405431 h 6640493"/>
              <a:gd name="connsiteX4951" fmla="*/ 291425 w 6604001"/>
              <a:gd name="connsiteY4951" fmla="*/ 2380978 h 6640493"/>
              <a:gd name="connsiteX4952" fmla="*/ 419100 w 6604001"/>
              <a:gd name="connsiteY4952" fmla="*/ 2158886 h 6640493"/>
              <a:gd name="connsiteX4953" fmla="*/ 419100 w 6604001"/>
              <a:gd name="connsiteY4953" fmla="*/ 2155108 h 6640493"/>
              <a:gd name="connsiteX4954" fmla="*/ 419100 w 6604001"/>
              <a:gd name="connsiteY4954" fmla="*/ 2151330 h 6640493"/>
              <a:gd name="connsiteX4955" fmla="*/ 301828 w 6604001"/>
              <a:gd name="connsiteY4955" fmla="*/ 2128661 h 6640493"/>
              <a:gd name="connsiteX4956" fmla="*/ 301828 w 6604001"/>
              <a:gd name="connsiteY4956" fmla="*/ 2132439 h 6640493"/>
              <a:gd name="connsiteX4957" fmla="*/ 298045 w 6604001"/>
              <a:gd name="connsiteY4957" fmla="*/ 2136217 h 6640493"/>
              <a:gd name="connsiteX4958" fmla="*/ 298045 w 6604001"/>
              <a:gd name="connsiteY4958" fmla="*/ 2139995 h 6640493"/>
              <a:gd name="connsiteX4959" fmla="*/ 241300 w 6604001"/>
              <a:gd name="connsiteY4959" fmla="*/ 2487595 h 6640493"/>
              <a:gd name="connsiteX4960" fmla="*/ 245083 w 6604001"/>
              <a:gd name="connsiteY4960" fmla="*/ 2480038 h 6640493"/>
              <a:gd name="connsiteX4961" fmla="*/ 245083 w 6604001"/>
              <a:gd name="connsiteY4961" fmla="*/ 2487595 h 6640493"/>
              <a:gd name="connsiteX4962" fmla="*/ 258377 w 6604001"/>
              <a:gd name="connsiteY4962" fmla="*/ 2456613 h 6640493"/>
              <a:gd name="connsiteX4963" fmla="*/ 244783 w 6604001"/>
              <a:gd name="connsiteY4963" fmla="*/ 2498796 h 6640493"/>
              <a:gd name="connsiteX4964" fmla="*/ 237203 w 6604001"/>
              <a:gd name="connsiteY4964" fmla="*/ 2521424 h 6640493"/>
              <a:gd name="connsiteX4965" fmla="*/ 209256 w 6604001"/>
              <a:gd name="connsiteY4965" fmla="*/ 2715178 h 6640493"/>
              <a:gd name="connsiteX4966" fmla="*/ 202843 w 6604001"/>
              <a:gd name="connsiteY4966" fmla="*/ 2762888 h 6640493"/>
              <a:gd name="connsiteX4967" fmla="*/ 208856 w 6604001"/>
              <a:gd name="connsiteY4967" fmla="*/ 2713810 h 6640493"/>
              <a:gd name="connsiteX4968" fmla="*/ 233363 w 6604001"/>
              <a:gd name="connsiteY4968" fmla="*/ 2528871 h 6640493"/>
              <a:gd name="connsiteX4969" fmla="*/ 229593 w 6604001"/>
              <a:gd name="connsiteY4969" fmla="*/ 2536400 h 6640493"/>
              <a:gd name="connsiteX4970" fmla="*/ 229593 w 6604001"/>
              <a:gd name="connsiteY4970" fmla="*/ 2528871 h 6640493"/>
              <a:gd name="connsiteX4971" fmla="*/ 142875 w 6604001"/>
              <a:gd name="connsiteY4971" fmla="*/ 2909101 h 6640493"/>
              <a:gd name="connsiteX4972" fmla="*/ 142875 w 6604001"/>
              <a:gd name="connsiteY4972" fmla="*/ 2912865 h 6640493"/>
              <a:gd name="connsiteX4973" fmla="*/ 142875 w 6604001"/>
              <a:gd name="connsiteY4973" fmla="*/ 2916629 h 6640493"/>
              <a:gd name="connsiteX4974" fmla="*/ 142875 w 6604001"/>
              <a:gd name="connsiteY4974" fmla="*/ 2920393 h 6640493"/>
              <a:gd name="connsiteX4975" fmla="*/ 180579 w 6604001"/>
              <a:gd name="connsiteY4975" fmla="*/ 2924157 h 6640493"/>
              <a:gd name="connsiteX4976" fmla="*/ 180579 w 6604001"/>
              <a:gd name="connsiteY4976" fmla="*/ 2920393 h 6640493"/>
              <a:gd name="connsiteX4977" fmla="*/ 180579 w 6604001"/>
              <a:gd name="connsiteY4977" fmla="*/ 2916629 h 6640493"/>
              <a:gd name="connsiteX4978" fmla="*/ 184349 w 6604001"/>
              <a:gd name="connsiteY4978" fmla="*/ 2912865 h 6640493"/>
              <a:gd name="connsiteX4979" fmla="*/ 185189 w 6604001"/>
              <a:gd name="connsiteY4979" fmla="*/ 2906101 h 6640493"/>
              <a:gd name="connsiteX4980" fmla="*/ 187940 w 6604001"/>
              <a:gd name="connsiteY4980" fmla="*/ 2906101 h 6640493"/>
              <a:gd name="connsiteX4981" fmla="*/ 187940 w 6604001"/>
              <a:gd name="connsiteY4981" fmla="*/ 2908927 h 6640493"/>
              <a:gd name="connsiteX4982" fmla="*/ 187940 w 6604001"/>
              <a:gd name="connsiteY4982" fmla="*/ 2909870 h 6640493"/>
              <a:gd name="connsiteX4983" fmla="*/ 203120 w 6604001"/>
              <a:gd name="connsiteY4983" fmla="*/ 2859703 h 6640493"/>
              <a:gd name="connsiteX4984" fmla="*/ 207408 w 6604001"/>
              <a:gd name="connsiteY4984" fmla="*/ 2845934 h 6640493"/>
              <a:gd name="connsiteX4985" fmla="*/ 203813 w 6604001"/>
              <a:gd name="connsiteY4985" fmla="*/ 2858481 h 6640493"/>
              <a:gd name="connsiteX4986" fmla="*/ 188416 w 6604001"/>
              <a:gd name="connsiteY4986" fmla="*/ 2916309 h 6640493"/>
              <a:gd name="connsiteX4987" fmla="*/ 184647 w 6604001"/>
              <a:gd name="connsiteY4987" fmla="*/ 2916309 h 6640493"/>
              <a:gd name="connsiteX4988" fmla="*/ 184647 w 6604001"/>
              <a:gd name="connsiteY4988" fmla="*/ 2920077 h 6640493"/>
              <a:gd name="connsiteX4989" fmla="*/ 218562 w 6604001"/>
              <a:gd name="connsiteY4989" fmla="*/ 2984153 h 6640493"/>
              <a:gd name="connsiteX4990" fmla="*/ 222330 w 6604001"/>
              <a:gd name="connsiteY4990" fmla="*/ 2980380 h 6640493"/>
              <a:gd name="connsiteX4991" fmla="*/ 218131 w 6604001"/>
              <a:gd name="connsiteY4991" fmla="*/ 2990884 h 6640493"/>
              <a:gd name="connsiteX4992" fmla="*/ 201134 w 6604001"/>
              <a:gd name="connsiteY4992" fmla="*/ 2959183 h 6640493"/>
              <a:gd name="connsiteX4993" fmla="*/ 180879 w 6604001"/>
              <a:gd name="connsiteY4993" fmla="*/ 2935152 h 6640493"/>
              <a:gd name="connsiteX4994" fmla="*/ 180879 w 6604001"/>
              <a:gd name="connsiteY4994" fmla="*/ 2935407 h 6640493"/>
              <a:gd name="connsiteX4995" fmla="*/ 162455 w 6604001"/>
              <a:gd name="connsiteY4995" fmla="*/ 2926515 h 6640493"/>
              <a:gd name="connsiteX4996" fmla="*/ 143934 w 6604001"/>
              <a:gd name="connsiteY4996" fmla="*/ 2931690 h 6640493"/>
              <a:gd name="connsiteX4997" fmla="*/ 140229 w 6604001"/>
              <a:gd name="connsiteY4997" fmla="*/ 2935454 h 6640493"/>
              <a:gd name="connsiteX4998" fmla="*/ 140229 w 6604001"/>
              <a:gd name="connsiteY4998" fmla="*/ 2939218 h 6640493"/>
              <a:gd name="connsiteX4999" fmla="*/ 136525 w 6604001"/>
              <a:gd name="connsiteY4999" fmla="*/ 3289283 h 6640493"/>
              <a:gd name="connsiteX5000" fmla="*/ 139447 w 6604001"/>
              <a:gd name="connsiteY5000" fmla="*/ 3289283 h 6640493"/>
              <a:gd name="connsiteX5001" fmla="*/ 139428 w 6604001"/>
              <a:gd name="connsiteY5001" fmla="*/ 3289490 h 6640493"/>
              <a:gd name="connsiteX5002" fmla="*/ 136470 w 6604001"/>
              <a:gd name="connsiteY5002" fmla="*/ 3292450 h 6640493"/>
              <a:gd name="connsiteX5003" fmla="*/ 135878 w 6604001"/>
              <a:gd name="connsiteY5003" fmla="*/ 3288183 h 6640493"/>
              <a:gd name="connsiteX5004" fmla="*/ 135750 w 6604001"/>
              <a:gd name="connsiteY5004" fmla="*/ 3265887 h 6640493"/>
              <a:gd name="connsiteX5005" fmla="*/ 135794 w 6604001"/>
              <a:gd name="connsiteY5005" fmla="*/ 3207919 h 6640493"/>
              <a:gd name="connsiteX5006" fmla="*/ 139701 w 6604001"/>
              <a:gd name="connsiteY5006" fmla="*/ 2951146 h 6640493"/>
              <a:gd name="connsiteX5007" fmla="*/ 135655 w 6604001"/>
              <a:gd name="connsiteY5007" fmla="*/ 3075965 h 6640493"/>
              <a:gd name="connsiteX5008" fmla="*/ 135013 w 6604001"/>
              <a:gd name="connsiteY5008" fmla="*/ 3131141 h 6640493"/>
              <a:gd name="connsiteX5009" fmla="*/ 134938 w 6604001"/>
              <a:gd name="connsiteY5009" fmla="*/ 3116840 h 6640493"/>
              <a:gd name="connsiteX5010" fmla="*/ 139700 w 6604001"/>
              <a:gd name="connsiteY5010" fmla="*/ 2943411 h 6640493"/>
              <a:gd name="connsiteX5011" fmla="*/ 139700 w 6604001"/>
              <a:gd name="connsiteY5011" fmla="*/ 2939637 h 6640493"/>
              <a:gd name="connsiteX5012" fmla="*/ 139700 w 6604001"/>
              <a:gd name="connsiteY5012" fmla="*/ 2935869 h 6640493"/>
              <a:gd name="connsiteX5013" fmla="*/ 139700 w 6604001"/>
              <a:gd name="connsiteY5013" fmla="*/ 2932100 h 6640493"/>
              <a:gd name="connsiteX5014" fmla="*/ 109220 w 6604001"/>
              <a:gd name="connsiteY5014" fmla="*/ 2966027 h 6640493"/>
              <a:gd name="connsiteX5015" fmla="*/ 101600 w 6604001"/>
              <a:gd name="connsiteY5015" fmla="*/ 2981111 h 6640493"/>
              <a:gd name="connsiteX5016" fmla="*/ 101600 w 6604001"/>
              <a:gd name="connsiteY5016" fmla="*/ 2988648 h 6640493"/>
              <a:gd name="connsiteX5017" fmla="*/ 101600 w 6604001"/>
              <a:gd name="connsiteY5017" fmla="*/ 2992422 h 6640493"/>
              <a:gd name="connsiteX5018" fmla="*/ 115888 w 6604001"/>
              <a:gd name="connsiteY5018" fmla="*/ 3143231 h 6640493"/>
              <a:gd name="connsiteX5019" fmla="*/ 117254 w 6604001"/>
              <a:gd name="connsiteY5019" fmla="*/ 3154736 h 6640493"/>
              <a:gd name="connsiteX5020" fmla="*/ 115947 w 6604001"/>
              <a:gd name="connsiteY5020" fmla="*/ 3145438 h 6640493"/>
              <a:gd name="connsiteX5021" fmla="*/ 114950 w 6604001"/>
              <a:gd name="connsiteY5021" fmla="*/ 3137764 h 6640493"/>
              <a:gd name="connsiteX5022" fmla="*/ 108149 w 6604001"/>
              <a:gd name="connsiteY5022" fmla="*/ 3073781 h 6640493"/>
              <a:gd name="connsiteX5023" fmla="*/ 103091 w 6604001"/>
              <a:gd name="connsiteY5023" fmla="*/ 3019977 h 6640493"/>
              <a:gd name="connsiteX5024" fmla="*/ 101600 w 6604001"/>
              <a:gd name="connsiteY5024" fmla="*/ 3000360 h 6640493"/>
              <a:gd name="connsiteX5025" fmla="*/ 101600 w 6604001"/>
              <a:gd name="connsiteY5025" fmla="*/ 3004124 h 6640493"/>
              <a:gd name="connsiteX5026" fmla="*/ 103091 w 6604001"/>
              <a:gd name="connsiteY5026" fmla="*/ 3019977 h 6640493"/>
              <a:gd name="connsiteX5027" fmla="*/ 107057 w 6604001"/>
              <a:gd name="connsiteY5027" fmla="*/ 3072191 h 6640493"/>
              <a:gd name="connsiteX5028" fmla="*/ 113907 w 6604001"/>
              <a:gd name="connsiteY5028" fmla="*/ 3129746 h 6640493"/>
              <a:gd name="connsiteX5029" fmla="*/ 105837 w 6604001"/>
              <a:gd name="connsiteY5029" fmla="*/ 3067668 h 6640493"/>
              <a:gd name="connsiteX5030" fmla="*/ 98239 w 6604001"/>
              <a:gd name="connsiteY5030" fmla="*/ 2995195 h 6640493"/>
              <a:gd name="connsiteX5031" fmla="*/ 98239 w 6604001"/>
              <a:gd name="connsiteY5031" fmla="*/ 2987658 h 6640493"/>
              <a:gd name="connsiteX5032" fmla="*/ 71438 w 6604001"/>
              <a:gd name="connsiteY5032" fmla="*/ 3081856 h 6640493"/>
              <a:gd name="connsiteX5033" fmla="*/ 71438 w 6604001"/>
              <a:gd name="connsiteY5033" fmla="*/ 3085624 h 6640493"/>
              <a:gd name="connsiteX5034" fmla="*/ 71438 w 6604001"/>
              <a:gd name="connsiteY5034" fmla="*/ 3089392 h 6640493"/>
              <a:gd name="connsiteX5035" fmla="*/ 71438 w 6604001"/>
              <a:gd name="connsiteY5035" fmla="*/ 3093158 h 6640493"/>
              <a:gd name="connsiteX5036" fmla="*/ 132698 w 6604001"/>
              <a:gd name="connsiteY5036" fmla="*/ 3300395 h 6640493"/>
              <a:gd name="connsiteX5037" fmla="*/ 135017 w 6604001"/>
              <a:gd name="connsiteY5037" fmla="*/ 3295829 h 6640493"/>
              <a:gd name="connsiteX5038" fmla="*/ 131891 w 6604001"/>
              <a:gd name="connsiteY5038" fmla="*/ 3308340 h 6640493"/>
              <a:gd name="connsiteX5039" fmla="*/ 131763 w 6604001"/>
              <a:gd name="connsiteY5039" fmla="*/ 3308220 h 6640493"/>
              <a:gd name="connsiteX5040" fmla="*/ 131763 w 6604001"/>
              <a:gd name="connsiteY5040" fmla="*/ 3300812 h 6640493"/>
              <a:gd name="connsiteX5041" fmla="*/ 123521 w 6604001"/>
              <a:gd name="connsiteY5041" fmla="*/ 3275481 h 6640493"/>
              <a:gd name="connsiteX5042" fmla="*/ 131763 w 6604001"/>
              <a:gd name="connsiteY5042" fmla="*/ 3300395 h 6640493"/>
              <a:gd name="connsiteX5043" fmla="*/ 71438 w 6604001"/>
              <a:gd name="connsiteY5043" fmla="*/ 3097195 h 6640493"/>
              <a:gd name="connsiteX5044" fmla="*/ 71438 w 6604001"/>
              <a:gd name="connsiteY5044" fmla="*/ 3098413 h 6640493"/>
              <a:gd name="connsiteX5045" fmla="*/ 71287 w 6604001"/>
              <a:gd name="connsiteY5045" fmla="*/ 3097780 h 6640493"/>
              <a:gd name="connsiteX5046" fmla="*/ 67507 w 6604001"/>
              <a:gd name="connsiteY5046" fmla="*/ 3097780 h 6640493"/>
              <a:gd name="connsiteX5047" fmla="*/ 67507 w 6604001"/>
              <a:gd name="connsiteY5047" fmla="*/ 3094020 h 6640493"/>
              <a:gd name="connsiteX5048" fmla="*/ 52388 w 6604001"/>
              <a:gd name="connsiteY5048" fmla="*/ 3218096 h 6640493"/>
              <a:gd name="connsiteX5049" fmla="*/ 52388 w 6604001"/>
              <a:gd name="connsiteY5049" fmla="*/ 3221856 h 6640493"/>
              <a:gd name="connsiteX5050" fmla="*/ 55865 w 6604001"/>
              <a:gd name="connsiteY5050" fmla="*/ 3225784 h 6640493"/>
              <a:gd name="connsiteX5051" fmla="*/ 52388 w 6604001"/>
              <a:gd name="connsiteY5051" fmla="*/ 3225784 h 6640493"/>
              <a:gd name="connsiteX5052" fmla="*/ 55996 w 6604001"/>
              <a:gd name="connsiteY5052" fmla="*/ 3229536 h 6640493"/>
              <a:gd name="connsiteX5053" fmla="*/ 53092 w 6604001"/>
              <a:gd name="connsiteY5053" fmla="*/ 3229536 h 6640493"/>
              <a:gd name="connsiteX5054" fmla="*/ 52757 w 6604001"/>
              <a:gd name="connsiteY5054" fmla="*/ 3229175 h 6640493"/>
              <a:gd name="connsiteX5055" fmla="*/ 52740 w 6604001"/>
              <a:gd name="connsiteY5055" fmla="*/ 3229536 h 6640493"/>
              <a:gd name="connsiteX5056" fmla="*/ 52388 w 6604001"/>
              <a:gd name="connsiteY5056" fmla="*/ 3229536 h 6640493"/>
              <a:gd name="connsiteX5057" fmla="*/ 52723 w 6604001"/>
              <a:gd name="connsiteY5057" fmla="*/ 3229880 h 6640493"/>
              <a:gd name="connsiteX5058" fmla="*/ 48988 w 6604001"/>
              <a:gd name="connsiteY5058" fmla="*/ 3308340 h 6640493"/>
              <a:gd name="connsiteX5059" fmla="*/ 48988 w 6604001"/>
              <a:gd name="connsiteY5059" fmla="*/ 3225405 h 6640493"/>
              <a:gd name="connsiteX5060" fmla="*/ 48988 w 6604001"/>
              <a:gd name="connsiteY5060" fmla="*/ 3221635 h 6640493"/>
              <a:gd name="connsiteX5061" fmla="*/ 26378 w 6604001"/>
              <a:gd name="connsiteY5061" fmla="*/ 3221635 h 6640493"/>
              <a:gd name="connsiteX5062" fmla="*/ 3769 w 6604001"/>
              <a:gd name="connsiteY5062" fmla="*/ 3263103 h 6640493"/>
              <a:gd name="connsiteX5063" fmla="*/ 3769 w 6604001"/>
              <a:gd name="connsiteY5063" fmla="*/ 3257565 h 6640493"/>
              <a:gd name="connsiteX5064" fmla="*/ 12527 w 6604001"/>
              <a:gd name="connsiteY5064" fmla="*/ 3234629 h 6640493"/>
              <a:gd name="connsiteX5065" fmla="*/ 31230 w 6604001"/>
              <a:gd name="connsiteY5065" fmla="*/ 3216733 h 6640493"/>
              <a:gd name="connsiteX5066" fmla="*/ 45377 w 6604001"/>
              <a:gd name="connsiteY5066" fmla="*/ 3217474 h 6640493"/>
              <a:gd name="connsiteX5067" fmla="*/ 45377 w 6604001"/>
              <a:gd name="connsiteY5067" fmla="*/ 3217675 h 6640493"/>
              <a:gd name="connsiteX5068" fmla="*/ 49213 w 6604001"/>
              <a:gd name="connsiteY5068" fmla="*/ 3217675 h 6640493"/>
              <a:gd name="connsiteX5069" fmla="*/ 45377 w 6604001"/>
              <a:gd name="connsiteY5069" fmla="*/ 3217474 h 6640493"/>
              <a:gd name="connsiteX5070" fmla="*/ 45377 w 6604001"/>
              <a:gd name="connsiteY5070" fmla="*/ 3213908 h 6640493"/>
              <a:gd name="connsiteX5071" fmla="*/ 48518 w 6604001"/>
              <a:gd name="connsiteY5071" fmla="*/ 3210823 h 6640493"/>
              <a:gd name="connsiteX5072" fmla="*/ 49502 w 6604001"/>
              <a:gd name="connsiteY5072" fmla="*/ 3214671 h 6640493"/>
              <a:gd name="connsiteX5073" fmla="*/ 68263 w 6604001"/>
              <a:gd name="connsiteY5073" fmla="*/ 3086478 h 6640493"/>
              <a:gd name="connsiteX5074" fmla="*/ 68263 w 6604001"/>
              <a:gd name="connsiteY5074" fmla="*/ 3082709 h 6640493"/>
              <a:gd name="connsiteX5075" fmla="*/ 68263 w 6604001"/>
              <a:gd name="connsiteY5075" fmla="*/ 3078937 h 6640493"/>
              <a:gd name="connsiteX5076" fmla="*/ 64634 w 6604001"/>
              <a:gd name="connsiteY5076" fmla="*/ 3069512 h 6640493"/>
              <a:gd name="connsiteX5077" fmla="*/ 64634 w 6604001"/>
              <a:gd name="connsiteY5077" fmla="*/ 3067422 h 6640493"/>
              <a:gd name="connsiteX5078" fmla="*/ 68154 w 6604001"/>
              <a:gd name="connsiteY5078" fmla="*/ 3067422 h 6640493"/>
              <a:gd name="connsiteX5079" fmla="*/ 68407 w 6604001"/>
              <a:gd name="connsiteY5079" fmla="*/ 3070620 h 6640493"/>
              <a:gd name="connsiteX5080" fmla="*/ 68407 w 6604001"/>
              <a:gd name="connsiteY5080" fmla="*/ 3074384 h 6640493"/>
              <a:gd name="connsiteX5081" fmla="*/ 68407 w 6604001"/>
              <a:gd name="connsiteY5081" fmla="*/ 3078144 h 6640493"/>
              <a:gd name="connsiteX5082" fmla="*/ 98425 w 6604001"/>
              <a:gd name="connsiteY5082" fmla="*/ 2976578 h 6640493"/>
              <a:gd name="connsiteX5083" fmla="*/ 98425 w 6604001"/>
              <a:gd name="connsiteY5083" fmla="*/ 2972819 h 6640493"/>
              <a:gd name="connsiteX5084" fmla="*/ 98425 w 6604001"/>
              <a:gd name="connsiteY5084" fmla="*/ 2969055 h 6640493"/>
              <a:gd name="connsiteX5085" fmla="*/ 75912 w 6604001"/>
              <a:gd name="connsiteY5085" fmla="*/ 2732073 h 6640493"/>
              <a:gd name="connsiteX5086" fmla="*/ 75912 w 6604001"/>
              <a:gd name="connsiteY5086" fmla="*/ 2743356 h 6640493"/>
              <a:gd name="connsiteX5087" fmla="*/ 74192 w 6604001"/>
              <a:gd name="connsiteY5087" fmla="*/ 2743356 h 6640493"/>
              <a:gd name="connsiteX5088" fmla="*/ 76200 w 6604001"/>
              <a:gd name="connsiteY5088" fmla="*/ 2724029 h 6640493"/>
              <a:gd name="connsiteX5089" fmla="*/ 75224 w 6604001"/>
              <a:gd name="connsiteY5089" fmla="*/ 2704931 h 6640493"/>
              <a:gd name="connsiteX5090" fmla="*/ 75224 w 6604001"/>
              <a:gd name="connsiteY5090" fmla="*/ 2701703 h 6640493"/>
              <a:gd name="connsiteX5091" fmla="*/ 79009 w 6604001"/>
              <a:gd name="connsiteY5091" fmla="*/ 2701703 h 6640493"/>
              <a:gd name="connsiteX5092" fmla="*/ 79888 w 6604001"/>
              <a:gd name="connsiteY5092" fmla="*/ 2696627 h 6640493"/>
              <a:gd name="connsiteX5093" fmla="*/ 79375 w 6604001"/>
              <a:gd name="connsiteY5093" fmla="*/ 2709420 h 6640493"/>
              <a:gd name="connsiteX5094" fmla="*/ 79375 w 6604001"/>
              <a:gd name="connsiteY5094" fmla="*/ 2724514 h 6640493"/>
              <a:gd name="connsiteX5095" fmla="*/ 98227 w 6604001"/>
              <a:gd name="connsiteY5095" fmla="*/ 2962259 h 6640493"/>
              <a:gd name="connsiteX5096" fmla="*/ 98227 w 6604001"/>
              <a:gd name="connsiteY5096" fmla="*/ 2958485 h 6640493"/>
              <a:gd name="connsiteX5097" fmla="*/ 101919 w 6604001"/>
              <a:gd name="connsiteY5097" fmla="*/ 2958485 h 6640493"/>
              <a:gd name="connsiteX5098" fmla="*/ 101600 w 6604001"/>
              <a:gd name="connsiteY5098" fmla="*/ 2965824 h 6640493"/>
              <a:gd name="connsiteX5099" fmla="*/ 101600 w 6604001"/>
              <a:gd name="connsiteY5099" fmla="*/ 2973371 h 6640493"/>
              <a:gd name="connsiteX5100" fmla="*/ 109171 w 6604001"/>
              <a:gd name="connsiteY5100" fmla="*/ 2954500 h 6640493"/>
              <a:gd name="connsiteX5101" fmla="*/ 139456 w 6604001"/>
              <a:gd name="connsiteY5101" fmla="*/ 2920535 h 6640493"/>
              <a:gd name="connsiteX5102" fmla="*/ 139456 w 6604001"/>
              <a:gd name="connsiteY5102" fmla="*/ 2916761 h 6640493"/>
              <a:gd name="connsiteX5103" fmla="*/ 139456 w 6604001"/>
              <a:gd name="connsiteY5103" fmla="*/ 2912988 h 6640493"/>
              <a:gd name="connsiteX5104" fmla="*/ 139456 w 6604001"/>
              <a:gd name="connsiteY5104" fmla="*/ 2909214 h 6640493"/>
              <a:gd name="connsiteX5105" fmla="*/ 150813 w 6604001"/>
              <a:gd name="connsiteY5105" fmla="*/ 2573320 h 6640493"/>
              <a:gd name="connsiteX5106" fmla="*/ 147028 w 6604001"/>
              <a:gd name="connsiteY5106" fmla="*/ 2580868 h 6640493"/>
              <a:gd name="connsiteX5107" fmla="*/ 147028 w 6604001"/>
              <a:gd name="connsiteY5107" fmla="*/ 2577094 h 6640493"/>
              <a:gd name="connsiteX5108" fmla="*/ 134517 w 6604001"/>
              <a:gd name="connsiteY5108" fmla="*/ 2645035 h 6640493"/>
              <a:gd name="connsiteX5109" fmla="*/ 127418 w 6604001"/>
              <a:gd name="connsiteY5109" fmla="*/ 2685292 h 6640493"/>
              <a:gd name="connsiteX5110" fmla="*/ 128508 w 6604001"/>
              <a:gd name="connsiteY5110" fmla="*/ 2678286 h 6640493"/>
              <a:gd name="connsiteX5111" fmla="*/ 151012 w 6604001"/>
              <a:gd name="connsiteY5111" fmla="*/ 2547149 h 6640493"/>
              <a:gd name="connsiteX5112" fmla="*/ 163206 w 6604001"/>
              <a:gd name="connsiteY5112" fmla="*/ 2359289 h 6640493"/>
              <a:gd name="connsiteX5113" fmla="*/ 168989 w 6604001"/>
              <a:gd name="connsiteY5113" fmla="*/ 2309406 h 6640493"/>
              <a:gd name="connsiteX5114" fmla="*/ 169863 w 6604001"/>
              <a:gd name="connsiteY5114" fmla="*/ 2309406 h 6640493"/>
              <a:gd name="connsiteX5115" fmla="*/ 169863 w 6604001"/>
              <a:gd name="connsiteY5115" fmla="*/ 2305632 h 6640493"/>
              <a:gd name="connsiteX5116" fmla="*/ 169863 w 6604001"/>
              <a:gd name="connsiteY5116" fmla="*/ 2305630 h 6640493"/>
              <a:gd name="connsiteX5117" fmla="*/ 169148 w 6604001"/>
              <a:gd name="connsiteY5117" fmla="*/ 2308030 h 6640493"/>
              <a:gd name="connsiteX5118" fmla="*/ 169863 w 6604001"/>
              <a:gd name="connsiteY5118" fmla="*/ 2301858 h 6640493"/>
              <a:gd name="connsiteX5119" fmla="*/ 166925 w 6604001"/>
              <a:gd name="connsiteY5119" fmla="*/ 2309406 h 6640493"/>
              <a:gd name="connsiteX5120" fmla="*/ 166093 w 6604001"/>
              <a:gd name="connsiteY5120" fmla="*/ 2309406 h 6640493"/>
              <a:gd name="connsiteX5121" fmla="*/ 164198 w 6604001"/>
              <a:gd name="connsiteY5121" fmla="*/ 2316409 h 6640493"/>
              <a:gd name="connsiteX5122" fmla="*/ 128865 w 6604001"/>
              <a:gd name="connsiteY5122" fmla="*/ 2407168 h 6640493"/>
              <a:gd name="connsiteX5123" fmla="*/ 130448 w 6604001"/>
              <a:gd name="connsiteY5123" fmla="*/ 2401695 h 6640493"/>
              <a:gd name="connsiteX5124" fmla="*/ 170099 w 6604001"/>
              <a:gd name="connsiteY5124" fmla="*/ 2291477 h 6640493"/>
              <a:gd name="connsiteX5125" fmla="*/ 172867 w 6604001"/>
              <a:gd name="connsiteY5125" fmla="*/ 2291477 h 6640493"/>
              <a:gd name="connsiteX5126" fmla="*/ 172867 w 6604001"/>
              <a:gd name="connsiteY5126" fmla="*/ 2294434 h 6640493"/>
              <a:gd name="connsiteX5127" fmla="*/ 153988 w 6604001"/>
              <a:gd name="connsiteY5127" fmla="*/ 2539982 h 6640493"/>
              <a:gd name="connsiteX5128" fmla="*/ 154460 w 6604001"/>
              <a:gd name="connsiteY5128" fmla="*/ 2532898 h 6640493"/>
              <a:gd name="connsiteX5129" fmla="*/ 156907 w 6604001"/>
              <a:gd name="connsiteY5129" fmla="*/ 2529750 h 6640493"/>
              <a:gd name="connsiteX5130" fmla="*/ 156462 w 6604001"/>
              <a:gd name="connsiteY5130" fmla="*/ 2531690 h 6640493"/>
              <a:gd name="connsiteX5131" fmla="*/ 154186 w 6604001"/>
              <a:gd name="connsiteY5131" fmla="*/ 2543752 h 6640493"/>
              <a:gd name="connsiteX5132" fmla="*/ 154186 w 6604001"/>
              <a:gd name="connsiteY5132" fmla="*/ 2562604 h 6640493"/>
              <a:gd name="connsiteX5133" fmla="*/ 142875 w 6604001"/>
              <a:gd name="connsiteY5133" fmla="*/ 2901932 h 6640493"/>
              <a:gd name="connsiteX5134" fmla="*/ 237133 w 6604001"/>
              <a:gd name="connsiteY5134" fmla="*/ 2498508 h 6640493"/>
              <a:gd name="connsiteX5135" fmla="*/ 285846 w 6604001"/>
              <a:gd name="connsiteY5135" fmla="*/ 2196185 h 6640493"/>
              <a:gd name="connsiteX5136" fmla="*/ 293076 w 6604001"/>
              <a:gd name="connsiteY5136" fmla="*/ 2151639 h 6640493"/>
              <a:gd name="connsiteX5137" fmla="*/ 293688 w 6604001"/>
              <a:gd name="connsiteY5137" fmla="*/ 2151639 h 6640493"/>
              <a:gd name="connsiteX5138" fmla="*/ 293688 w 6604001"/>
              <a:gd name="connsiteY5138" fmla="*/ 2147870 h 6640493"/>
              <a:gd name="connsiteX5139" fmla="*/ 293076 w 6604001"/>
              <a:gd name="connsiteY5139" fmla="*/ 2151639 h 6640493"/>
              <a:gd name="connsiteX5140" fmla="*/ 289918 w 6604001"/>
              <a:gd name="connsiteY5140" fmla="*/ 2151639 h 6640493"/>
              <a:gd name="connsiteX5141" fmla="*/ 289918 w 6604001"/>
              <a:gd name="connsiteY5141" fmla="*/ 2147870 h 6640493"/>
              <a:gd name="connsiteX5142" fmla="*/ 198259 w 6604001"/>
              <a:gd name="connsiteY5142" fmla="*/ 2389774 h 6640493"/>
              <a:gd name="connsiteX5143" fmla="*/ 186283 w 6604001"/>
              <a:gd name="connsiteY5143" fmla="*/ 2426088 h 6640493"/>
              <a:gd name="connsiteX5144" fmla="*/ 190093 w 6604001"/>
              <a:gd name="connsiteY5144" fmla="*/ 2412132 h 6640493"/>
              <a:gd name="connsiteX5145" fmla="*/ 289913 w 6604001"/>
              <a:gd name="connsiteY5145" fmla="*/ 2143327 h 6640493"/>
              <a:gd name="connsiteX5146" fmla="*/ 289913 w 6604001"/>
              <a:gd name="connsiteY5146" fmla="*/ 2139550 h 6640493"/>
              <a:gd name="connsiteX5147" fmla="*/ 289913 w 6604001"/>
              <a:gd name="connsiteY5147" fmla="*/ 2135772 h 6640493"/>
              <a:gd name="connsiteX5148" fmla="*/ 293688 w 6604001"/>
              <a:gd name="connsiteY5148" fmla="*/ 2135772 h 6640493"/>
              <a:gd name="connsiteX5149" fmla="*/ 293688 w 6604001"/>
              <a:gd name="connsiteY5149" fmla="*/ 2131994 h 6640493"/>
              <a:gd name="connsiteX5150" fmla="*/ 199296 w 6604001"/>
              <a:gd name="connsiteY5150" fmla="*/ 2241547 h 6640493"/>
              <a:gd name="connsiteX5151" fmla="*/ 176642 w 6604001"/>
              <a:gd name="connsiteY5151" fmla="*/ 2283101 h 6640493"/>
              <a:gd name="connsiteX5152" fmla="*/ 176642 w 6604001"/>
              <a:gd name="connsiteY5152" fmla="*/ 2286879 h 6640493"/>
              <a:gd name="connsiteX5153" fmla="*/ 173921 w 6604001"/>
              <a:gd name="connsiteY5153" fmla="*/ 2289601 h 6640493"/>
              <a:gd name="connsiteX5154" fmla="*/ 173921 w 6604001"/>
              <a:gd name="connsiteY5154" fmla="*/ 2287709 h 6640493"/>
              <a:gd name="connsiteX5155" fmla="*/ 173921 w 6604001"/>
              <a:gd name="connsiteY5155" fmla="*/ 2283941 h 6640493"/>
              <a:gd name="connsiteX5156" fmla="*/ 196851 w 6604001"/>
              <a:gd name="connsiteY5156" fmla="*/ 2185969 h 6640493"/>
              <a:gd name="connsiteX5157" fmla="*/ 179116 w 6604001"/>
              <a:gd name="connsiteY5157" fmla="*/ 2237545 h 6640493"/>
              <a:gd name="connsiteX5158" fmla="*/ 162409 w 6604001"/>
              <a:gd name="connsiteY5158" fmla="*/ 2289083 h 6640493"/>
              <a:gd name="connsiteX5159" fmla="*/ 171576 w 6604001"/>
              <a:gd name="connsiteY5159" fmla="*/ 2259700 h 6640493"/>
              <a:gd name="connsiteX5160" fmla="*/ 229867 w 6604001"/>
              <a:gd name="connsiteY5160" fmla="*/ 2098269 h 6640493"/>
              <a:gd name="connsiteX5161" fmla="*/ 240286 w 6604001"/>
              <a:gd name="connsiteY5161" fmla="*/ 2073875 h 6640493"/>
              <a:gd name="connsiteX5162" fmla="*/ 230364 w 6604001"/>
              <a:gd name="connsiteY5162" fmla="*/ 2098381 h 6640493"/>
              <a:gd name="connsiteX5163" fmla="*/ 200328 w 6604001"/>
              <a:gd name="connsiteY5163" fmla="*/ 2177502 h 6640493"/>
              <a:gd name="connsiteX5164" fmla="*/ 187656 w 6604001"/>
              <a:gd name="connsiteY5164" fmla="*/ 2226011 h 6640493"/>
              <a:gd name="connsiteX5165" fmla="*/ 178613 w 6604001"/>
              <a:gd name="connsiteY5165" fmla="*/ 2267926 h 6640493"/>
              <a:gd name="connsiteX5166" fmla="*/ 177800 w 6604001"/>
              <a:gd name="connsiteY5166" fmla="*/ 2267926 h 6640493"/>
              <a:gd name="connsiteX5167" fmla="*/ 177800 w 6604001"/>
              <a:gd name="connsiteY5167" fmla="*/ 2271694 h 6640493"/>
              <a:gd name="connsiteX5168" fmla="*/ 178613 w 6604001"/>
              <a:gd name="connsiteY5168" fmla="*/ 2267926 h 6640493"/>
              <a:gd name="connsiteX5169" fmla="*/ 180978 w 6604001"/>
              <a:gd name="connsiteY5169" fmla="*/ 2267926 h 6640493"/>
              <a:gd name="connsiteX5170" fmla="*/ 180975 w 6604001"/>
              <a:gd name="connsiteY5170" fmla="*/ 2267934 h 6640493"/>
              <a:gd name="connsiteX5171" fmla="*/ 180975 w 6604001"/>
              <a:gd name="connsiteY5171" fmla="*/ 2271694 h 6640493"/>
              <a:gd name="connsiteX5172" fmla="*/ 199827 w 6604001"/>
              <a:gd name="connsiteY5172" fmla="*/ 2230336 h 6640493"/>
              <a:gd name="connsiteX5173" fmla="*/ 297855 w 6604001"/>
              <a:gd name="connsiteY5173" fmla="*/ 2125059 h 6640493"/>
              <a:gd name="connsiteX5174" fmla="*/ 297855 w 6604001"/>
              <a:gd name="connsiteY5174" fmla="*/ 2121299 h 6640493"/>
              <a:gd name="connsiteX5175" fmla="*/ 297855 w 6604001"/>
              <a:gd name="connsiteY5175" fmla="*/ 2117539 h 6640493"/>
              <a:gd name="connsiteX5176" fmla="*/ 297855 w 6604001"/>
              <a:gd name="connsiteY5176" fmla="*/ 2113779 h 6640493"/>
              <a:gd name="connsiteX5177" fmla="*/ 301625 w 6604001"/>
              <a:gd name="connsiteY5177" fmla="*/ 2113779 h 6640493"/>
              <a:gd name="connsiteX5178" fmla="*/ 361950 w 6604001"/>
              <a:gd name="connsiteY5178" fmla="*/ 1843068 h 6640493"/>
              <a:gd name="connsiteX5179" fmla="*/ 358180 w 6604001"/>
              <a:gd name="connsiteY5179" fmla="*/ 1854348 h 6640493"/>
              <a:gd name="connsiteX5180" fmla="*/ 354410 w 6604001"/>
              <a:gd name="connsiteY5180" fmla="*/ 1854348 h 6640493"/>
              <a:gd name="connsiteX5181" fmla="*/ 272693 w 6604001"/>
              <a:gd name="connsiteY5181" fmla="*/ 2026186 h 6640493"/>
              <a:gd name="connsiteX5182" fmla="*/ 256020 w 6604001"/>
              <a:gd name="connsiteY5182" fmla="*/ 2064370 h 6640493"/>
              <a:gd name="connsiteX5183" fmla="*/ 259462 w 6604001"/>
              <a:gd name="connsiteY5183" fmla="*/ 2055524 h 6640493"/>
              <a:gd name="connsiteX5184" fmla="*/ 365529 w 6604001"/>
              <a:gd name="connsiteY5184" fmla="*/ 1827108 h 6640493"/>
              <a:gd name="connsiteX5185" fmla="*/ 387118 w 6604001"/>
              <a:gd name="connsiteY5185" fmla="*/ 1765414 h 6640493"/>
              <a:gd name="connsiteX5186" fmla="*/ 410764 w 6604001"/>
              <a:gd name="connsiteY5186" fmla="*/ 1714273 h 6640493"/>
              <a:gd name="connsiteX5187" fmla="*/ 417444 w 6604001"/>
              <a:gd name="connsiteY5187" fmla="*/ 1701863 h 6640493"/>
              <a:gd name="connsiteX5188" fmla="*/ 394305 w 6604001"/>
              <a:gd name="connsiteY5188" fmla="*/ 1757609 h 6640493"/>
              <a:gd name="connsiteX5189" fmla="*/ 372483 w 6604001"/>
              <a:gd name="connsiteY5189" fmla="*/ 1812705 h 6640493"/>
              <a:gd name="connsiteX5190" fmla="*/ 369888 w 6604001"/>
              <a:gd name="connsiteY5190" fmla="*/ 1815491 h 6640493"/>
              <a:gd name="connsiteX5191" fmla="*/ 369888 w 6604001"/>
              <a:gd name="connsiteY5191" fmla="*/ 1819255 h 6640493"/>
              <a:gd name="connsiteX5192" fmla="*/ 372483 w 6604001"/>
              <a:gd name="connsiteY5192" fmla="*/ 1812705 h 6640493"/>
              <a:gd name="connsiteX5193" fmla="*/ 376462 w 6604001"/>
              <a:gd name="connsiteY5193" fmla="*/ 1808432 h 6640493"/>
              <a:gd name="connsiteX5194" fmla="*/ 377401 w 6604001"/>
              <a:gd name="connsiteY5194" fmla="*/ 1804197 h 6640493"/>
              <a:gd name="connsiteX5195" fmla="*/ 377401 w 6604001"/>
              <a:gd name="connsiteY5195" fmla="*/ 1807962 h 6640493"/>
              <a:gd name="connsiteX5196" fmla="*/ 383203 w 6604001"/>
              <a:gd name="connsiteY5196" fmla="*/ 1798170 h 6640493"/>
              <a:gd name="connsiteX5197" fmla="*/ 376436 w 6604001"/>
              <a:gd name="connsiteY5197" fmla="*/ 1812596 h 6640493"/>
              <a:gd name="connsiteX5198" fmla="*/ 368896 w 6604001"/>
              <a:gd name="connsiteY5198" fmla="*/ 1835211 h 6640493"/>
              <a:gd name="connsiteX5199" fmla="*/ 313740 w 6604001"/>
              <a:gd name="connsiteY5199" fmla="*/ 2059685 h 6640493"/>
              <a:gd name="connsiteX5200" fmla="*/ 305688 w 6604001"/>
              <a:gd name="connsiteY5200" fmla="*/ 2101937 h 6640493"/>
              <a:gd name="connsiteX5201" fmla="*/ 304800 w 6604001"/>
              <a:gd name="connsiteY5201" fmla="*/ 2102824 h 6640493"/>
              <a:gd name="connsiteX5202" fmla="*/ 304800 w 6604001"/>
              <a:gd name="connsiteY5202" fmla="*/ 2106594 h 6640493"/>
              <a:gd name="connsiteX5203" fmla="*/ 305688 w 6604001"/>
              <a:gd name="connsiteY5203" fmla="*/ 2101937 h 6640493"/>
              <a:gd name="connsiteX5204" fmla="*/ 308571 w 6604001"/>
              <a:gd name="connsiteY5204" fmla="*/ 2099055 h 6640493"/>
              <a:gd name="connsiteX5205" fmla="*/ 308571 w 6604001"/>
              <a:gd name="connsiteY5205" fmla="*/ 2102824 h 6640493"/>
              <a:gd name="connsiteX5206" fmla="*/ 346038 w 6604001"/>
              <a:gd name="connsiteY5206" fmla="*/ 2035627 h 6640493"/>
              <a:gd name="connsiteX5207" fmla="*/ 348987 w 6604001"/>
              <a:gd name="connsiteY5207" fmla="*/ 2030680 h 6640493"/>
              <a:gd name="connsiteX5208" fmla="*/ 337797 w 6604001"/>
              <a:gd name="connsiteY5208" fmla="*/ 2052213 h 6640493"/>
              <a:gd name="connsiteX5209" fmla="*/ 308594 w 6604001"/>
              <a:gd name="connsiteY5209" fmla="*/ 2109832 h 6640493"/>
              <a:gd name="connsiteX5210" fmla="*/ 304800 w 6604001"/>
              <a:gd name="connsiteY5210" fmla="*/ 2109832 h 6640493"/>
              <a:gd name="connsiteX5211" fmla="*/ 304800 w 6604001"/>
              <a:gd name="connsiteY5211" fmla="*/ 2113594 h 6640493"/>
              <a:gd name="connsiteX5212" fmla="*/ 304800 w 6604001"/>
              <a:gd name="connsiteY5212" fmla="*/ 2117357 h 6640493"/>
              <a:gd name="connsiteX5213" fmla="*/ 426204 w 6604001"/>
              <a:gd name="connsiteY5213" fmla="*/ 2139931 h 6640493"/>
              <a:gd name="connsiteX5214" fmla="*/ 426204 w 6604001"/>
              <a:gd name="connsiteY5214" fmla="*/ 2136168 h 6640493"/>
              <a:gd name="connsiteX5215" fmla="*/ 429998 w 6604001"/>
              <a:gd name="connsiteY5215" fmla="*/ 2132406 h 6640493"/>
              <a:gd name="connsiteX5216" fmla="*/ 514285 w 6604001"/>
              <a:gd name="connsiteY5216" fmla="*/ 1814721 h 6640493"/>
              <a:gd name="connsiteX5217" fmla="*/ 527171 w 6604001"/>
              <a:gd name="connsiteY5217" fmla="*/ 1768912 h 6640493"/>
              <a:gd name="connsiteX5218" fmla="*/ 528638 w 6604001"/>
              <a:gd name="connsiteY5218" fmla="*/ 1767456 h 6640493"/>
              <a:gd name="connsiteX5219" fmla="*/ 528638 w 6604001"/>
              <a:gd name="connsiteY5219" fmla="*/ 1763694 h 6640493"/>
              <a:gd name="connsiteX5220" fmla="*/ 527171 w 6604001"/>
              <a:gd name="connsiteY5220" fmla="*/ 1768912 h 6640493"/>
              <a:gd name="connsiteX5221" fmla="*/ 524844 w 6604001"/>
              <a:gd name="connsiteY5221" fmla="*/ 1771219 h 6640493"/>
              <a:gd name="connsiteX5222" fmla="*/ 521051 w 6604001"/>
              <a:gd name="connsiteY5222" fmla="*/ 1771219 h 6640493"/>
              <a:gd name="connsiteX5223" fmla="*/ 521051 w 6604001"/>
              <a:gd name="connsiteY5223" fmla="*/ 1763694 h 6640493"/>
              <a:gd name="connsiteX5224" fmla="*/ 486100 w 6604001"/>
              <a:gd name="connsiteY5224" fmla="*/ 1812466 h 6640493"/>
              <a:gd name="connsiteX5225" fmla="*/ 534790 w 6604001"/>
              <a:gd name="connsiteY5225" fmla="*/ 1737211 h 6640493"/>
              <a:gd name="connsiteX5226" fmla="*/ 636588 w 6604001"/>
              <a:gd name="connsiteY5226" fmla="*/ 1431907 h 6640493"/>
              <a:gd name="connsiteX5227" fmla="*/ 632818 w 6604001"/>
              <a:gd name="connsiteY5227" fmla="*/ 1435676 h 6640493"/>
              <a:gd name="connsiteX5228" fmla="*/ 629048 w 6604001"/>
              <a:gd name="connsiteY5228" fmla="*/ 1435676 h 6640493"/>
              <a:gd name="connsiteX5229" fmla="*/ 470253 w 6604001"/>
              <a:gd name="connsiteY5229" fmla="*/ 1653657 h 6640493"/>
              <a:gd name="connsiteX5230" fmla="*/ 467323 w 6604001"/>
              <a:gd name="connsiteY5230" fmla="*/ 1658123 h 6640493"/>
              <a:gd name="connsiteX5231" fmla="*/ 477171 w 6604001"/>
              <a:gd name="connsiteY5231" fmla="*/ 1642192 h 6640493"/>
              <a:gd name="connsiteX5232" fmla="*/ 629076 w 6604001"/>
              <a:gd name="connsiteY5232" fmla="*/ 1431498 h 6640493"/>
              <a:gd name="connsiteX5233" fmla="*/ 632832 w 6604001"/>
              <a:gd name="connsiteY5233" fmla="*/ 1427733 h 6640493"/>
              <a:gd name="connsiteX5234" fmla="*/ 632832 w 6604001"/>
              <a:gd name="connsiteY5234" fmla="*/ 1426153 h 6640493"/>
              <a:gd name="connsiteX5235" fmla="*/ 636588 w 6604001"/>
              <a:gd name="connsiteY5235" fmla="*/ 1423968 h 6640493"/>
              <a:gd name="connsiteX5236" fmla="*/ 632832 w 6604001"/>
              <a:gd name="connsiteY5236" fmla="*/ 1423968 h 6640493"/>
              <a:gd name="connsiteX5237" fmla="*/ 632832 w 6604001"/>
              <a:gd name="connsiteY5237" fmla="*/ 1426153 h 6640493"/>
              <a:gd name="connsiteX5238" fmla="*/ 597851 w 6604001"/>
              <a:gd name="connsiteY5238" fmla="*/ 1446498 h 6640493"/>
              <a:gd name="connsiteX5239" fmla="*/ 560523 w 6604001"/>
              <a:gd name="connsiteY5239" fmla="*/ 1479968 h 6640493"/>
              <a:gd name="connsiteX5240" fmla="*/ 527390 w 6604001"/>
              <a:gd name="connsiteY5240" fmla="*/ 1520607 h 6640493"/>
              <a:gd name="connsiteX5241" fmla="*/ 537624 w 6604001"/>
              <a:gd name="connsiteY5241" fmla="*/ 1504510 h 6640493"/>
              <a:gd name="connsiteX5242" fmla="*/ 567124 w 6604001"/>
              <a:gd name="connsiteY5242" fmla="*/ 1469758 h 6640493"/>
              <a:gd name="connsiteX5243" fmla="*/ 640534 w 6604001"/>
              <a:gd name="connsiteY5243" fmla="*/ 1412261 h 6640493"/>
              <a:gd name="connsiteX5244" fmla="*/ 644299 w 6604001"/>
              <a:gd name="connsiteY5244" fmla="*/ 1408490 h 6640493"/>
              <a:gd name="connsiteX5245" fmla="*/ 648064 w 6604001"/>
              <a:gd name="connsiteY5245" fmla="*/ 1408490 h 6640493"/>
              <a:gd name="connsiteX5246" fmla="*/ 648064 w 6604001"/>
              <a:gd name="connsiteY5246" fmla="*/ 1404720 h 6640493"/>
              <a:gd name="connsiteX5247" fmla="*/ 727474 w 6604001"/>
              <a:gd name="connsiteY5247" fmla="*/ 1247780 h 6640493"/>
              <a:gd name="connsiteX5248" fmla="*/ 729457 w 6604001"/>
              <a:gd name="connsiteY5248" fmla="*/ 1244924 h 6640493"/>
              <a:gd name="connsiteX5249" fmla="*/ 728226 w 6604001"/>
              <a:gd name="connsiteY5249" fmla="*/ 1246808 h 6640493"/>
              <a:gd name="connsiteX5250" fmla="*/ 651918 w 6604001"/>
              <a:gd name="connsiteY5250" fmla="*/ 1397120 h 6640493"/>
              <a:gd name="connsiteX5251" fmla="*/ 655686 w 6604001"/>
              <a:gd name="connsiteY5251" fmla="*/ 1397120 h 6640493"/>
              <a:gd name="connsiteX5252" fmla="*/ 655686 w 6604001"/>
              <a:gd name="connsiteY5252" fmla="*/ 1393351 h 6640493"/>
              <a:gd name="connsiteX5253" fmla="*/ 659454 w 6604001"/>
              <a:gd name="connsiteY5253" fmla="*/ 1393351 h 6640493"/>
              <a:gd name="connsiteX5254" fmla="*/ 663222 w 6604001"/>
              <a:gd name="connsiteY5254" fmla="*/ 1393351 h 6640493"/>
              <a:gd name="connsiteX5255" fmla="*/ 983529 w 6604001"/>
              <a:gd name="connsiteY5255" fmla="*/ 1095549 h 6640493"/>
              <a:gd name="connsiteX5256" fmla="*/ 1092810 w 6604001"/>
              <a:gd name="connsiteY5256" fmla="*/ 903292 h 6640493"/>
              <a:gd name="connsiteX5257" fmla="*/ 3170312 w 6604001"/>
              <a:gd name="connsiteY5257" fmla="*/ 817551 h 6640493"/>
              <a:gd name="connsiteX5258" fmla="*/ 2906713 w 6604001"/>
              <a:gd name="connsiteY5258" fmla="*/ 1262065 h 6640493"/>
              <a:gd name="connsiteX5259" fmla="*/ 2918010 w 6604001"/>
              <a:gd name="connsiteY5259" fmla="*/ 1307270 h 6640493"/>
              <a:gd name="connsiteX5260" fmla="*/ 3381191 w 6604001"/>
              <a:gd name="connsiteY5260" fmla="*/ 1736714 h 6640493"/>
              <a:gd name="connsiteX5261" fmla="*/ 3384957 w 6604001"/>
              <a:gd name="connsiteY5261" fmla="*/ 1736714 h 6640493"/>
              <a:gd name="connsiteX5262" fmla="*/ 3384957 w 6604001"/>
              <a:gd name="connsiteY5262" fmla="*/ 1732949 h 6640493"/>
              <a:gd name="connsiteX5263" fmla="*/ 3392488 w 6604001"/>
              <a:gd name="connsiteY5263" fmla="*/ 1729182 h 6640493"/>
              <a:gd name="connsiteX5264" fmla="*/ 3185375 w 6604001"/>
              <a:gd name="connsiteY5264" fmla="*/ 821318 h 6640493"/>
              <a:gd name="connsiteX5265" fmla="*/ 3177843 w 6604001"/>
              <a:gd name="connsiteY5265" fmla="*/ 821318 h 6640493"/>
              <a:gd name="connsiteX5266" fmla="*/ 3174078 w 6604001"/>
              <a:gd name="connsiteY5266" fmla="*/ 821318 h 6640493"/>
              <a:gd name="connsiteX5267" fmla="*/ 3174078 w 6604001"/>
              <a:gd name="connsiteY5267" fmla="*/ 817551 h 6640493"/>
              <a:gd name="connsiteX5268" fmla="*/ 3170312 w 6604001"/>
              <a:gd name="connsiteY5268" fmla="*/ 817551 h 6640493"/>
              <a:gd name="connsiteX5269" fmla="*/ 3200004 w 6604001"/>
              <a:gd name="connsiteY5269" fmla="*/ 814375 h 6640493"/>
              <a:gd name="connsiteX5270" fmla="*/ 3196233 w 6604001"/>
              <a:gd name="connsiteY5270" fmla="*/ 818142 h 6640493"/>
              <a:gd name="connsiteX5271" fmla="*/ 3192463 w 6604001"/>
              <a:gd name="connsiteY5271" fmla="*/ 821909 h 6640493"/>
              <a:gd name="connsiteX5272" fmla="*/ 3403601 w 6604001"/>
              <a:gd name="connsiteY5272" fmla="*/ 1726006 h 6640493"/>
              <a:gd name="connsiteX5273" fmla="*/ 3407371 w 6604001"/>
              <a:gd name="connsiteY5273" fmla="*/ 1729773 h 6640493"/>
              <a:gd name="connsiteX5274" fmla="*/ 3411141 w 6604001"/>
              <a:gd name="connsiteY5274" fmla="*/ 1729773 h 6640493"/>
              <a:gd name="connsiteX5275" fmla="*/ 3414912 w 6604001"/>
              <a:gd name="connsiteY5275" fmla="*/ 1733540 h 6640493"/>
              <a:gd name="connsiteX5276" fmla="*/ 3705226 w 6604001"/>
              <a:gd name="connsiteY5276" fmla="*/ 1236287 h 6640493"/>
              <a:gd name="connsiteX5277" fmla="*/ 3693915 w 6604001"/>
              <a:gd name="connsiteY5277" fmla="*/ 1191083 h 6640493"/>
              <a:gd name="connsiteX5278" fmla="*/ 3693915 w 6604001"/>
              <a:gd name="connsiteY5278" fmla="*/ 1187316 h 6640493"/>
              <a:gd name="connsiteX5279" fmla="*/ 3203774 w 6604001"/>
              <a:gd name="connsiteY5279" fmla="*/ 814375 h 6640493"/>
              <a:gd name="connsiteX5280" fmla="*/ 3200004 w 6604001"/>
              <a:gd name="connsiteY5280" fmla="*/ 814375 h 6640493"/>
              <a:gd name="connsiteX5281" fmla="*/ 5372792 w 6604001"/>
              <a:gd name="connsiteY5281" fmla="*/ 788335 h 6640493"/>
              <a:gd name="connsiteX5282" fmla="*/ 5423181 w 6604001"/>
              <a:gd name="connsiteY5282" fmla="*/ 839792 h 6640493"/>
              <a:gd name="connsiteX5283" fmla="*/ 5613290 w 6604001"/>
              <a:gd name="connsiteY5283" fmla="*/ 1043744 h 6640493"/>
              <a:gd name="connsiteX5284" fmla="*/ 5648946 w 6604001"/>
              <a:gd name="connsiteY5284" fmla="*/ 1059519 h 6640493"/>
              <a:gd name="connsiteX5285" fmla="*/ 5675562 w 6604001"/>
              <a:gd name="connsiteY5285" fmla="*/ 1067648 h 6640493"/>
              <a:gd name="connsiteX5286" fmla="*/ 5672364 w 6604001"/>
              <a:gd name="connsiteY5286" fmla="*/ 1067053 h 6640493"/>
              <a:gd name="connsiteX5287" fmla="*/ 5635884 w 6604001"/>
              <a:gd name="connsiteY5287" fmla="*/ 1066346 h 6640493"/>
              <a:gd name="connsiteX5288" fmla="*/ 5752621 w 6604001"/>
              <a:gd name="connsiteY5288" fmla="*/ 1224564 h 6640493"/>
              <a:gd name="connsiteX5289" fmla="*/ 5741323 w 6604001"/>
              <a:gd name="connsiteY5289" fmla="*/ 1217030 h 6640493"/>
              <a:gd name="connsiteX5290" fmla="*/ 5643415 w 6604001"/>
              <a:gd name="connsiteY5290" fmla="*/ 1088949 h 6640493"/>
              <a:gd name="connsiteX5291" fmla="*/ 5632118 w 6604001"/>
              <a:gd name="connsiteY5291" fmla="*/ 1081415 h 6640493"/>
              <a:gd name="connsiteX5292" fmla="*/ 5583164 w 6604001"/>
              <a:gd name="connsiteY5292" fmla="*/ 1092716 h 6640493"/>
              <a:gd name="connsiteX5293" fmla="*/ 5582693 w 6604001"/>
              <a:gd name="connsiteY5293" fmla="*/ 1092402 h 6640493"/>
              <a:gd name="connsiteX5294" fmla="*/ 5583238 w 6604001"/>
              <a:gd name="connsiteY5294" fmla="*/ 1092064 h 6640493"/>
              <a:gd name="connsiteX5295" fmla="*/ 5572824 w 6604001"/>
              <a:gd name="connsiteY5295" fmla="*/ 1084888 h 6640493"/>
              <a:gd name="connsiteX5296" fmla="*/ 5600169 w 6604001"/>
              <a:gd name="connsiteY5296" fmla="*/ 1076471 h 6640493"/>
              <a:gd name="connsiteX5297" fmla="*/ 5620821 w 6604001"/>
              <a:gd name="connsiteY5297" fmla="*/ 1070114 h 6640493"/>
              <a:gd name="connsiteX5298" fmla="*/ 5412722 w 6604001"/>
              <a:gd name="connsiteY5298" fmla="*/ 830572 h 6640493"/>
              <a:gd name="connsiteX5299" fmla="*/ 4006742 w 6604001"/>
              <a:gd name="connsiteY5299" fmla="*/ 787387 h 6640493"/>
              <a:gd name="connsiteX5300" fmla="*/ 3735388 w 6604001"/>
              <a:gd name="connsiteY5300" fmla="*/ 1183354 h 6640493"/>
              <a:gd name="connsiteX5301" fmla="*/ 3750463 w 6604001"/>
              <a:gd name="connsiteY5301" fmla="*/ 1228607 h 6640493"/>
              <a:gd name="connsiteX5302" fmla="*/ 3746694 w 6604001"/>
              <a:gd name="connsiteY5302" fmla="*/ 1228607 h 6640493"/>
              <a:gd name="connsiteX5303" fmla="*/ 3746694 w 6604001"/>
              <a:gd name="connsiteY5303" fmla="*/ 1232378 h 6640493"/>
              <a:gd name="connsiteX5304" fmla="*/ 4221563 w 6604001"/>
              <a:gd name="connsiteY5304" fmla="*/ 1741475 h 6640493"/>
              <a:gd name="connsiteX5305" fmla="*/ 4221563 w 6604001"/>
              <a:gd name="connsiteY5305" fmla="*/ 1737705 h 6640493"/>
              <a:gd name="connsiteX5306" fmla="*/ 4225332 w 6604001"/>
              <a:gd name="connsiteY5306" fmla="*/ 1737705 h 6640493"/>
              <a:gd name="connsiteX5307" fmla="*/ 4229101 w 6604001"/>
              <a:gd name="connsiteY5307" fmla="*/ 1733935 h 6640493"/>
              <a:gd name="connsiteX5308" fmla="*/ 4018048 w 6604001"/>
              <a:gd name="connsiteY5308" fmla="*/ 791158 h 6640493"/>
              <a:gd name="connsiteX5309" fmla="*/ 4014279 w 6604001"/>
              <a:gd name="connsiteY5309" fmla="*/ 791158 h 6640493"/>
              <a:gd name="connsiteX5310" fmla="*/ 4010510 w 6604001"/>
              <a:gd name="connsiteY5310" fmla="*/ 791158 h 6640493"/>
              <a:gd name="connsiteX5311" fmla="*/ 4006742 w 6604001"/>
              <a:gd name="connsiteY5311" fmla="*/ 787387 h 6640493"/>
              <a:gd name="connsiteX5312" fmla="*/ 4036628 w 6604001"/>
              <a:gd name="connsiteY5312" fmla="*/ 787386 h 6640493"/>
              <a:gd name="connsiteX5313" fmla="*/ 4036628 w 6604001"/>
              <a:gd name="connsiteY5313" fmla="*/ 791158 h 6640493"/>
              <a:gd name="connsiteX5314" fmla="*/ 4032851 w 6604001"/>
              <a:gd name="connsiteY5314" fmla="*/ 791158 h 6640493"/>
              <a:gd name="connsiteX5315" fmla="*/ 4029075 w 6604001"/>
              <a:gd name="connsiteY5315" fmla="*/ 791158 h 6640493"/>
              <a:gd name="connsiteX5316" fmla="*/ 4240549 w 6604001"/>
              <a:gd name="connsiteY5316" fmla="*/ 1733933 h 6640493"/>
              <a:gd name="connsiteX5317" fmla="*/ 4248102 w 6604001"/>
              <a:gd name="connsiteY5317" fmla="*/ 1737705 h 6640493"/>
              <a:gd name="connsiteX5318" fmla="*/ 4251878 w 6604001"/>
              <a:gd name="connsiteY5318" fmla="*/ 1741475 h 6640493"/>
              <a:gd name="connsiteX5319" fmla="*/ 4527550 w 6604001"/>
              <a:gd name="connsiteY5319" fmla="*/ 1288944 h 6640493"/>
              <a:gd name="connsiteX5320" fmla="*/ 4519997 w 6604001"/>
              <a:gd name="connsiteY5320" fmla="*/ 1243691 h 6640493"/>
              <a:gd name="connsiteX5321" fmla="*/ 4040404 w 6604001"/>
              <a:gd name="connsiteY5321" fmla="*/ 787386 h 6640493"/>
              <a:gd name="connsiteX5322" fmla="*/ 4036628 w 6604001"/>
              <a:gd name="connsiteY5322" fmla="*/ 787386 h 6640493"/>
              <a:gd name="connsiteX5323" fmla="*/ 5360988 w 6604001"/>
              <a:gd name="connsiteY5323" fmla="*/ 776281 h 6640493"/>
              <a:gd name="connsiteX5324" fmla="*/ 5368519 w 6604001"/>
              <a:gd name="connsiteY5324" fmla="*/ 783815 h 6640493"/>
              <a:gd name="connsiteX5325" fmla="*/ 5372792 w 6604001"/>
              <a:gd name="connsiteY5325" fmla="*/ 788335 h 6640493"/>
              <a:gd name="connsiteX5326" fmla="*/ 1236663 w 6604001"/>
              <a:gd name="connsiteY5326" fmla="*/ 727078 h 6640493"/>
              <a:gd name="connsiteX5327" fmla="*/ 1221015 w 6604001"/>
              <a:gd name="connsiteY5327" fmla="*/ 743321 h 6640493"/>
              <a:gd name="connsiteX5328" fmla="*/ 1138015 w 6604001"/>
              <a:gd name="connsiteY5328" fmla="*/ 810229 h 6640493"/>
              <a:gd name="connsiteX5329" fmla="*/ 1101438 w 6604001"/>
              <a:gd name="connsiteY5329" fmla="*/ 843617 h 6640493"/>
              <a:gd name="connsiteX5330" fmla="*/ 1070152 w 6604001"/>
              <a:gd name="connsiteY5330" fmla="*/ 872174 h 6640493"/>
              <a:gd name="connsiteX5331" fmla="*/ 1058863 w 6604001"/>
              <a:gd name="connsiteY5331" fmla="*/ 881067 h 6640493"/>
              <a:gd name="connsiteX5332" fmla="*/ 1138306 w 6604001"/>
              <a:gd name="connsiteY5332" fmla="*/ 809706 h 6640493"/>
              <a:gd name="connsiteX5333" fmla="*/ 1236663 w 6604001"/>
              <a:gd name="connsiteY5333" fmla="*/ 727078 h 6640493"/>
              <a:gd name="connsiteX5334" fmla="*/ 1292773 w 6604001"/>
              <a:gd name="connsiteY5334" fmla="*/ 685746 h 6640493"/>
              <a:gd name="connsiteX5335" fmla="*/ 1288446 w 6604001"/>
              <a:gd name="connsiteY5335" fmla="*/ 689166 h 6640493"/>
              <a:gd name="connsiteX5336" fmla="*/ 1230517 w 6604001"/>
              <a:gd name="connsiteY5336" fmla="*/ 735687 h 6640493"/>
              <a:gd name="connsiteX5337" fmla="*/ 1247153 w 6604001"/>
              <a:gd name="connsiteY5337" fmla="*/ 719533 h 6640493"/>
              <a:gd name="connsiteX5338" fmla="*/ 1414600 w 6604001"/>
              <a:gd name="connsiteY5338" fmla="*/ 654270 h 6640493"/>
              <a:gd name="connsiteX5339" fmla="*/ 1348783 w 6604001"/>
              <a:gd name="connsiteY5339" fmla="*/ 688709 h 6640493"/>
              <a:gd name="connsiteX5340" fmla="*/ 1361208 w 6604001"/>
              <a:gd name="connsiteY5340" fmla="*/ 681240 h 6640493"/>
              <a:gd name="connsiteX5341" fmla="*/ 1401884 w 6604001"/>
              <a:gd name="connsiteY5341" fmla="*/ 660297 h 6640493"/>
              <a:gd name="connsiteX5342" fmla="*/ 5262563 w 6604001"/>
              <a:gd name="connsiteY5342" fmla="*/ 650868 h 6640493"/>
              <a:gd name="connsiteX5343" fmla="*/ 5315347 w 6604001"/>
              <a:gd name="connsiteY5343" fmla="*/ 685938 h 6640493"/>
              <a:gd name="connsiteX5344" fmla="*/ 5322888 w 6604001"/>
              <a:gd name="connsiteY5344" fmla="*/ 693731 h 6640493"/>
              <a:gd name="connsiteX5345" fmla="*/ 5266333 w 6604001"/>
              <a:gd name="connsiteY5345" fmla="*/ 654764 h 6640493"/>
              <a:gd name="connsiteX5346" fmla="*/ 5262563 w 6604001"/>
              <a:gd name="connsiteY5346" fmla="*/ 650868 h 6640493"/>
              <a:gd name="connsiteX5347" fmla="*/ 3739364 w 6604001"/>
              <a:gd name="connsiteY5347" fmla="*/ 573071 h 6640493"/>
              <a:gd name="connsiteX5348" fmla="*/ 3754446 w 6604001"/>
              <a:gd name="connsiteY5348" fmla="*/ 573071 h 6640493"/>
              <a:gd name="connsiteX5349" fmla="*/ 3991998 w 6604001"/>
              <a:gd name="connsiteY5349" fmla="*/ 738895 h 6640493"/>
              <a:gd name="connsiteX5350" fmla="*/ 3995768 w 6604001"/>
              <a:gd name="connsiteY5350" fmla="*/ 738895 h 6640493"/>
              <a:gd name="connsiteX5351" fmla="*/ 3999539 w 6604001"/>
              <a:gd name="connsiteY5351" fmla="*/ 735127 h 6640493"/>
              <a:gd name="connsiteX5352" fmla="*/ 3942979 w 6604001"/>
              <a:gd name="connsiteY5352" fmla="*/ 576840 h 6640493"/>
              <a:gd name="connsiteX5353" fmla="*/ 3950520 w 6604001"/>
              <a:gd name="connsiteY5353" fmla="*/ 576840 h 6640493"/>
              <a:gd name="connsiteX5354" fmla="*/ 4010851 w 6604001"/>
              <a:gd name="connsiteY5354" fmla="*/ 735127 h 6640493"/>
              <a:gd name="connsiteX5355" fmla="*/ 4014622 w 6604001"/>
              <a:gd name="connsiteY5355" fmla="*/ 738895 h 6640493"/>
              <a:gd name="connsiteX5356" fmla="*/ 4018392 w 6604001"/>
              <a:gd name="connsiteY5356" fmla="*/ 738895 h 6640493"/>
              <a:gd name="connsiteX5357" fmla="*/ 4022163 w 6604001"/>
              <a:gd name="connsiteY5357" fmla="*/ 742664 h 6640493"/>
              <a:gd name="connsiteX5358" fmla="*/ 4025934 w 6604001"/>
              <a:gd name="connsiteY5358" fmla="*/ 742664 h 6640493"/>
              <a:gd name="connsiteX5359" fmla="*/ 4150366 w 6604001"/>
              <a:gd name="connsiteY5359" fmla="*/ 588146 h 6640493"/>
              <a:gd name="connsiteX5360" fmla="*/ 4165448 w 6604001"/>
              <a:gd name="connsiteY5360" fmla="*/ 591915 h 6640493"/>
              <a:gd name="connsiteX5361" fmla="*/ 4033475 w 6604001"/>
              <a:gd name="connsiteY5361" fmla="*/ 750202 h 6640493"/>
              <a:gd name="connsiteX5362" fmla="*/ 4037246 w 6604001"/>
              <a:gd name="connsiteY5362" fmla="*/ 753970 h 6640493"/>
              <a:gd name="connsiteX5363" fmla="*/ 4041016 w 6604001"/>
              <a:gd name="connsiteY5363" fmla="*/ 757739 h 6640493"/>
              <a:gd name="connsiteX5364" fmla="*/ 4041016 w 6604001"/>
              <a:gd name="connsiteY5364" fmla="*/ 761508 h 6640493"/>
              <a:gd name="connsiteX5365" fmla="*/ 4044787 w 6604001"/>
              <a:gd name="connsiteY5365" fmla="*/ 765277 h 6640493"/>
              <a:gd name="connsiteX5366" fmla="*/ 4044787 w 6604001"/>
              <a:gd name="connsiteY5366" fmla="*/ 769046 h 6640493"/>
              <a:gd name="connsiteX5367" fmla="*/ 4044787 w 6604001"/>
              <a:gd name="connsiteY5367" fmla="*/ 772814 h 6640493"/>
              <a:gd name="connsiteX5368" fmla="*/ 4044787 w 6604001"/>
              <a:gd name="connsiteY5368" fmla="*/ 776583 h 6640493"/>
              <a:gd name="connsiteX5369" fmla="*/ 4044787 w 6604001"/>
              <a:gd name="connsiteY5369" fmla="*/ 780352 h 6640493"/>
              <a:gd name="connsiteX5370" fmla="*/ 4523661 w 6604001"/>
              <a:gd name="connsiteY5370" fmla="*/ 1236369 h 6640493"/>
              <a:gd name="connsiteX5371" fmla="*/ 4780066 w 6604001"/>
              <a:gd name="connsiteY5371" fmla="*/ 908489 h 6640493"/>
              <a:gd name="connsiteX5372" fmla="*/ 4776295 w 6604001"/>
              <a:gd name="connsiteY5372" fmla="*/ 904720 h 6640493"/>
              <a:gd name="connsiteX5373" fmla="*/ 4772524 w 6604001"/>
              <a:gd name="connsiteY5373" fmla="*/ 900951 h 6640493"/>
              <a:gd name="connsiteX5374" fmla="*/ 4772524 w 6604001"/>
              <a:gd name="connsiteY5374" fmla="*/ 897182 h 6640493"/>
              <a:gd name="connsiteX5375" fmla="*/ 4768754 w 6604001"/>
              <a:gd name="connsiteY5375" fmla="*/ 893414 h 6640493"/>
              <a:gd name="connsiteX5376" fmla="*/ 4768754 w 6604001"/>
              <a:gd name="connsiteY5376" fmla="*/ 889645 h 6640493"/>
              <a:gd name="connsiteX5377" fmla="*/ 4768754 w 6604001"/>
              <a:gd name="connsiteY5377" fmla="*/ 885876 h 6640493"/>
              <a:gd name="connsiteX5378" fmla="*/ 4768754 w 6604001"/>
              <a:gd name="connsiteY5378" fmla="*/ 882107 h 6640493"/>
              <a:gd name="connsiteX5379" fmla="*/ 4768754 w 6604001"/>
              <a:gd name="connsiteY5379" fmla="*/ 878339 h 6640493"/>
              <a:gd name="connsiteX5380" fmla="*/ 4512349 w 6604001"/>
              <a:gd name="connsiteY5380" fmla="*/ 640908 h 6640493"/>
              <a:gd name="connsiteX5381" fmla="*/ 4523661 w 6604001"/>
              <a:gd name="connsiteY5381" fmla="*/ 644677 h 6640493"/>
              <a:gd name="connsiteX5382" fmla="*/ 4772524 w 6604001"/>
              <a:gd name="connsiteY5382" fmla="*/ 874570 h 6640493"/>
              <a:gd name="connsiteX5383" fmla="*/ 4776295 w 6604001"/>
              <a:gd name="connsiteY5383" fmla="*/ 874570 h 6640493"/>
              <a:gd name="connsiteX5384" fmla="*/ 4776295 w 6604001"/>
              <a:gd name="connsiteY5384" fmla="*/ 870801 h 6640493"/>
              <a:gd name="connsiteX5385" fmla="*/ 4780066 w 6604001"/>
              <a:gd name="connsiteY5385" fmla="*/ 870801 h 6640493"/>
              <a:gd name="connsiteX5386" fmla="*/ 4715973 w 6604001"/>
              <a:gd name="connsiteY5386" fmla="*/ 689926 h 6640493"/>
              <a:gd name="connsiteX5387" fmla="*/ 4722933 w 6604001"/>
              <a:gd name="connsiteY5387" fmla="*/ 693406 h 6640493"/>
              <a:gd name="connsiteX5388" fmla="*/ 4722922 w 6604001"/>
              <a:gd name="connsiteY5388" fmla="*/ 693379 h 6640493"/>
              <a:gd name="connsiteX5389" fmla="*/ 4723506 w 6604001"/>
              <a:gd name="connsiteY5389" fmla="*/ 693671 h 6640493"/>
              <a:gd name="connsiteX5390" fmla="*/ 4791378 w 6604001"/>
              <a:gd name="connsiteY5390" fmla="*/ 874570 h 6640493"/>
              <a:gd name="connsiteX5391" fmla="*/ 4795148 w 6604001"/>
              <a:gd name="connsiteY5391" fmla="*/ 874570 h 6640493"/>
              <a:gd name="connsiteX5392" fmla="*/ 4798919 w 6604001"/>
              <a:gd name="connsiteY5392" fmla="*/ 878339 h 6640493"/>
              <a:gd name="connsiteX5393" fmla="*/ 4802690 w 6604001"/>
              <a:gd name="connsiteY5393" fmla="*/ 882107 h 6640493"/>
              <a:gd name="connsiteX5394" fmla="*/ 4863020 w 6604001"/>
              <a:gd name="connsiteY5394" fmla="*/ 818039 h 6640493"/>
              <a:gd name="connsiteX5395" fmla="*/ 4923264 w 6604001"/>
              <a:gd name="connsiteY5395" fmla="*/ 754062 h 6640493"/>
              <a:gd name="connsiteX5396" fmla="*/ 4934032 w 6604001"/>
              <a:gd name="connsiteY5396" fmla="*/ 761239 h 6640493"/>
              <a:gd name="connsiteX5397" fmla="*/ 4934150 w 6604001"/>
              <a:gd name="connsiteY5397" fmla="*/ 761167 h 6640493"/>
              <a:gd name="connsiteX5398" fmla="*/ 4934662 w 6604001"/>
              <a:gd name="connsiteY5398" fmla="*/ 761508 h 6640493"/>
              <a:gd name="connsiteX5399" fmla="*/ 4810231 w 6604001"/>
              <a:gd name="connsiteY5399" fmla="*/ 889645 h 6640493"/>
              <a:gd name="connsiteX5400" fmla="*/ 4814002 w 6604001"/>
              <a:gd name="connsiteY5400" fmla="*/ 893414 h 6640493"/>
              <a:gd name="connsiteX5401" fmla="*/ 4814002 w 6604001"/>
              <a:gd name="connsiteY5401" fmla="*/ 897182 h 6640493"/>
              <a:gd name="connsiteX5402" fmla="*/ 4817772 w 6604001"/>
              <a:gd name="connsiteY5402" fmla="*/ 897182 h 6640493"/>
              <a:gd name="connsiteX5403" fmla="*/ 4817772 w 6604001"/>
              <a:gd name="connsiteY5403" fmla="*/ 900951 h 6640493"/>
              <a:gd name="connsiteX5404" fmla="*/ 4821543 w 6604001"/>
              <a:gd name="connsiteY5404" fmla="*/ 904720 h 6640493"/>
              <a:gd name="connsiteX5405" fmla="*/ 4821543 w 6604001"/>
              <a:gd name="connsiteY5405" fmla="*/ 912258 h 6640493"/>
              <a:gd name="connsiteX5406" fmla="*/ 4821543 w 6604001"/>
              <a:gd name="connsiteY5406" fmla="*/ 916026 h 6640493"/>
              <a:gd name="connsiteX5407" fmla="*/ 4821543 w 6604001"/>
              <a:gd name="connsiteY5407" fmla="*/ 919795 h 6640493"/>
              <a:gd name="connsiteX5408" fmla="*/ 5240086 w 6604001"/>
              <a:gd name="connsiteY5408" fmla="*/ 1417268 h 6640493"/>
              <a:gd name="connsiteX5409" fmla="*/ 5447472 w 6604001"/>
              <a:gd name="connsiteY5409" fmla="*/ 1183607 h 6640493"/>
              <a:gd name="connsiteX5410" fmla="*/ 5443702 w 6604001"/>
              <a:gd name="connsiteY5410" fmla="*/ 1179838 h 6640493"/>
              <a:gd name="connsiteX5411" fmla="*/ 5439931 w 6604001"/>
              <a:gd name="connsiteY5411" fmla="*/ 1176070 h 6640493"/>
              <a:gd name="connsiteX5412" fmla="*/ 5439931 w 6604001"/>
              <a:gd name="connsiteY5412" fmla="*/ 1172301 h 6640493"/>
              <a:gd name="connsiteX5413" fmla="*/ 5439931 w 6604001"/>
              <a:gd name="connsiteY5413" fmla="*/ 1168532 h 6640493"/>
              <a:gd name="connsiteX5414" fmla="*/ 5436160 w 6604001"/>
              <a:gd name="connsiteY5414" fmla="*/ 1164763 h 6640493"/>
              <a:gd name="connsiteX5415" fmla="*/ 5436160 w 6604001"/>
              <a:gd name="connsiteY5415" fmla="*/ 1160995 h 6640493"/>
              <a:gd name="connsiteX5416" fmla="*/ 5436160 w 6604001"/>
              <a:gd name="connsiteY5416" fmla="*/ 1157226 h 6640493"/>
              <a:gd name="connsiteX5417" fmla="*/ 5436160 w 6604001"/>
              <a:gd name="connsiteY5417" fmla="*/ 1153457 h 6640493"/>
              <a:gd name="connsiteX5418" fmla="*/ 5183526 w 6604001"/>
              <a:gd name="connsiteY5418" fmla="*/ 863264 h 6640493"/>
              <a:gd name="connsiteX5419" fmla="*/ 5194838 w 6604001"/>
              <a:gd name="connsiteY5419" fmla="*/ 867033 h 6640493"/>
              <a:gd name="connsiteX5420" fmla="*/ 5439931 w 6604001"/>
              <a:gd name="connsiteY5420" fmla="*/ 1149688 h 6640493"/>
              <a:gd name="connsiteX5421" fmla="*/ 5443702 w 6604001"/>
              <a:gd name="connsiteY5421" fmla="*/ 1149688 h 6640493"/>
              <a:gd name="connsiteX5422" fmla="*/ 5447472 w 6604001"/>
              <a:gd name="connsiteY5422" fmla="*/ 1149688 h 6640493"/>
              <a:gd name="connsiteX5423" fmla="*/ 5413536 w 6604001"/>
              <a:gd name="connsiteY5423" fmla="*/ 1054528 h 6640493"/>
              <a:gd name="connsiteX5424" fmla="*/ 5379645 w 6604001"/>
              <a:gd name="connsiteY5424" fmla="*/ 965138 h 6640493"/>
              <a:gd name="connsiteX5425" fmla="*/ 5386388 w 6604001"/>
              <a:gd name="connsiteY5425" fmla="*/ 968508 h 6640493"/>
              <a:gd name="connsiteX5426" fmla="*/ 5386335 w 6604001"/>
              <a:gd name="connsiteY5426" fmla="*/ 968386 h 6640493"/>
              <a:gd name="connsiteX5427" fmla="*/ 5387142 w 6604001"/>
              <a:gd name="connsiteY5427" fmla="*/ 968789 h 6640493"/>
              <a:gd name="connsiteX5428" fmla="*/ 5455014 w 6604001"/>
              <a:gd name="connsiteY5428" fmla="*/ 1157226 h 6640493"/>
              <a:gd name="connsiteX5429" fmla="*/ 5458784 w 6604001"/>
              <a:gd name="connsiteY5429" fmla="*/ 1157226 h 6640493"/>
              <a:gd name="connsiteX5430" fmla="*/ 5462555 w 6604001"/>
              <a:gd name="connsiteY5430" fmla="*/ 1160995 h 6640493"/>
              <a:gd name="connsiteX5431" fmla="*/ 5466326 w 6604001"/>
              <a:gd name="connsiteY5431" fmla="*/ 1164763 h 6640493"/>
              <a:gd name="connsiteX5432" fmla="*/ 5522885 w 6604001"/>
              <a:gd name="connsiteY5432" fmla="*/ 1115770 h 6640493"/>
              <a:gd name="connsiteX5433" fmla="*/ 5526656 w 6604001"/>
              <a:gd name="connsiteY5433" fmla="*/ 1127076 h 6640493"/>
              <a:gd name="connsiteX5434" fmla="*/ 5473867 w 6604001"/>
              <a:gd name="connsiteY5434" fmla="*/ 1176070 h 6640493"/>
              <a:gd name="connsiteX5435" fmla="*/ 5473867 w 6604001"/>
              <a:gd name="connsiteY5435" fmla="*/ 1179838 h 6640493"/>
              <a:gd name="connsiteX5436" fmla="*/ 5477638 w 6604001"/>
              <a:gd name="connsiteY5436" fmla="*/ 1179838 h 6640493"/>
              <a:gd name="connsiteX5437" fmla="*/ 5477638 w 6604001"/>
              <a:gd name="connsiteY5437" fmla="*/ 1183607 h 6640493"/>
              <a:gd name="connsiteX5438" fmla="*/ 5477638 w 6604001"/>
              <a:gd name="connsiteY5438" fmla="*/ 1191145 h 6640493"/>
              <a:gd name="connsiteX5439" fmla="*/ 5481408 w 6604001"/>
              <a:gd name="connsiteY5439" fmla="*/ 1194913 h 6640493"/>
              <a:gd name="connsiteX5440" fmla="*/ 5481408 w 6604001"/>
              <a:gd name="connsiteY5440" fmla="*/ 1198682 h 6640493"/>
              <a:gd name="connsiteX5441" fmla="*/ 5481408 w 6604001"/>
              <a:gd name="connsiteY5441" fmla="*/ 1202451 h 6640493"/>
              <a:gd name="connsiteX5442" fmla="*/ 5602069 w 6604001"/>
              <a:gd name="connsiteY5442" fmla="*/ 1372043 h 6640493"/>
              <a:gd name="connsiteX5443" fmla="*/ 5609610 w 6604001"/>
              <a:gd name="connsiteY5443" fmla="*/ 1383350 h 6640493"/>
              <a:gd name="connsiteX5444" fmla="*/ 5607927 w 6604001"/>
              <a:gd name="connsiteY5444" fmla="*/ 1381090 h 6640493"/>
              <a:gd name="connsiteX5445" fmla="*/ 5601783 w 6604001"/>
              <a:gd name="connsiteY5445" fmla="*/ 1372110 h 6640493"/>
              <a:gd name="connsiteX5446" fmla="*/ 5606429 w 6604001"/>
              <a:gd name="connsiteY5446" fmla="*/ 1379080 h 6640493"/>
              <a:gd name="connsiteX5447" fmla="*/ 5566049 w 6604001"/>
              <a:gd name="connsiteY5447" fmla="*/ 1324883 h 6640493"/>
              <a:gd name="connsiteX5448" fmla="*/ 5477638 w 6604001"/>
              <a:gd name="connsiteY5448" fmla="*/ 1206220 h 6640493"/>
              <a:gd name="connsiteX5449" fmla="*/ 5473867 w 6604001"/>
              <a:gd name="connsiteY5449" fmla="*/ 1206220 h 6640493"/>
              <a:gd name="connsiteX5450" fmla="*/ 5470096 w 6604001"/>
              <a:gd name="connsiteY5450" fmla="*/ 1206220 h 6640493"/>
              <a:gd name="connsiteX5451" fmla="*/ 5647317 w 6604001"/>
              <a:gd name="connsiteY5451" fmla="*/ 2035338 h 6640493"/>
              <a:gd name="connsiteX5452" fmla="*/ 5651088 w 6604001"/>
              <a:gd name="connsiteY5452" fmla="*/ 2039107 h 6640493"/>
              <a:gd name="connsiteX5453" fmla="*/ 5654858 w 6604001"/>
              <a:gd name="connsiteY5453" fmla="*/ 2042875 h 6640493"/>
              <a:gd name="connsiteX5454" fmla="*/ 5721669 w 6604001"/>
              <a:gd name="connsiteY5454" fmla="*/ 1924160 h 6640493"/>
              <a:gd name="connsiteX5455" fmla="*/ 5722351 w 6604001"/>
              <a:gd name="connsiteY5455" fmla="*/ 1922950 h 6640493"/>
              <a:gd name="connsiteX5456" fmla="*/ 5722351 w 6604001"/>
              <a:gd name="connsiteY5456" fmla="*/ 1941088 h 6640493"/>
              <a:gd name="connsiteX5457" fmla="*/ 5722730 w 6604001"/>
              <a:gd name="connsiteY5457" fmla="*/ 1940515 h 6640493"/>
              <a:gd name="connsiteX5458" fmla="*/ 5722730 w 6604001"/>
              <a:gd name="connsiteY5458" fmla="*/ 1941120 h 6640493"/>
              <a:gd name="connsiteX5459" fmla="*/ 5662400 w 6604001"/>
              <a:gd name="connsiteY5459" fmla="*/ 2054182 h 6640493"/>
              <a:gd name="connsiteX5460" fmla="*/ 5662400 w 6604001"/>
              <a:gd name="connsiteY5460" fmla="*/ 2057951 h 6640493"/>
              <a:gd name="connsiteX5461" fmla="*/ 5662400 w 6604001"/>
              <a:gd name="connsiteY5461" fmla="*/ 2061719 h 6640493"/>
              <a:gd name="connsiteX5462" fmla="*/ 5662400 w 6604001"/>
              <a:gd name="connsiteY5462" fmla="*/ 2065488 h 6640493"/>
              <a:gd name="connsiteX5463" fmla="*/ 5666170 w 6604001"/>
              <a:gd name="connsiteY5463" fmla="*/ 2069257 h 6640493"/>
              <a:gd name="connsiteX5464" fmla="*/ 5666170 w 6604001"/>
              <a:gd name="connsiteY5464" fmla="*/ 2076794 h 6640493"/>
              <a:gd name="connsiteX5465" fmla="*/ 5666170 w 6604001"/>
              <a:gd name="connsiteY5465" fmla="*/ 2091869 h 6640493"/>
              <a:gd name="connsiteX5466" fmla="*/ 5666170 w 6604001"/>
              <a:gd name="connsiteY5466" fmla="*/ 2095638 h 6640493"/>
              <a:gd name="connsiteX5467" fmla="*/ 5771749 w 6604001"/>
              <a:gd name="connsiteY5467" fmla="*/ 2291615 h 6640493"/>
              <a:gd name="connsiteX5468" fmla="*/ 5771749 w 6604001"/>
              <a:gd name="connsiteY5468" fmla="*/ 2292355 h 6640493"/>
              <a:gd name="connsiteX5469" fmla="*/ 5771331 w 6604001"/>
              <a:gd name="connsiteY5469" fmla="*/ 2291530 h 6640493"/>
              <a:gd name="connsiteX5470" fmla="*/ 5771331 w 6604001"/>
              <a:gd name="connsiteY5470" fmla="*/ 2309665 h 6640493"/>
              <a:gd name="connsiteX5471" fmla="*/ 5735655 w 6604001"/>
              <a:gd name="connsiteY5471" fmla="*/ 2242038 h 6640493"/>
              <a:gd name="connsiteX5472" fmla="*/ 5662400 w 6604001"/>
              <a:gd name="connsiteY5472" fmla="*/ 2103176 h 6640493"/>
              <a:gd name="connsiteX5473" fmla="*/ 5658629 w 6604001"/>
              <a:gd name="connsiteY5473" fmla="*/ 2106944 h 6640493"/>
              <a:gd name="connsiteX5474" fmla="*/ 5726501 w 6604001"/>
              <a:gd name="connsiteY5474" fmla="*/ 3116964 h 6640493"/>
              <a:gd name="connsiteX5475" fmla="*/ 5730272 w 6604001"/>
              <a:gd name="connsiteY5475" fmla="*/ 3120733 h 6640493"/>
              <a:gd name="connsiteX5476" fmla="*/ 5734042 w 6604001"/>
              <a:gd name="connsiteY5476" fmla="*/ 3120733 h 6640493"/>
              <a:gd name="connsiteX5477" fmla="*/ 5734042 w 6604001"/>
              <a:gd name="connsiteY5477" fmla="*/ 3124502 h 6640493"/>
              <a:gd name="connsiteX5478" fmla="*/ 5815700 w 6604001"/>
              <a:gd name="connsiteY5478" fmla="*/ 2968692 h 6640493"/>
              <a:gd name="connsiteX5479" fmla="*/ 5816696 w 6604001"/>
              <a:gd name="connsiteY5479" fmla="*/ 2966791 h 6640493"/>
              <a:gd name="connsiteX5480" fmla="*/ 5820312 w 6604001"/>
              <a:gd name="connsiteY5480" fmla="*/ 2984870 h 6640493"/>
              <a:gd name="connsiteX5481" fmla="*/ 5820614 w 6604001"/>
              <a:gd name="connsiteY5481" fmla="*/ 2984290 h 6640493"/>
              <a:gd name="connsiteX5482" fmla="*/ 5820768 w 6604001"/>
              <a:gd name="connsiteY5482" fmla="*/ 2985059 h 6640493"/>
              <a:gd name="connsiteX5483" fmla="*/ 5741584 w 6604001"/>
              <a:gd name="connsiteY5483" fmla="*/ 3135809 h 6640493"/>
              <a:gd name="connsiteX5484" fmla="*/ 5741584 w 6604001"/>
              <a:gd name="connsiteY5484" fmla="*/ 3139577 h 6640493"/>
              <a:gd name="connsiteX5485" fmla="*/ 5741584 w 6604001"/>
              <a:gd name="connsiteY5485" fmla="*/ 3143346 h 6640493"/>
              <a:gd name="connsiteX5486" fmla="*/ 5741584 w 6604001"/>
              <a:gd name="connsiteY5486" fmla="*/ 3147116 h 6640493"/>
              <a:gd name="connsiteX5487" fmla="*/ 5741584 w 6604001"/>
              <a:gd name="connsiteY5487" fmla="*/ 3150885 h 6640493"/>
              <a:gd name="connsiteX5488" fmla="*/ 5741584 w 6604001"/>
              <a:gd name="connsiteY5488" fmla="*/ 3158422 h 6640493"/>
              <a:gd name="connsiteX5489" fmla="*/ 5741584 w 6604001"/>
              <a:gd name="connsiteY5489" fmla="*/ 3162190 h 6640493"/>
              <a:gd name="connsiteX5490" fmla="*/ 5741584 w 6604001"/>
              <a:gd name="connsiteY5490" fmla="*/ 3165959 h 6640493"/>
              <a:gd name="connsiteX5491" fmla="*/ 5741584 w 6604001"/>
              <a:gd name="connsiteY5491" fmla="*/ 3169728 h 6640493"/>
              <a:gd name="connsiteX5492" fmla="*/ 5741584 w 6604001"/>
              <a:gd name="connsiteY5492" fmla="*/ 3173497 h 6640493"/>
              <a:gd name="connsiteX5493" fmla="*/ 5741584 w 6604001"/>
              <a:gd name="connsiteY5493" fmla="*/ 3177265 h 6640493"/>
              <a:gd name="connsiteX5494" fmla="*/ 5824538 w 6604001"/>
              <a:gd name="connsiteY5494" fmla="*/ 3350625 h 6640493"/>
              <a:gd name="connsiteX5495" fmla="*/ 5824538 w 6604001"/>
              <a:gd name="connsiteY5495" fmla="*/ 3351373 h 6640493"/>
              <a:gd name="connsiteX5496" fmla="*/ 5824079 w 6604001"/>
              <a:gd name="connsiteY5496" fmla="*/ 3350364 h 6640493"/>
              <a:gd name="connsiteX5497" fmla="*/ 5824079 w 6604001"/>
              <a:gd name="connsiteY5497" fmla="*/ 3368551 h 6640493"/>
              <a:gd name="connsiteX5498" fmla="*/ 5794667 w 6604001"/>
              <a:gd name="connsiteY5498" fmla="*/ 3309760 h 6640493"/>
              <a:gd name="connsiteX5499" fmla="*/ 5734042 w 6604001"/>
              <a:gd name="connsiteY5499" fmla="*/ 3188572 h 6640493"/>
              <a:gd name="connsiteX5500" fmla="*/ 5734042 w 6604001"/>
              <a:gd name="connsiteY5500" fmla="*/ 3192341 h 6640493"/>
              <a:gd name="connsiteX5501" fmla="*/ 5730272 w 6604001"/>
              <a:gd name="connsiteY5501" fmla="*/ 3192341 h 6640493"/>
              <a:gd name="connsiteX5502" fmla="*/ 5688794 w 6604001"/>
              <a:gd name="connsiteY5502" fmla="*/ 4194821 h 6640493"/>
              <a:gd name="connsiteX5503" fmla="*/ 5696336 w 6604001"/>
              <a:gd name="connsiteY5503" fmla="*/ 4194821 h 6640493"/>
              <a:gd name="connsiteX5504" fmla="*/ 5696336 w 6604001"/>
              <a:gd name="connsiteY5504" fmla="*/ 4198590 h 6640493"/>
              <a:gd name="connsiteX5505" fmla="*/ 5796553 w 6604001"/>
              <a:gd name="connsiteY5505" fmla="*/ 4024227 h 6640493"/>
              <a:gd name="connsiteX5506" fmla="*/ 5797705 w 6604001"/>
              <a:gd name="connsiteY5506" fmla="*/ 4022223 h 6640493"/>
              <a:gd name="connsiteX5507" fmla="*/ 5797705 w 6604001"/>
              <a:gd name="connsiteY5507" fmla="*/ 4036166 h 6640493"/>
              <a:gd name="connsiteX5508" fmla="*/ 5798144 w 6604001"/>
              <a:gd name="connsiteY5508" fmla="*/ 4035383 h 6640493"/>
              <a:gd name="connsiteX5509" fmla="*/ 5798144 w 6604001"/>
              <a:gd name="connsiteY5509" fmla="*/ 4036534 h 6640493"/>
              <a:gd name="connsiteX5510" fmla="*/ 5700106 w 6604001"/>
              <a:gd name="connsiteY5510" fmla="*/ 4206127 h 6640493"/>
              <a:gd name="connsiteX5511" fmla="*/ 5700106 w 6604001"/>
              <a:gd name="connsiteY5511" fmla="*/ 4209896 h 6640493"/>
              <a:gd name="connsiteX5512" fmla="*/ 5700106 w 6604001"/>
              <a:gd name="connsiteY5512" fmla="*/ 4213665 h 6640493"/>
              <a:gd name="connsiteX5513" fmla="*/ 5703877 w 6604001"/>
              <a:gd name="connsiteY5513" fmla="*/ 4217433 h 6640493"/>
              <a:gd name="connsiteX5514" fmla="*/ 5703877 w 6604001"/>
              <a:gd name="connsiteY5514" fmla="*/ 4221202 h 6640493"/>
              <a:gd name="connsiteX5515" fmla="*/ 5700106 w 6604001"/>
              <a:gd name="connsiteY5515" fmla="*/ 4224971 h 6640493"/>
              <a:gd name="connsiteX5516" fmla="*/ 5696336 w 6604001"/>
              <a:gd name="connsiteY5516" fmla="*/ 4243814 h 6640493"/>
              <a:gd name="connsiteX5517" fmla="*/ 5696336 w 6604001"/>
              <a:gd name="connsiteY5517" fmla="*/ 4247583 h 6640493"/>
              <a:gd name="connsiteX5518" fmla="*/ 5764208 w 6604001"/>
              <a:gd name="connsiteY5518" fmla="*/ 4383258 h 6640493"/>
              <a:gd name="connsiteX5519" fmla="*/ 5764153 w 6604001"/>
              <a:gd name="connsiteY5519" fmla="*/ 4383533 h 6640493"/>
              <a:gd name="connsiteX5520" fmla="*/ 5763796 w 6604001"/>
              <a:gd name="connsiteY5520" fmla="*/ 4382836 h 6640493"/>
              <a:gd name="connsiteX5521" fmla="*/ 5760090 w 6604001"/>
              <a:gd name="connsiteY5521" fmla="*/ 4401368 h 6640493"/>
              <a:gd name="connsiteX5522" fmla="*/ 5738034 w 6604001"/>
              <a:gd name="connsiteY5522" fmla="*/ 4354830 h 6640493"/>
              <a:gd name="connsiteX5523" fmla="*/ 5692565 w 6604001"/>
              <a:gd name="connsiteY5523" fmla="*/ 4258889 h 6640493"/>
              <a:gd name="connsiteX5524" fmla="*/ 5688794 w 6604001"/>
              <a:gd name="connsiteY5524" fmla="*/ 4258889 h 6640493"/>
              <a:gd name="connsiteX5525" fmla="*/ 5688794 w 6604001"/>
              <a:gd name="connsiteY5525" fmla="*/ 4262658 h 6640493"/>
              <a:gd name="connsiteX5526" fmla="*/ 5685024 w 6604001"/>
              <a:gd name="connsiteY5526" fmla="*/ 4262658 h 6640493"/>
              <a:gd name="connsiteX5527" fmla="*/ 5541738 w 6604001"/>
              <a:gd name="connsiteY5527" fmla="*/ 5144542 h 6640493"/>
              <a:gd name="connsiteX5528" fmla="*/ 5545509 w 6604001"/>
              <a:gd name="connsiteY5528" fmla="*/ 5144542 h 6640493"/>
              <a:gd name="connsiteX5529" fmla="*/ 5549280 w 6604001"/>
              <a:gd name="connsiteY5529" fmla="*/ 5144542 h 6640493"/>
              <a:gd name="connsiteX5530" fmla="*/ 5671768 w 6604001"/>
              <a:gd name="connsiteY5530" fmla="*/ 4970179 h 6640493"/>
              <a:gd name="connsiteX5531" fmla="*/ 5672982 w 6604001"/>
              <a:gd name="connsiteY5531" fmla="*/ 4968451 h 6640493"/>
              <a:gd name="connsiteX5532" fmla="*/ 5669602 w 6604001"/>
              <a:gd name="connsiteY5532" fmla="*/ 4981971 h 6640493"/>
              <a:gd name="connsiteX5533" fmla="*/ 5670359 w 6604001"/>
              <a:gd name="connsiteY5533" fmla="*/ 4980815 h 6640493"/>
              <a:gd name="connsiteX5534" fmla="*/ 5669941 w 6604001"/>
              <a:gd name="connsiteY5534" fmla="*/ 4982486 h 6640493"/>
              <a:gd name="connsiteX5535" fmla="*/ 5553050 w 6604001"/>
              <a:gd name="connsiteY5535" fmla="*/ 5148311 h 6640493"/>
              <a:gd name="connsiteX5536" fmla="*/ 5553050 w 6604001"/>
              <a:gd name="connsiteY5536" fmla="*/ 5152079 h 6640493"/>
              <a:gd name="connsiteX5537" fmla="*/ 5553050 w 6604001"/>
              <a:gd name="connsiteY5537" fmla="*/ 5155848 h 6640493"/>
              <a:gd name="connsiteX5538" fmla="*/ 5553050 w 6604001"/>
              <a:gd name="connsiteY5538" fmla="*/ 5159617 h 6640493"/>
              <a:gd name="connsiteX5539" fmla="*/ 5553050 w 6604001"/>
              <a:gd name="connsiteY5539" fmla="*/ 5163386 h 6640493"/>
              <a:gd name="connsiteX5540" fmla="*/ 5549280 w 6604001"/>
              <a:gd name="connsiteY5540" fmla="*/ 5170923 h 6640493"/>
              <a:gd name="connsiteX5541" fmla="*/ 5549280 w 6604001"/>
              <a:gd name="connsiteY5541" fmla="*/ 5174692 h 6640493"/>
              <a:gd name="connsiteX5542" fmla="*/ 5549280 w 6604001"/>
              <a:gd name="connsiteY5542" fmla="*/ 5178460 h 6640493"/>
              <a:gd name="connsiteX5543" fmla="*/ 5545509 w 6604001"/>
              <a:gd name="connsiteY5543" fmla="*/ 5178460 h 6640493"/>
              <a:gd name="connsiteX5544" fmla="*/ 5545509 w 6604001"/>
              <a:gd name="connsiteY5544" fmla="*/ 5182229 h 6640493"/>
              <a:gd name="connsiteX5545" fmla="*/ 5601185 w 6604001"/>
              <a:gd name="connsiteY5545" fmla="*/ 5263846 h 6640493"/>
              <a:gd name="connsiteX5546" fmla="*/ 5601752 w 6604001"/>
              <a:gd name="connsiteY5546" fmla="*/ 5264676 h 6640493"/>
              <a:gd name="connsiteX5547" fmla="*/ 5598015 w 6604001"/>
              <a:gd name="connsiteY5547" fmla="*/ 5275886 h 6640493"/>
              <a:gd name="connsiteX5548" fmla="*/ 5598339 w 6604001"/>
              <a:gd name="connsiteY5548" fmla="*/ 5276324 h 6640493"/>
              <a:gd name="connsiteX5549" fmla="*/ 5598298 w 6604001"/>
              <a:gd name="connsiteY5549" fmla="*/ 5276448 h 6640493"/>
              <a:gd name="connsiteX5550" fmla="*/ 5537968 w 6604001"/>
              <a:gd name="connsiteY5550" fmla="*/ 5193535 h 6640493"/>
              <a:gd name="connsiteX5551" fmla="*/ 5534197 w 6604001"/>
              <a:gd name="connsiteY5551" fmla="*/ 5193535 h 6640493"/>
              <a:gd name="connsiteX5552" fmla="*/ 5534197 w 6604001"/>
              <a:gd name="connsiteY5552" fmla="*/ 5197304 h 6640493"/>
              <a:gd name="connsiteX5553" fmla="*/ 5530426 w 6604001"/>
              <a:gd name="connsiteY5553" fmla="*/ 5201073 h 6640493"/>
              <a:gd name="connsiteX5554" fmla="*/ 5300416 w 6604001"/>
              <a:gd name="connsiteY5554" fmla="*/ 5845526 h 6640493"/>
              <a:gd name="connsiteX5555" fmla="*/ 5304187 w 6604001"/>
              <a:gd name="connsiteY5555" fmla="*/ 5845526 h 6640493"/>
              <a:gd name="connsiteX5556" fmla="*/ 5307958 w 6604001"/>
              <a:gd name="connsiteY5556" fmla="*/ 5845526 h 6640493"/>
              <a:gd name="connsiteX5557" fmla="*/ 5307958 w 6604001"/>
              <a:gd name="connsiteY5557" fmla="*/ 5849295 h 6640493"/>
              <a:gd name="connsiteX5558" fmla="*/ 5307958 w 6604001"/>
              <a:gd name="connsiteY5558" fmla="*/ 5853064 h 6640493"/>
              <a:gd name="connsiteX5559" fmla="*/ 5289104 w 6604001"/>
              <a:gd name="connsiteY5559" fmla="*/ 5875676 h 6640493"/>
              <a:gd name="connsiteX5560" fmla="*/ 5266480 w 6604001"/>
              <a:gd name="connsiteY5560" fmla="*/ 5886982 h 6640493"/>
              <a:gd name="connsiteX5561" fmla="*/ 5266480 w 6604001"/>
              <a:gd name="connsiteY5561" fmla="*/ 5875676 h 6640493"/>
              <a:gd name="connsiteX5562" fmla="*/ 5270251 w 6604001"/>
              <a:gd name="connsiteY5562" fmla="*/ 5871907 h 6640493"/>
              <a:gd name="connsiteX5563" fmla="*/ 5270251 w 6604001"/>
              <a:gd name="connsiteY5563" fmla="*/ 5868139 h 6640493"/>
              <a:gd name="connsiteX5564" fmla="*/ 5274022 w 6604001"/>
              <a:gd name="connsiteY5564" fmla="*/ 5868139 h 6640493"/>
              <a:gd name="connsiteX5565" fmla="*/ 5274022 w 6604001"/>
              <a:gd name="connsiteY5565" fmla="*/ 5864370 h 6640493"/>
              <a:gd name="connsiteX5566" fmla="*/ 5111884 w 6604001"/>
              <a:gd name="connsiteY5566" fmla="*/ 5709852 h 6640493"/>
              <a:gd name="connsiteX5567" fmla="*/ 4651863 w 6604001"/>
              <a:gd name="connsiteY5567" fmla="*/ 6120644 h 6640493"/>
              <a:gd name="connsiteX5568" fmla="*/ 4651863 w 6604001"/>
              <a:gd name="connsiteY5568" fmla="*/ 6124413 h 6640493"/>
              <a:gd name="connsiteX5569" fmla="*/ 4651863 w 6604001"/>
              <a:gd name="connsiteY5569" fmla="*/ 6128181 h 6640493"/>
              <a:gd name="connsiteX5570" fmla="*/ 4648092 w 6604001"/>
              <a:gd name="connsiteY5570" fmla="*/ 6131950 h 6640493"/>
              <a:gd name="connsiteX5571" fmla="*/ 4602844 w 6604001"/>
              <a:gd name="connsiteY5571" fmla="*/ 6158331 h 6640493"/>
              <a:gd name="connsiteX5572" fmla="*/ 4602844 w 6604001"/>
              <a:gd name="connsiteY5572" fmla="*/ 6143256 h 6640493"/>
              <a:gd name="connsiteX5573" fmla="*/ 4602844 w 6604001"/>
              <a:gd name="connsiteY5573" fmla="*/ 6139488 h 6640493"/>
              <a:gd name="connsiteX5574" fmla="*/ 4606615 w 6604001"/>
              <a:gd name="connsiteY5574" fmla="*/ 6135719 h 6640493"/>
              <a:gd name="connsiteX5575" fmla="*/ 4610386 w 6604001"/>
              <a:gd name="connsiteY5575" fmla="*/ 6131950 h 6640493"/>
              <a:gd name="connsiteX5576" fmla="*/ 4406770 w 6604001"/>
              <a:gd name="connsiteY5576" fmla="*/ 5871907 h 6640493"/>
              <a:gd name="connsiteX5577" fmla="*/ 3886419 w 6604001"/>
              <a:gd name="connsiteY5577" fmla="*/ 6222400 h 6640493"/>
              <a:gd name="connsiteX5578" fmla="*/ 3886419 w 6604001"/>
              <a:gd name="connsiteY5578" fmla="*/ 6226168 h 6640493"/>
              <a:gd name="connsiteX5579" fmla="*/ 3886419 w 6604001"/>
              <a:gd name="connsiteY5579" fmla="*/ 6229937 h 6640493"/>
              <a:gd name="connsiteX5580" fmla="*/ 3886419 w 6604001"/>
              <a:gd name="connsiteY5580" fmla="*/ 6233706 h 6640493"/>
              <a:gd name="connsiteX5581" fmla="*/ 3833630 w 6604001"/>
              <a:gd name="connsiteY5581" fmla="*/ 6256318 h 6640493"/>
              <a:gd name="connsiteX5582" fmla="*/ 3829860 w 6604001"/>
              <a:gd name="connsiteY5582" fmla="*/ 6233706 h 6640493"/>
              <a:gd name="connsiteX5583" fmla="*/ 3833630 w 6604001"/>
              <a:gd name="connsiteY5583" fmla="*/ 6229937 h 6640493"/>
              <a:gd name="connsiteX5584" fmla="*/ 3837401 w 6604001"/>
              <a:gd name="connsiteY5584" fmla="*/ 6226168 h 6640493"/>
              <a:gd name="connsiteX5585" fmla="*/ 3841172 w 6604001"/>
              <a:gd name="connsiteY5585" fmla="*/ 6226168 h 6640493"/>
              <a:gd name="connsiteX5586" fmla="*/ 3841172 w 6604001"/>
              <a:gd name="connsiteY5586" fmla="*/ 6222400 h 6640493"/>
              <a:gd name="connsiteX5587" fmla="*/ 3603620 w 6604001"/>
              <a:gd name="connsiteY5587" fmla="*/ 5868139 h 6640493"/>
              <a:gd name="connsiteX5588" fmla="*/ 3596079 w 6604001"/>
              <a:gd name="connsiteY5588" fmla="*/ 5868139 h 6640493"/>
              <a:gd name="connsiteX5589" fmla="*/ 3075728 w 6604001"/>
              <a:gd name="connsiteY5589" fmla="*/ 6135719 h 6640493"/>
              <a:gd name="connsiteX5590" fmla="*/ 3075728 w 6604001"/>
              <a:gd name="connsiteY5590" fmla="*/ 6139488 h 6640493"/>
              <a:gd name="connsiteX5591" fmla="*/ 3075728 w 6604001"/>
              <a:gd name="connsiteY5591" fmla="*/ 6143256 h 6640493"/>
              <a:gd name="connsiteX5592" fmla="*/ 3075728 w 6604001"/>
              <a:gd name="connsiteY5592" fmla="*/ 6147025 h 6640493"/>
              <a:gd name="connsiteX5593" fmla="*/ 3071957 w 6604001"/>
              <a:gd name="connsiteY5593" fmla="*/ 6150794 h 6640493"/>
              <a:gd name="connsiteX5594" fmla="*/ 3045563 w 6604001"/>
              <a:gd name="connsiteY5594" fmla="*/ 6165869 h 6640493"/>
              <a:gd name="connsiteX5595" fmla="*/ 3019168 w 6604001"/>
              <a:gd name="connsiteY5595" fmla="*/ 6154562 h 6640493"/>
              <a:gd name="connsiteX5596" fmla="*/ 3019168 w 6604001"/>
              <a:gd name="connsiteY5596" fmla="*/ 6135719 h 6640493"/>
              <a:gd name="connsiteX5597" fmla="*/ 3022939 w 6604001"/>
              <a:gd name="connsiteY5597" fmla="*/ 6131950 h 6640493"/>
              <a:gd name="connsiteX5598" fmla="*/ 3026709 w 6604001"/>
              <a:gd name="connsiteY5598" fmla="*/ 6131950 h 6640493"/>
              <a:gd name="connsiteX5599" fmla="*/ 3026709 w 6604001"/>
              <a:gd name="connsiteY5599" fmla="*/ 6128181 h 6640493"/>
              <a:gd name="connsiteX5600" fmla="*/ 3030480 w 6604001"/>
              <a:gd name="connsiteY5600" fmla="*/ 6128181 h 6640493"/>
              <a:gd name="connsiteX5601" fmla="*/ 2800470 w 6604001"/>
              <a:gd name="connsiteY5601" fmla="*/ 5702314 h 6640493"/>
              <a:gd name="connsiteX5602" fmla="*/ 2302743 w 6604001"/>
              <a:gd name="connsiteY5602" fmla="*/ 5875676 h 6640493"/>
              <a:gd name="connsiteX5603" fmla="*/ 2306514 w 6604001"/>
              <a:gd name="connsiteY5603" fmla="*/ 5879445 h 6640493"/>
              <a:gd name="connsiteX5604" fmla="*/ 2306514 w 6604001"/>
              <a:gd name="connsiteY5604" fmla="*/ 5883214 h 6640493"/>
              <a:gd name="connsiteX5605" fmla="*/ 2306514 w 6604001"/>
              <a:gd name="connsiteY5605" fmla="*/ 5886982 h 6640493"/>
              <a:gd name="connsiteX5606" fmla="*/ 2302743 w 6604001"/>
              <a:gd name="connsiteY5606" fmla="*/ 5886982 h 6640493"/>
              <a:gd name="connsiteX5607" fmla="*/ 2302743 w 6604001"/>
              <a:gd name="connsiteY5607" fmla="*/ 5890751 h 6640493"/>
              <a:gd name="connsiteX5608" fmla="*/ 2272578 w 6604001"/>
              <a:gd name="connsiteY5608" fmla="*/ 5902057 h 6640493"/>
              <a:gd name="connsiteX5609" fmla="*/ 2249954 w 6604001"/>
              <a:gd name="connsiteY5609" fmla="*/ 5883214 h 6640493"/>
              <a:gd name="connsiteX5610" fmla="*/ 2253724 w 6604001"/>
              <a:gd name="connsiteY5610" fmla="*/ 5864370 h 6640493"/>
              <a:gd name="connsiteX5611" fmla="*/ 2257495 w 6604001"/>
              <a:gd name="connsiteY5611" fmla="*/ 5860601 h 6640493"/>
              <a:gd name="connsiteX5612" fmla="*/ 2261266 w 6604001"/>
              <a:gd name="connsiteY5612" fmla="*/ 5860601 h 6640493"/>
              <a:gd name="connsiteX5613" fmla="*/ 2261266 w 6604001"/>
              <a:gd name="connsiteY5613" fmla="*/ 5856833 h 6640493"/>
              <a:gd name="connsiteX5614" fmla="*/ 2046338 w 6604001"/>
              <a:gd name="connsiteY5614" fmla="*/ 5397047 h 6640493"/>
              <a:gd name="connsiteX5615" fmla="*/ 1605171 w 6604001"/>
              <a:gd name="connsiteY5615" fmla="*/ 5472422 h 6640493"/>
              <a:gd name="connsiteX5616" fmla="*/ 1605171 w 6604001"/>
              <a:gd name="connsiteY5616" fmla="*/ 5476190 h 6640493"/>
              <a:gd name="connsiteX5617" fmla="*/ 1605171 w 6604001"/>
              <a:gd name="connsiteY5617" fmla="*/ 5479959 h 6640493"/>
              <a:gd name="connsiteX5618" fmla="*/ 1605171 w 6604001"/>
              <a:gd name="connsiteY5618" fmla="*/ 5483728 h 6640493"/>
              <a:gd name="connsiteX5619" fmla="*/ 1605171 w 6604001"/>
              <a:gd name="connsiteY5619" fmla="*/ 5487497 h 6640493"/>
              <a:gd name="connsiteX5620" fmla="*/ 1575006 w 6604001"/>
              <a:gd name="connsiteY5620" fmla="*/ 5487497 h 6640493"/>
              <a:gd name="connsiteX5621" fmla="*/ 1556152 w 6604001"/>
              <a:gd name="connsiteY5621" fmla="*/ 5464884 h 6640493"/>
              <a:gd name="connsiteX5622" fmla="*/ 1559923 w 6604001"/>
              <a:gd name="connsiteY5622" fmla="*/ 5453578 h 6640493"/>
              <a:gd name="connsiteX5623" fmla="*/ 1559923 w 6604001"/>
              <a:gd name="connsiteY5623" fmla="*/ 5449809 h 6640493"/>
              <a:gd name="connsiteX5624" fmla="*/ 1563694 w 6604001"/>
              <a:gd name="connsiteY5624" fmla="*/ 5449809 h 6640493"/>
              <a:gd name="connsiteX5625" fmla="*/ 1567464 w 6604001"/>
              <a:gd name="connsiteY5625" fmla="*/ 5449809 h 6640493"/>
              <a:gd name="connsiteX5626" fmla="*/ 1567464 w 6604001"/>
              <a:gd name="connsiteY5626" fmla="*/ 5446041 h 6640493"/>
              <a:gd name="connsiteX5627" fmla="*/ 1503363 w 6604001"/>
              <a:gd name="connsiteY5627" fmla="*/ 5291522 h 6640493"/>
              <a:gd name="connsiteX5628" fmla="*/ 1503826 w 6604001"/>
              <a:gd name="connsiteY5628" fmla="*/ 5290136 h 6640493"/>
              <a:gd name="connsiteX5629" fmla="*/ 1504225 w 6604001"/>
              <a:gd name="connsiteY5629" fmla="*/ 5291118 h 6640493"/>
              <a:gd name="connsiteX5630" fmla="*/ 1507534 w 6604001"/>
              <a:gd name="connsiteY5630" fmla="*/ 5281194 h 6640493"/>
              <a:gd name="connsiteX5631" fmla="*/ 1529537 w 6604001"/>
              <a:gd name="connsiteY5631" fmla="*/ 5334951 h 6640493"/>
              <a:gd name="connsiteX5632" fmla="*/ 1575006 w 6604001"/>
              <a:gd name="connsiteY5632" fmla="*/ 5446041 h 6640493"/>
              <a:gd name="connsiteX5633" fmla="*/ 1578776 w 6604001"/>
              <a:gd name="connsiteY5633" fmla="*/ 5446041 h 6640493"/>
              <a:gd name="connsiteX5634" fmla="*/ 1582547 w 6604001"/>
              <a:gd name="connsiteY5634" fmla="*/ 5446041 h 6640493"/>
              <a:gd name="connsiteX5635" fmla="*/ 1774851 w 6604001"/>
              <a:gd name="connsiteY5635" fmla="*/ 4835506 h 6640493"/>
              <a:gd name="connsiteX5636" fmla="*/ 1771080 w 6604001"/>
              <a:gd name="connsiteY5636" fmla="*/ 4835506 h 6640493"/>
              <a:gd name="connsiteX5637" fmla="*/ 1767309 w 6604001"/>
              <a:gd name="connsiteY5637" fmla="*/ 4831737 h 6640493"/>
              <a:gd name="connsiteX5638" fmla="*/ 1767309 w 6604001"/>
              <a:gd name="connsiteY5638" fmla="*/ 4827968 h 6640493"/>
              <a:gd name="connsiteX5639" fmla="*/ 1627795 w 6604001"/>
              <a:gd name="connsiteY5639" fmla="*/ 4884499 h 6640493"/>
              <a:gd name="connsiteX5640" fmla="*/ 1627850 w 6604001"/>
              <a:gd name="connsiteY5640" fmla="*/ 4884335 h 6640493"/>
              <a:gd name="connsiteX5641" fmla="*/ 1628616 w 6604001"/>
              <a:gd name="connsiteY5641" fmla="*/ 4884095 h 6640493"/>
              <a:gd name="connsiteX5642" fmla="*/ 1632356 w 6604001"/>
              <a:gd name="connsiteY5642" fmla="*/ 4872878 h 6640493"/>
              <a:gd name="connsiteX5643" fmla="*/ 1675127 w 6604001"/>
              <a:gd name="connsiteY5643" fmla="*/ 4855778 h 6640493"/>
              <a:gd name="connsiteX5644" fmla="*/ 1763539 w 6604001"/>
              <a:gd name="connsiteY5644" fmla="*/ 4820431 h 6640493"/>
              <a:gd name="connsiteX5645" fmla="*/ 1759768 w 6604001"/>
              <a:gd name="connsiteY5645" fmla="*/ 4816662 h 6640493"/>
              <a:gd name="connsiteX5646" fmla="*/ 1759768 w 6604001"/>
              <a:gd name="connsiteY5646" fmla="*/ 4812893 h 6640493"/>
              <a:gd name="connsiteX5647" fmla="*/ 1759768 w 6604001"/>
              <a:gd name="connsiteY5647" fmla="*/ 4809125 h 6640493"/>
              <a:gd name="connsiteX5648" fmla="*/ 1759768 w 6604001"/>
              <a:gd name="connsiteY5648" fmla="*/ 4805356 h 6640493"/>
              <a:gd name="connsiteX5649" fmla="*/ 1759768 w 6604001"/>
              <a:gd name="connsiteY5649" fmla="*/ 4801587 h 6640493"/>
              <a:gd name="connsiteX5650" fmla="*/ 1763539 w 6604001"/>
              <a:gd name="connsiteY5650" fmla="*/ 4797818 h 6640493"/>
              <a:gd name="connsiteX5651" fmla="*/ 1763539 w 6604001"/>
              <a:gd name="connsiteY5651" fmla="*/ 4794050 h 6640493"/>
              <a:gd name="connsiteX5652" fmla="*/ 1767309 w 6604001"/>
              <a:gd name="connsiteY5652" fmla="*/ 4790281 h 6640493"/>
              <a:gd name="connsiteX5653" fmla="*/ 1684355 w 6604001"/>
              <a:gd name="connsiteY5653" fmla="*/ 4620688 h 6640493"/>
              <a:gd name="connsiteX5654" fmla="*/ 1684691 w 6604001"/>
              <a:gd name="connsiteY5654" fmla="*/ 4619343 h 6640493"/>
              <a:gd name="connsiteX5655" fmla="*/ 1685157 w 6604001"/>
              <a:gd name="connsiteY5655" fmla="*/ 4620283 h 6640493"/>
              <a:gd name="connsiteX5656" fmla="*/ 1688585 w 6604001"/>
              <a:gd name="connsiteY5656" fmla="*/ 4606572 h 6640493"/>
              <a:gd name="connsiteX5657" fmla="*/ 1716752 w 6604001"/>
              <a:gd name="connsiteY5657" fmla="*/ 4665324 h 6640493"/>
              <a:gd name="connsiteX5658" fmla="*/ 1774851 w 6604001"/>
              <a:gd name="connsiteY5658" fmla="*/ 4786512 h 6640493"/>
              <a:gd name="connsiteX5659" fmla="*/ 1778621 w 6604001"/>
              <a:gd name="connsiteY5659" fmla="*/ 4786512 h 6640493"/>
              <a:gd name="connsiteX5660" fmla="*/ 1782392 w 6604001"/>
              <a:gd name="connsiteY5660" fmla="*/ 4786512 h 6640493"/>
              <a:gd name="connsiteX5661" fmla="*/ 1786163 w 6604001"/>
              <a:gd name="connsiteY5661" fmla="*/ 4786512 h 6640493"/>
              <a:gd name="connsiteX5662" fmla="*/ 1891741 w 6604001"/>
              <a:gd name="connsiteY5662" fmla="*/ 3983772 h 6640493"/>
              <a:gd name="connsiteX5663" fmla="*/ 1887970 w 6604001"/>
              <a:gd name="connsiteY5663" fmla="*/ 3980003 h 6640493"/>
              <a:gd name="connsiteX5664" fmla="*/ 1884200 w 6604001"/>
              <a:gd name="connsiteY5664" fmla="*/ 3976234 h 6640493"/>
              <a:gd name="connsiteX5665" fmla="*/ 1758001 w 6604001"/>
              <a:gd name="connsiteY5665" fmla="*/ 4087530 h 6640493"/>
              <a:gd name="connsiteX5666" fmla="*/ 1756776 w 6604001"/>
              <a:gd name="connsiteY5666" fmla="*/ 4088610 h 6640493"/>
              <a:gd name="connsiteX5667" fmla="*/ 1756776 w 6604001"/>
              <a:gd name="connsiteY5667" fmla="*/ 4073816 h 6640493"/>
              <a:gd name="connsiteX5668" fmla="*/ 1755997 w 6604001"/>
              <a:gd name="connsiteY5668" fmla="*/ 4074408 h 6640493"/>
              <a:gd name="connsiteX5669" fmla="*/ 1755997 w 6604001"/>
              <a:gd name="connsiteY5669" fmla="*/ 4074221 h 6640493"/>
              <a:gd name="connsiteX5670" fmla="*/ 1876658 w 6604001"/>
              <a:gd name="connsiteY5670" fmla="*/ 3964928 h 6640493"/>
              <a:gd name="connsiteX5671" fmla="*/ 1876658 w 6604001"/>
              <a:gd name="connsiteY5671" fmla="*/ 3961159 h 6640493"/>
              <a:gd name="connsiteX5672" fmla="*/ 1876658 w 6604001"/>
              <a:gd name="connsiteY5672" fmla="*/ 3957391 h 6640493"/>
              <a:gd name="connsiteX5673" fmla="*/ 1876658 w 6604001"/>
              <a:gd name="connsiteY5673" fmla="*/ 3953622 h 6640493"/>
              <a:gd name="connsiteX5674" fmla="*/ 1876658 w 6604001"/>
              <a:gd name="connsiteY5674" fmla="*/ 3949853 h 6640493"/>
              <a:gd name="connsiteX5675" fmla="*/ 1880429 w 6604001"/>
              <a:gd name="connsiteY5675" fmla="*/ 3934778 h 6640493"/>
              <a:gd name="connsiteX5676" fmla="*/ 1880429 w 6604001"/>
              <a:gd name="connsiteY5676" fmla="*/ 3931010 h 6640493"/>
              <a:gd name="connsiteX5677" fmla="*/ 1778621 w 6604001"/>
              <a:gd name="connsiteY5677" fmla="*/ 3768954 h 6640493"/>
              <a:gd name="connsiteX5678" fmla="*/ 1778865 w 6604001"/>
              <a:gd name="connsiteY5678" fmla="*/ 3767735 h 6640493"/>
              <a:gd name="connsiteX5679" fmla="*/ 1779392 w 6604001"/>
              <a:gd name="connsiteY5679" fmla="*/ 3768548 h 6640493"/>
              <a:gd name="connsiteX5680" fmla="*/ 1782910 w 6604001"/>
              <a:gd name="connsiteY5680" fmla="*/ 3750961 h 6640493"/>
              <a:gd name="connsiteX5681" fmla="*/ 1817241 w 6604001"/>
              <a:gd name="connsiteY5681" fmla="*/ 3807333 h 6640493"/>
              <a:gd name="connsiteX5682" fmla="*/ 1887970 w 6604001"/>
              <a:gd name="connsiteY5682" fmla="*/ 3923472 h 6640493"/>
              <a:gd name="connsiteX5683" fmla="*/ 1891741 w 6604001"/>
              <a:gd name="connsiteY5683" fmla="*/ 3923472 h 6640493"/>
              <a:gd name="connsiteX5684" fmla="*/ 1895512 w 6604001"/>
              <a:gd name="connsiteY5684" fmla="*/ 3923472 h 6640493"/>
              <a:gd name="connsiteX5685" fmla="*/ 1918136 w 6604001"/>
              <a:gd name="connsiteY5685" fmla="*/ 3030283 h 6640493"/>
              <a:gd name="connsiteX5686" fmla="*/ 1914365 w 6604001"/>
              <a:gd name="connsiteY5686" fmla="*/ 3030283 h 6640493"/>
              <a:gd name="connsiteX5687" fmla="*/ 1910594 w 6604001"/>
              <a:gd name="connsiteY5687" fmla="*/ 3030283 h 6640493"/>
              <a:gd name="connsiteX5688" fmla="*/ 1910594 w 6604001"/>
              <a:gd name="connsiteY5688" fmla="*/ 3026514 h 6640493"/>
              <a:gd name="connsiteX5689" fmla="*/ 1906824 w 6604001"/>
              <a:gd name="connsiteY5689" fmla="*/ 3026514 h 6640493"/>
              <a:gd name="connsiteX5690" fmla="*/ 1906824 w 6604001"/>
              <a:gd name="connsiteY5690" fmla="*/ 3022745 h 6640493"/>
              <a:gd name="connsiteX5691" fmla="*/ 1791760 w 6604001"/>
              <a:gd name="connsiteY5691" fmla="*/ 3174851 h 6640493"/>
              <a:gd name="connsiteX5692" fmla="*/ 1790700 w 6604001"/>
              <a:gd name="connsiteY5692" fmla="*/ 3176252 h 6640493"/>
              <a:gd name="connsiteX5693" fmla="*/ 1790700 w 6604001"/>
              <a:gd name="connsiteY5693" fmla="*/ 3161790 h 6640493"/>
              <a:gd name="connsiteX5694" fmla="*/ 1789933 w 6604001"/>
              <a:gd name="connsiteY5694" fmla="*/ 3162765 h 6640493"/>
              <a:gd name="connsiteX5695" fmla="*/ 1789933 w 6604001"/>
              <a:gd name="connsiteY5695" fmla="*/ 3162190 h 6640493"/>
              <a:gd name="connsiteX5696" fmla="*/ 1899282 w 6604001"/>
              <a:gd name="connsiteY5696" fmla="*/ 3015208 h 6640493"/>
              <a:gd name="connsiteX5697" fmla="*/ 1899282 w 6604001"/>
              <a:gd name="connsiteY5697" fmla="*/ 3011440 h 6640493"/>
              <a:gd name="connsiteX5698" fmla="*/ 1895512 w 6604001"/>
              <a:gd name="connsiteY5698" fmla="*/ 3011440 h 6640493"/>
              <a:gd name="connsiteX5699" fmla="*/ 1895512 w 6604001"/>
              <a:gd name="connsiteY5699" fmla="*/ 3007671 h 6640493"/>
              <a:gd name="connsiteX5700" fmla="*/ 1895512 w 6604001"/>
              <a:gd name="connsiteY5700" fmla="*/ 3003902 h 6640493"/>
              <a:gd name="connsiteX5701" fmla="*/ 1895512 w 6604001"/>
              <a:gd name="connsiteY5701" fmla="*/ 3000134 h 6640493"/>
              <a:gd name="connsiteX5702" fmla="*/ 1895512 w 6604001"/>
              <a:gd name="connsiteY5702" fmla="*/ 2992596 h 6640493"/>
              <a:gd name="connsiteX5703" fmla="*/ 1895512 w 6604001"/>
              <a:gd name="connsiteY5703" fmla="*/ 2988828 h 6640493"/>
              <a:gd name="connsiteX5704" fmla="*/ 1895512 w 6604001"/>
              <a:gd name="connsiteY5704" fmla="*/ 2985059 h 6640493"/>
              <a:gd name="connsiteX5705" fmla="*/ 1899282 w 6604001"/>
              <a:gd name="connsiteY5705" fmla="*/ 2981290 h 6640493"/>
              <a:gd name="connsiteX5706" fmla="*/ 1899282 w 6604001"/>
              <a:gd name="connsiteY5706" fmla="*/ 2977522 h 6640493"/>
              <a:gd name="connsiteX5707" fmla="*/ 1782392 w 6604001"/>
              <a:gd name="connsiteY5707" fmla="*/ 2841854 h 6640493"/>
              <a:gd name="connsiteX5708" fmla="*/ 1782006 w 6604001"/>
              <a:gd name="connsiteY5708" fmla="*/ 2840307 h 6640493"/>
              <a:gd name="connsiteX5709" fmla="*/ 1783161 w 6604001"/>
              <a:gd name="connsiteY5709" fmla="*/ 2841463 h 6640493"/>
              <a:gd name="connsiteX5710" fmla="*/ 1779840 w 6604001"/>
              <a:gd name="connsiteY5710" fmla="*/ 2828180 h 6640493"/>
              <a:gd name="connsiteX5711" fmla="*/ 1819694 w 6604001"/>
              <a:gd name="connsiteY5711" fmla="*/ 2874047 h 6640493"/>
              <a:gd name="connsiteX5712" fmla="*/ 1903053 w 6604001"/>
              <a:gd name="connsiteY5712" fmla="*/ 2969985 h 6640493"/>
              <a:gd name="connsiteX5713" fmla="*/ 1906824 w 6604001"/>
              <a:gd name="connsiteY5713" fmla="*/ 2969985 h 6640493"/>
              <a:gd name="connsiteX5714" fmla="*/ 1906824 w 6604001"/>
              <a:gd name="connsiteY5714" fmla="*/ 2966216 h 6640493"/>
              <a:gd name="connsiteX5715" fmla="*/ 1910594 w 6604001"/>
              <a:gd name="connsiteY5715" fmla="*/ 2966216 h 6640493"/>
              <a:gd name="connsiteX5716" fmla="*/ 1914365 w 6604001"/>
              <a:gd name="connsiteY5716" fmla="*/ 2962447 h 6640493"/>
              <a:gd name="connsiteX5717" fmla="*/ 1850264 w 6604001"/>
              <a:gd name="connsiteY5717" fmla="*/ 2212471 h 6640493"/>
              <a:gd name="connsiteX5718" fmla="*/ 1831411 w 6604001"/>
              <a:gd name="connsiteY5718" fmla="*/ 2084332 h 6640493"/>
              <a:gd name="connsiteX5719" fmla="*/ 1823869 w 6604001"/>
              <a:gd name="connsiteY5719" fmla="*/ 2080563 h 6640493"/>
              <a:gd name="connsiteX5720" fmla="*/ 1727364 w 6604001"/>
              <a:gd name="connsiteY5720" fmla="*/ 2254928 h 6640493"/>
              <a:gd name="connsiteX5721" fmla="*/ 1726620 w 6604001"/>
              <a:gd name="connsiteY5721" fmla="*/ 2256272 h 6640493"/>
              <a:gd name="connsiteX5722" fmla="*/ 1726620 w 6604001"/>
              <a:gd name="connsiteY5722" fmla="*/ 2253527 h 6640493"/>
              <a:gd name="connsiteX5723" fmla="*/ 1726620 w 6604001"/>
              <a:gd name="connsiteY5723" fmla="*/ 2242221 h 6640493"/>
              <a:gd name="connsiteX5724" fmla="*/ 1725832 w 6604001"/>
              <a:gd name="connsiteY5724" fmla="*/ 2243636 h 6640493"/>
              <a:gd name="connsiteX5725" fmla="*/ 1725832 w 6604001"/>
              <a:gd name="connsiteY5725" fmla="*/ 2242621 h 6640493"/>
              <a:gd name="connsiteX5726" fmla="*/ 1812557 w 6604001"/>
              <a:gd name="connsiteY5726" fmla="*/ 2076794 h 6640493"/>
              <a:gd name="connsiteX5727" fmla="*/ 1812557 w 6604001"/>
              <a:gd name="connsiteY5727" fmla="*/ 2073026 h 6640493"/>
              <a:gd name="connsiteX5728" fmla="*/ 1808787 w 6604001"/>
              <a:gd name="connsiteY5728" fmla="*/ 2069257 h 6640493"/>
              <a:gd name="connsiteX5729" fmla="*/ 1808787 w 6604001"/>
              <a:gd name="connsiteY5729" fmla="*/ 2065488 h 6640493"/>
              <a:gd name="connsiteX5730" fmla="*/ 1808787 w 6604001"/>
              <a:gd name="connsiteY5730" fmla="*/ 2061719 h 6640493"/>
              <a:gd name="connsiteX5731" fmla="*/ 1808787 w 6604001"/>
              <a:gd name="connsiteY5731" fmla="*/ 2046644 h 6640493"/>
              <a:gd name="connsiteX5732" fmla="*/ 1808787 w 6604001"/>
              <a:gd name="connsiteY5732" fmla="*/ 2042875 h 6640493"/>
              <a:gd name="connsiteX5733" fmla="*/ 1676814 w 6604001"/>
              <a:gd name="connsiteY5733" fmla="*/ 1956195 h 6640493"/>
              <a:gd name="connsiteX5734" fmla="*/ 1676814 w 6604001"/>
              <a:gd name="connsiteY5734" fmla="*/ 1955355 h 6640493"/>
              <a:gd name="connsiteX5735" fmla="*/ 1677618 w 6604001"/>
              <a:gd name="connsiteY5735" fmla="*/ 1955794 h 6640493"/>
              <a:gd name="connsiteX5736" fmla="*/ 1677618 w 6604001"/>
              <a:gd name="connsiteY5736" fmla="*/ 1941657 h 6640493"/>
              <a:gd name="connsiteX5737" fmla="*/ 1721620 w 6604001"/>
              <a:gd name="connsiteY5737" fmla="*/ 1970976 h 6640493"/>
              <a:gd name="connsiteX5738" fmla="*/ 1812557 w 6604001"/>
              <a:gd name="connsiteY5738" fmla="*/ 2031570 h 6640493"/>
              <a:gd name="connsiteX5739" fmla="*/ 1816328 w 6604001"/>
              <a:gd name="connsiteY5739" fmla="*/ 2031570 h 6640493"/>
              <a:gd name="connsiteX5740" fmla="*/ 1816328 w 6604001"/>
              <a:gd name="connsiteY5740" fmla="*/ 2027800 h 6640493"/>
              <a:gd name="connsiteX5741" fmla="*/ 1820099 w 6604001"/>
              <a:gd name="connsiteY5741" fmla="*/ 2024032 h 6640493"/>
              <a:gd name="connsiteX5742" fmla="*/ 1654190 w 6604001"/>
              <a:gd name="connsiteY5742" fmla="*/ 1338125 h 6640493"/>
              <a:gd name="connsiteX5743" fmla="*/ 1650419 w 6604001"/>
              <a:gd name="connsiteY5743" fmla="*/ 1341894 h 6640493"/>
              <a:gd name="connsiteX5744" fmla="*/ 1646648 w 6604001"/>
              <a:gd name="connsiteY5744" fmla="*/ 1341894 h 6640493"/>
              <a:gd name="connsiteX5745" fmla="*/ 1568702 w 6604001"/>
              <a:gd name="connsiteY5745" fmla="*/ 1501417 h 6640493"/>
              <a:gd name="connsiteX5746" fmla="*/ 1568043 w 6604001"/>
              <a:gd name="connsiteY5746" fmla="*/ 1502765 h 6640493"/>
              <a:gd name="connsiteX5747" fmla="*/ 1564536 w 6604001"/>
              <a:gd name="connsiteY5747" fmla="*/ 1492245 h 6640493"/>
              <a:gd name="connsiteX5748" fmla="*/ 1563963 w 6604001"/>
              <a:gd name="connsiteY5748" fmla="*/ 1493450 h 6640493"/>
              <a:gd name="connsiteX5749" fmla="*/ 1563694 w 6604001"/>
              <a:gd name="connsiteY5749" fmla="*/ 1492643 h 6640493"/>
              <a:gd name="connsiteX5750" fmla="*/ 1635336 w 6604001"/>
              <a:gd name="connsiteY5750" fmla="*/ 1338125 h 6640493"/>
              <a:gd name="connsiteX5751" fmla="*/ 1631566 w 6604001"/>
              <a:gd name="connsiteY5751" fmla="*/ 1334356 h 6640493"/>
              <a:gd name="connsiteX5752" fmla="*/ 1631566 w 6604001"/>
              <a:gd name="connsiteY5752" fmla="*/ 1330587 h 6640493"/>
              <a:gd name="connsiteX5753" fmla="*/ 1627795 w 6604001"/>
              <a:gd name="connsiteY5753" fmla="*/ 1326819 h 6640493"/>
              <a:gd name="connsiteX5754" fmla="*/ 1627795 w 6604001"/>
              <a:gd name="connsiteY5754" fmla="*/ 1323050 h 6640493"/>
              <a:gd name="connsiteX5755" fmla="*/ 1627795 w 6604001"/>
              <a:gd name="connsiteY5755" fmla="*/ 1319281 h 6640493"/>
              <a:gd name="connsiteX5756" fmla="*/ 1631566 w 6604001"/>
              <a:gd name="connsiteY5756" fmla="*/ 1315512 h 6640493"/>
              <a:gd name="connsiteX5757" fmla="*/ 1525987 w 6604001"/>
              <a:gd name="connsiteY5757" fmla="*/ 1304206 h 6640493"/>
              <a:gd name="connsiteX5758" fmla="*/ 1526859 w 6604001"/>
              <a:gd name="connsiteY5758" fmla="*/ 1303336 h 6640493"/>
              <a:gd name="connsiteX5759" fmla="*/ 1526931 w 6604001"/>
              <a:gd name="connsiteY5759" fmla="*/ 1303343 h 6640493"/>
              <a:gd name="connsiteX5760" fmla="*/ 1537902 w 6604001"/>
              <a:gd name="connsiteY5760" fmla="*/ 1292993 h 6640493"/>
              <a:gd name="connsiteX5761" fmla="*/ 1569659 w 6604001"/>
              <a:gd name="connsiteY5761" fmla="*/ 1297876 h 6640493"/>
              <a:gd name="connsiteX5762" fmla="*/ 1635336 w 6604001"/>
              <a:gd name="connsiteY5762" fmla="*/ 1307975 h 6640493"/>
              <a:gd name="connsiteX5763" fmla="*/ 1635336 w 6604001"/>
              <a:gd name="connsiteY5763" fmla="*/ 1304206 h 6640493"/>
              <a:gd name="connsiteX5764" fmla="*/ 1639107 w 6604001"/>
              <a:gd name="connsiteY5764" fmla="*/ 1300437 h 6640493"/>
              <a:gd name="connsiteX5765" fmla="*/ 1642878 w 6604001"/>
              <a:gd name="connsiteY5765" fmla="*/ 1300437 h 6640493"/>
              <a:gd name="connsiteX5766" fmla="*/ 1620254 w 6604001"/>
              <a:gd name="connsiteY5766" fmla="*/ 1240138 h 6640493"/>
              <a:gd name="connsiteX5767" fmla="*/ 1627795 w 6604001"/>
              <a:gd name="connsiteY5767" fmla="*/ 1236369 h 6640493"/>
              <a:gd name="connsiteX5768" fmla="*/ 1650419 w 6604001"/>
              <a:gd name="connsiteY5768" fmla="*/ 1292900 h 6640493"/>
              <a:gd name="connsiteX5769" fmla="*/ 1654190 w 6604001"/>
              <a:gd name="connsiteY5769" fmla="*/ 1292900 h 6640493"/>
              <a:gd name="connsiteX5770" fmla="*/ 1657960 w 6604001"/>
              <a:gd name="connsiteY5770" fmla="*/ 1292900 h 6640493"/>
              <a:gd name="connsiteX5771" fmla="*/ 1661731 w 6604001"/>
              <a:gd name="connsiteY5771" fmla="*/ 1292900 h 6640493"/>
              <a:gd name="connsiteX5772" fmla="*/ 1714520 w 6604001"/>
              <a:gd name="connsiteY5772" fmla="*/ 1179838 h 6640493"/>
              <a:gd name="connsiteX5773" fmla="*/ 1729603 w 6604001"/>
              <a:gd name="connsiteY5773" fmla="*/ 1172301 h 6640493"/>
              <a:gd name="connsiteX5774" fmla="*/ 1669272 w 6604001"/>
              <a:gd name="connsiteY5774" fmla="*/ 1292900 h 6640493"/>
              <a:gd name="connsiteX5775" fmla="*/ 1673043 w 6604001"/>
              <a:gd name="connsiteY5775" fmla="*/ 1296669 h 6640493"/>
              <a:gd name="connsiteX5776" fmla="*/ 1673043 w 6604001"/>
              <a:gd name="connsiteY5776" fmla="*/ 1300437 h 6640493"/>
              <a:gd name="connsiteX5777" fmla="*/ 1676814 w 6604001"/>
              <a:gd name="connsiteY5777" fmla="*/ 1300437 h 6640493"/>
              <a:gd name="connsiteX5778" fmla="*/ 1676814 w 6604001"/>
              <a:gd name="connsiteY5778" fmla="*/ 1304206 h 6640493"/>
              <a:gd name="connsiteX5779" fmla="*/ 1676814 w 6604001"/>
              <a:gd name="connsiteY5779" fmla="*/ 1307975 h 6640493"/>
              <a:gd name="connsiteX5780" fmla="*/ 1676814 w 6604001"/>
              <a:gd name="connsiteY5780" fmla="*/ 1311744 h 6640493"/>
              <a:gd name="connsiteX5781" fmla="*/ 1676814 w 6604001"/>
              <a:gd name="connsiteY5781" fmla="*/ 1315512 h 6640493"/>
              <a:gd name="connsiteX5782" fmla="*/ 2095357 w 6604001"/>
              <a:gd name="connsiteY5782" fmla="*/ 1477568 h 6640493"/>
              <a:gd name="connsiteX5783" fmla="*/ 2363073 w 6604001"/>
              <a:gd name="connsiteY5783" fmla="*/ 1006476 h 6640493"/>
              <a:gd name="connsiteX5784" fmla="*/ 2359303 w 6604001"/>
              <a:gd name="connsiteY5784" fmla="*/ 1002708 h 6640493"/>
              <a:gd name="connsiteX5785" fmla="*/ 2359303 w 6604001"/>
              <a:gd name="connsiteY5785" fmla="*/ 998939 h 6640493"/>
              <a:gd name="connsiteX5786" fmla="*/ 2355532 w 6604001"/>
              <a:gd name="connsiteY5786" fmla="*/ 998939 h 6640493"/>
              <a:gd name="connsiteX5787" fmla="*/ 2355532 w 6604001"/>
              <a:gd name="connsiteY5787" fmla="*/ 995170 h 6640493"/>
              <a:gd name="connsiteX5788" fmla="*/ 2355532 w 6604001"/>
              <a:gd name="connsiteY5788" fmla="*/ 991401 h 6640493"/>
              <a:gd name="connsiteX5789" fmla="*/ 2351761 w 6604001"/>
              <a:gd name="connsiteY5789" fmla="*/ 987632 h 6640493"/>
              <a:gd name="connsiteX5790" fmla="*/ 2351761 w 6604001"/>
              <a:gd name="connsiteY5790" fmla="*/ 983864 h 6640493"/>
              <a:gd name="connsiteX5791" fmla="*/ 2355532 w 6604001"/>
              <a:gd name="connsiteY5791" fmla="*/ 980095 h 6640493"/>
              <a:gd name="connsiteX5792" fmla="*/ 2200935 w 6604001"/>
              <a:gd name="connsiteY5792" fmla="*/ 923564 h 6640493"/>
              <a:gd name="connsiteX5793" fmla="*/ 2216018 w 6604001"/>
              <a:gd name="connsiteY5793" fmla="*/ 916026 h 6640493"/>
              <a:gd name="connsiteX5794" fmla="*/ 2359303 w 6604001"/>
              <a:gd name="connsiteY5794" fmla="*/ 968789 h 6640493"/>
              <a:gd name="connsiteX5795" fmla="*/ 2359303 w 6604001"/>
              <a:gd name="connsiteY5795" fmla="*/ 965020 h 6640493"/>
              <a:gd name="connsiteX5796" fmla="*/ 2363073 w 6604001"/>
              <a:gd name="connsiteY5796" fmla="*/ 965020 h 6640493"/>
              <a:gd name="connsiteX5797" fmla="*/ 2363073 w 6604001"/>
              <a:gd name="connsiteY5797" fmla="*/ 961251 h 6640493"/>
              <a:gd name="connsiteX5798" fmla="*/ 2366844 w 6604001"/>
              <a:gd name="connsiteY5798" fmla="*/ 961251 h 6640493"/>
              <a:gd name="connsiteX5799" fmla="*/ 2332908 w 6604001"/>
              <a:gd name="connsiteY5799" fmla="*/ 867033 h 6640493"/>
              <a:gd name="connsiteX5800" fmla="*/ 2340449 w 6604001"/>
              <a:gd name="connsiteY5800" fmla="*/ 863264 h 6640493"/>
              <a:gd name="connsiteX5801" fmla="*/ 2378156 w 6604001"/>
              <a:gd name="connsiteY5801" fmla="*/ 957482 h 6640493"/>
              <a:gd name="connsiteX5802" fmla="*/ 2381927 w 6604001"/>
              <a:gd name="connsiteY5802" fmla="*/ 957482 h 6640493"/>
              <a:gd name="connsiteX5803" fmla="*/ 2385697 w 6604001"/>
              <a:gd name="connsiteY5803" fmla="*/ 957482 h 6640493"/>
              <a:gd name="connsiteX5804" fmla="*/ 2389468 w 6604001"/>
              <a:gd name="connsiteY5804" fmla="*/ 957482 h 6640493"/>
              <a:gd name="connsiteX5805" fmla="*/ 2468652 w 6604001"/>
              <a:gd name="connsiteY5805" fmla="*/ 814270 h 6640493"/>
              <a:gd name="connsiteX5806" fmla="*/ 2483735 w 6604001"/>
              <a:gd name="connsiteY5806" fmla="*/ 810502 h 6640493"/>
              <a:gd name="connsiteX5807" fmla="*/ 2397009 w 6604001"/>
              <a:gd name="connsiteY5807" fmla="*/ 961251 h 6640493"/>
              <a:gd name="connsiteX5808" fmla="*/ 2400780 w 6604001"/>
              <a:gd name="connsiteY5808" fmla="*/ 965020 h 6640493"/>
              <a:gd name="connsiteX5809" fmla="*/ 2404551 w 6604001"/>
              <a:gd name="connsiteY5809" fmla="*/ 968789 h 6640493"/>
              <a:gd name="connsiteX5810" fmla="*/ 2404551 w 6604001"/>
              <a:gd name="connsiteY5810" fmla="*/ 972557 h 6640493"/>
              <a:gd name="connsiteX5811" fmla="*/ 2408321 w 6604001"/>
              <a:gd name="connsiteY5811" fmla="*/ 980095 h 6640493"/>
              <a:gd name="connsiteX5812" fmla="*/ 2408321 w 6604001"/>
              <a:gd name="connsiteY5812" fmla="*/ 983864 h 6640493"/>
              <a:gd name="connsiteX5813" fmla="*/ 2408321 w 6604001"/>
              <a:gd name="connsiteY5813" fmla="*/ 987632 h 6640493"/>
              <a:gd name="connsiteX5814" fmla="*/ 2408321 w 6604001"/>
              <a:gd name="connsiteY5814" fmla="*/ 991401 h 6640493"/>
              <a:gd name="connsiteX5815" fmla="*/ 2875883 w 6604001"/>
              <a:gd name="connsiteY5815" fmla="*/ 1266519 h 6640493"/>
              <a:gd name="connsiteX5816" fmla="*/ 3162453 w 6604001"/>
              <a:gd name="connsiteY5816" fmla="*/ 814270 h 6640493"/>
              <a:gd name="connsiteX5817" fmla="*/ 3158682 w 6604001"/>
              <a:gd name="connsiteY5817" fmla="*/ 810502 h 6640493"/>
              <a:gd name="connsiteX5818" fmla="*/ 3158682 w 6604001"/>
              <a:gd name="connsiteY5818" fmla="*/ 806733 h 6640493"/>
              <a:gd name="connsiteX5819" fmla="*/ 3154912 w 6604001"/>
              <a:gd name="connsiteY5819" fmla="*/ 806733 h 6640493"/>
              <a:gd name="connsiteX5820" fmla="*/ 3154912 w 6604001"/>
              <a:gd name="connsiteY5820" fmla="*/ 802964 h 6640493"/>
              <a:gd name="connsiteX5821" fmla="*/ 3151141 w 6604001"/>
              <a:gd name="connsiteY5821" fmla="*/ 799195 h 6640493"/>
              <a:gd name="connsiteX5822" fmla="*/ 3151141 w 6604001"/>
              <a:gd name="connsiteY5822" fmla="*/ 795427 h 6640493"/>
              <a:gd name="connsiteX5823" fmla="*/ 3151141 w 6604001"/>
              <a:gd name="connsiteY5823" fmla="*/ 791658 h 6640493"/>
              <a:gd name="connsiteX5824" fmla="*/ 3151141 w 6604001"/>
              <a:gd name="connsiteY5824" fmla="*/ 787889 h 6640493"/>
              <a:gd name="connsiteX5825" fmla="*/ 3151141 w 6604001"/>
              <a:gd name="connsiteY5825" fmla="*/ 784121 h 6640493"/>
              <a:gd name="connsiteX5826" fmla="*/ 2947526 w 6604001"/>
              <a:gd name="connsiteY5826" fmla="*/ 674827 h 6640493"/>
              <a:gd name="connsiteX5827" fmla="*/ 2962608 w 6604001"/>
              <a:gd name="connsiteY5827" fmla="*/ 671059 h 6640493"/>
              <a:gd name="connsiteX5828" fmla="*/ 3154912 w 6604001"/>
              <a:gd name="connsiteY5828" fmla="*/ 772814 h 6640493"/>
              <a:gd name="connsiteX5829" fmla="*/ 3158682 w 6604001"/>
              <a:gd name="connsiteY5829" fmla="*/ 772814 h 6640493"/>
              <a:gd name="connsiteX5830" fmla="*/ 3162453 w 6604001"/>
              <a:gd name="connsiteY5830" fmla="*/ 769046 h 6640493"/>
              <a:gd name="connsiteX5831" fmla="*/ 3166224 w 6604001"/>
              <a:gd name="connsiteY5831" fmla="*/ 769046 h 6640493"/>
              <a:gd name="connsiteX5832" fmla="*/ 3117205 w 6604001"/>
              <a:gd name="connsiteY5832" fmla="*/ 637140 h 6640493"/>
              <a:gd name="connsiteX5833" fmla="*/ 3124746 w 6604001"/>
              <a:gd name="connsiteY5833" fmla="*/ 637140 h 6640493"/>
              <a:gd name="connsiteX5834" fmla="*/ 3173765 w 6604001"/>
              <a:gd name="connsiteY5834" fmla="*/ 765277 h 6640493"/>
              <a:gd name="connsiteX5835" fmla="*/ 3177536 w 6604001"/>
              <a:gd name="connsiteY5835" fmla="*/ 765277 h 6640493"/>
              <a:gd name="connsiteX5836" fmla="*/ 3181306 w 6604001"/>
              <a:gd name="connsiteY5836" fmla="*/ 765277 h 6640493"/>
              <a:gd name="connsiteX5837" fmla="*/ 3185077 w 6604001"/>
              <a:gd name="connsiteY5837" fmla="*/ 769046 h 6640493"/>
              <a:gd name="connsiteX5838" fmla="*/ 3188848 w 6604001"/>
              <a:gd name="connsiteY5838" fmla="*/ 769046 h 6640493"/>
              <a:gd name="connsiteX5839" fmla="*/ 3294426 w 6604001"/>
              <a:gd name="connsiteY5839" fmla="*/ 610758 h 6640493"/>
              <a:gd name="connsiteX5840" fmla="*/ 3309509 w 6604001"/>
              <a:gd name="connsiteY5840" fmla="*/ 610758 h 6640493"/>
              <a:gd name="connsiteX5841" fmla="*/ 3196389 w 6604001"/>
              <a:gd name="connsiteY5841" fmla="*/ 776583 h 6640493"/>
              <a:gd name="connsiteX5842" fmla="*/ 3200160 w 6604001"/>
              <a:gd name="connsiteY5842" fmla="*/ 776583 h 6640493"/>
              <a:gd name="connsiteX5843" fmla="*/ 3200160 w 6604001"/>
              <a:gd name="connsiteY5843" fmla="*/ 780352 h 6640493"/>
              <a:gd name="connsiteX5844" fmla="*/ 3203930 w 6604001"/>
              <a:gd name="connsiteY5844" fmla="*/ 780352 h 6640493"/>
              <a:gd name="connsiteX5845" fmla="*/ 3203930 w 6604001"/>
              <a:gd name="connsiteY5845" fmla="*/ 784121 h 6640493"/>
              <a:gd name="connsiteX5846" fmla="*/ 3207701 w 6604001"/>
              <a:gd name="connsiteY5846" fmla="*/ 787889 h 6640493"/>
              <a:gd name="connsiteX5847" fmla="*/ 3207701 w 6604001"/>
              <a:gd name="connsiteY5847" fmla="*/ 795427 h 6640493"/>
              <a:gd name="connsiteX5848" fmla="*/ 3207701 w 6604001"/>
              <a:gd name="connsiteY5848" fmla="*/ 799195 h 6640493"/>
              <a:gd name="connsiteX5849" fmla="*/ 3207701 w 6604001"/>
              <a:gd name="connsiteY5849" fmla="*/ 802964 h 6640493"/>
              <a:gd name="connsiteX5850" fmla="*/ 3207701 w 6604001"/>
              <a:gd name="connsiteY5850" fmla="*/ 806733 h 6640493"/>
              <a:gd name="connsiteX5851" fmla="*/ 3701657 w 6604001"/>
              <a:gd name="connsiteY5851" fmla="*/ 1179838 h 6640493"/>
              <a:gd name="connsiteX5852" fmla="*/ 3705428 w 6604001"/>
              <a:gd name="connsiteY5852" fmla="*/ 1176070 h 6640493"/>
              <a:gd name="connsiteX5853" fmla="*/ 3995768 w 6604001"/>
              <a:gd name="connsiteY5853" fmla="*/ 776583 h 6640493"/>
              <a:gd name="connsiteX5854" fmla="*/ 3991998 w 6604001"/>
              <a:gd name="connsiteY5854" fmla="*/ 772814 h 6640493"/>
              <a:gd name="connsiteX5855" fmla="*/ 3991998 w 6604001"/>
              <a:gd name="connsiteY5855" fmla="*/ 769046 h 6640493"/>
              <a:gd name="connsiteX5856" fmla="*/ 3988227 w 6604001"/>
              <a:gd name="connsiteY5856" fmla="*/ 769046 h 6640493"/>
              <a:gd name="connsiteX5857" fmla="*/ 3988227 w 6604001"/>
              <a:gd name="connsiteY5857" fmla="*/ 761508 h 6640493"/>
              <a:gd name="connsiteX5858" fmla="*/ 3988227 w 6604001"/>
              <a:gd name="connsiteY5858" fmla="*/ 757739 h 6640493"/>
              <a:gd name="connsiteX5859" fmla="*/ 3988227 w 6604001"/>
              <a:gd name="connsiteY5859" fmla="*/ 753970 h 6640493"/>
              <a:gd name="connsiteX5860" fmla="*/ 3988227 w 6604001"/>
              <a:gd name="connsiteY5860" fmla="*/ 750202 h 6640493"/>
              <a:gd name="connsiteX5861" fmla="*/ 3988227 w 6604001"/>
              <a:gd name="connsiteY5861" fmla="*/ 746433 h 6640493"/>
              <a:gd name="connsiteX5862" fmla="*/ 3739364 w 6604001"/>
              <a:gd name="connsiteY5862" fmla="*/ 573071 h 6640493"/>
              <a:gd name="connsiteX5863" fmla="*/ 5103420 w 6604001"/>
              <a:gd name="connsiteY5863" fmla="*/ 538131 h 6640493"/>
              <a:gd name="connsiteX5864" fmla="*/ 5130001 w 6604001"/>
              <a:gd name="connsiteY5864" fmla="*/ 558234 h 6640493"/>
              <a:gd name="connsiteX5865" fmla="*/ 5134490 w 6604001"/>
              <a:gd name="connsiteY5865" fmla="*/ 563238 h 6640493"/>
              <a:gd name="connsiteX5866" fmla="*/ 1706935 w 6604001"/>
              <a:gd name="connsiteY5866" fmla="*/ 533993 h 6640493"/>
              <a:gd name="connsiteX5867" fmla="*/ 1704678 w 6604001"/>
              <a:gd name="connsiteY5867" fmla="*/ 534640 h 6640493"/>
              <a:gd name="connsiteX5868" fmla="*/ 1665998 w 6604001"/>
              <a:gd name="connsiteY5868" fmla="*/ 546025 h 6640493"/>
              <a:gd name="connsiteX5869" fmla="*/ 1666517 w 6604001"/>
              <a:gd name="connsiteY5869" fmla="*/ 545831 h 6640493"/>
              <a:gd name="connsiteX5870" fmla="*/ 1706590 w 6604001"/>
              <a:gd name="connsiteY5870" fmla="*/ 534073 h 6640493"/>
              <a:gd name="connsiteX5871" fmla="*/ 5066924 w 6604001"/>
              <a:gd name="connsiteY5871" fmla="*/ 511635 h 6640493"/>
              <a:gd name="connsiteX5872" fmla="*/ 5070711 w 6604001"/>
              <a:gd name="connsiteY5872" fmla="*/ 513892 h 6640493"/>
              <a:gd name="connsiteX5873" fmla="*/ 5081048 w 6604001"/>
              <a:gd name="connsiteY5873" fmla="*/ 520052 h 6640493"/>
              <a:gd name="connsiteX5874" fmla="*/ 5103420 w 6604001"/>
              <a:gd name="connsiteY5874" fmla="*/ 538131 h 6640493"/>
              <a:gd name="connsiteX5875" fmla="*/ 5073992 w 6604001"/>
              <a:gd name="connsiteY5875" fmla="*/ 515876 h 6640493"/>
              <a:gd name="connsiteX5876" fmla="*/ 4794060 w 6604001"/>
              <a:gd name="connsiteY5876" fmla="*/ 505638 h 6640493"/>
              <a:gd name="connsiteX5877" fmla="*/ 4857035 w 6604001"/>
              <a:gd name="connsiteY5877" fmla="*/ 554020 h 6640493"/>
              <a:gd name="connsiteX5878" fmla="*/ 4883550 w 6604001"/>
              <a:gd name="connsiteY5878" fmla="*/ 576617 h 6640493"/>
              <a:gd name="connsiteX5879" fmla="*/ 4857226 w 6604001"/>
              <a:gd name="connsiteY5879" fmla="*/ 556683 h 6640493"/>
              <a:gd name="connsiteX5880" fmla="*/ 1555723 w 6604001"/>
              <a:gd name="connsiteY5880" fmla="*/ 499809 h 6640493"/>
              <a:gd name="connsiteX5881" fmla="*/ 1492556 w 6604001"/>
              <a:gd name="connsiteY5881" fmla="*/ 543625 h 6640493"/>
              <a:gd name="connsiteX5882" fmla="*/ 1323771 w 6604001"/>
              <a:gd name="connsiteY5882" fmla="*/ 662788 h 6640493"/>
              <a:gd name="connsiteX5883" fmla="*/ 1292773 w 6604001"/>
              <a:gd name="connsiteY5883" fmla="*/ 685746 h 6640493"/>
              <a:gd name="connsiteX5884" fmla="*/ 1341442 w 6604001"/>
              <a:gd name="connsiteY5884" fmla="*/ 647269 h 6640493"/>
              <a:gd name="connsiteX5885" fmla="*/ 1514551 w 6604001"/>
              <a:gd name="connsiteY5885" fmla="*/ 525616 h 6640493"/>
              <a:gd name="connsiteX5886" fmla="*/ 4960818 w 6604001"/>
              <a:gd name="connsiteY5886" fmla="*/ 457998 h 6640493"/>
              <a:gd name="connsiteX5887" fmla="*/ 4969973 w 6604001"/>
              <a:gd name="connsiteY5887" fmla="*/ 463633 h 6640493"/>
              <a:gd name="connsiteX5888" fmla="*/ 5179423 w 6604001"/>
              <a:gd name="connsiteY5888" fmla="*/ 613773 h 6640493"/>
              <a:gd name="connsiteX5889" fmla="*/ 5183188 w 6604001"/>
              <a:gd name="connsiteY5889" fmla="*/ 617538 h 6640493"/>
              <a:gd name="connsiteX5890" fmla="*/ 5134490 w 6604001"/>
              <a:gd name="connsiteY5890" fmla="*/ 563238 h 6640493"/>
              <a:gd name="connsiteX5891" fmla="*/ 5137592 w 6604001"/>
              <a:gd name="connsiteY5891" fmla="*/ 565745 h 6640493"/>
              <a:gd name="connsiteX5892" fmla="*/ 5194137 w 6604001"/>
              <a:gd name="connsiteY5892" fmla="*/ 625572 h 6640493"/>
              <a:gd name="connsiteX5893" fmla="*/ 5197906 w 6604001"/>
              <a:gd name="connsiteY5893" fmla="*/ 629340 h 6640493"/>
              <a:gd name="connsiteX5894" fmla="*/ 5201676 w 6604001"/>
              <a:gd name="connsiteY5894" fmla="*/ 633109 h 6640493"/>
              <a:gd name="connsiteX5895" fmla="*/ 5261990 w 6604001"/>
              <a:gd name="connsiteY5895" fmla="*/ 651951 h 6640493"/>
              <a:gd name="connsiteX5896" fmla="*/ 5265760 w 6604001"/>
              <a:gd name="connsiteY5896" fmla="*/ 655720 h 6640493"/>
              <a:gd name="connsiteX5897" fmla="*/ 5212985 w 6604001"/>
              <a:gd name="connsiteY5897" fmla="*/ 636877 h 6640493"/>
              <a:gd name="connsiteX5898" fmla="*/ 5212985 w 6604001"/>
              <a:gd name="connsiteY5898" fmla="*/ 640646 h 6640493"/>
              <a:gd name="connsiteX5899" fmla="*/ 5216754 w 6604001"/>
              <a:gd name="connsiteY5899" fmla="*/ 644414 h 6640493"/>
              <a:gd name="connsiteX5900" fmla="*/ 5220524 w 6604001"/>
              <a:gd name="connsiteY5900" fmla="*/ 648182 h 6640493"/>
              <a:gd name="connsiteX5901" fmla="*/ 5224294 w 6604001"/>
              <a:gd name="connsiteY5901" fmla="*/ 651951 h 6640493"/>
              <a:gd name="connsiteX5902" fmla="*/ 5360000 w 6604001"/>
              <a:gd name="connsiteY5902" fmla="*/ 776314 h 6640493"/>
              <a:gd name="connsiteX5903" fmla="*/ 5367540 w 6604001"/>
              <a:gd name="connsiteY5903" fmla="*/ 783850 h 6640493"/>
              <a:gd name="connsiteX5904" fmla="*/ 5220524 w 6604001"/>
              <a:gd name="connsiteY5904" fmla="*/ 651951 h 6640493"/>
              <a:gd name="connsiteX5905" fmla="*/ 5216754 w 6604001"/>
              <a:gd name="connsiteY5905" fmla="*/ 651951 h 6640493"/>
              <a:gd name="connsiteX5906" fmla="*/ 5345570 w 6604001"/>
              <a:gd name="connsiteY5906" fmla="*/ 874000 h 6640493"/>
              <a:gd name="connsiteX5907" fmla="*/ 5386335 w 6604001"/>
              <a:gd name="connsiteY5907" fmla="*/ 968386 h 6640493"/>
              <a:gd name="connsiteX5908" fmla="*/ 5379600 w 6604001"/>
              <a:gd name="connsiteY5908" fmla="*/ 965020 h 6640493"/>
              <a:gd name="connsiteX5909" fmla="*/ 5379645 w 6604001"/>
              <a:gd name="connsiteY5909" fmla="*/ 965138 h 6640493"/>
              <a:gd name="connsiteX5910" fmla="*/ 5378848 w 6604001"/>
              <a:gd name="connsiteY5910" fmla="*/ 964740 h 6640493"/>
              <a:gd name="connsiteX5911" fmla="*/ 5205446 w 6604001"/>
              <a:gd name="connsiteY5911" fmla="*/ 644414 h 6640493"/>
              <a:gd name="connsiteX5912" fmla="*/ 5197906 w 6604001"/>
              <a:gd name="connsiteY5912" fmla="*/ 636877 h 6640493"/>
              <a:gd name="connsiteX5913" fmla="*/ 5194137 w 6604001"/>
              <a:gd name="connsiteY5913" fmla="*/ 636877 h 6640493"/>
              <a:gd name="connsiteX5914" fmla="*/ 5020734 w 6604001"/>
              <a:gd name="connsiteY5914" fmla="*/ 678333 h 6640493"/>
              <a:gd name="connsiteX5915" fmla="*/ 5024504 w 6604001"/>
              <a:gd name="connsiteY5915" fmla="*/ 682100 h 6640493"/>
              <a:gd name="connsiteX5916" fmla="*/ 5024504 w 6604001"/>
              <a:gd name="connsiteY5916" fmla="*/ 685869 h 6640493"/>
              <a:gd name="connsiteX5917" fmla="*/ 5194137 w 6604001"/>
              <a:gd name="connsiteY5917" fmla="*/ 866758 h 6640493"/>
              <a:gd name="connsiteX5918" fmla="*/ 5182828 w 6604001"/>
              <a:gd name="connsiteY5918" fmla="*/ 862990 h 6640493"/>
              <a:gd name="connsiteX5919" fmla="*/ 5032043 w 6604001"/>
              <a:gd name="connsiteY5919" fmla="*/ 708480 h 6640493"/>
              <a:gd name="connsiteX5920" fmla="*/ 4981624 w 6604001"/>
              <a:gd name="connsiteY5920" fmla="*/ 732033 h 6640493"/>
              <a:gd name="connsiteX5921" fmla="*/ 4934150 w 6604001"/>
              <a:gd name="connsiteY5921" fmla="*/ 761167 h 6640493"/>
              <a:gd name="connsiteX5922" fmla="*/ 4923350 w 6604001"/>
              <a:gd name="connsiteY5922" fmla="*/ 753970 h 6640493"/>
              <a:gd name="connsiteX5923" fmla="*/ 4923264 w 6604001"/>
              <a:gd name="connsiteY5923" fmla="*/ 754062 h 6640493"/>
              <a:gd name="connsiteX5924" fmla="*/ 4922724 w 6604001"/>
              <a:gd name="connsiteY5924" fmla="*/ 753702 h 6640493"/>
              <a:gd name="connsiteX5925" fmla="*/ 5001886 w 6604001"/>
              <a:gd name="connsiteY5925" fmla="*/ 693406 h 6640493"/>
              <a:gd name="connsiteX5926" fmla="*/ 4998116 w 6604001"/>
              <a:gd name="connsiteY5926" fmla="*/ 689637 h 6640493"/>
              <a:gd name="connsiteX5927" fmla="*/ 4994346 w 6604001"/>
              <a:gd name="connsiteY5927" fmla="*/ 689637 h 6640493"/>
              <a:gd name="connsiteX5928" fmla="*/ 4916127 w 6604001"/>
              <a:gd name="connsiteY5928" fmla="*/ 604375 h 6640493"/>
              <a:gd name="connsiteX5929" fmla="*/ 4883550 w 6604001"/>
              <a:gd name="connsiteY5929" fmla="*/ 576617 h 6640493"/>
              <a:gd name="connsiteX5930" fmla="*/ 5013083 w 6604001"/>
              <a:gd name="connsiteY5930" fmla="*/ 674689 h 6640493"/>
              <a:gd name="connsiteX5931" fmla="*/ 5186363 w 6604001"/>
              <a:gd name="connsiteY5931" fmla="*/ 629374 h 6640493"/>
              <a:gd name="connsiteX5932" fmla="*/ 5182596 w 6604001"/>
              <a:gd name="connsiteY5932" fmla="*/ 625599 h 6640493"/>
              <a:gd name="connsiteX5933" fmla="*/ 5182596 w 6604001"/>
              <a:gd name="connsiteY5933" fmla="*/ 621823 h 6640493"/>
              <a:gd name="connsiteX5934" fmla="*/ 5178829 w 6604001"/>
              <a:gd name="connsiteY5934" fmla="*/ 621823 h 6640493"/>
              <a:gd name="connsiteX5935" fmla="*/ 5175062 w 6604001"/>
              <a:gd name="connsiteY5935" fmla="*/ 614271 h 6640493"/>
              <a:gd name="connsiteX5936" fmla="*/ 5063760 w 6604001"/>
              <a:gd name="connsiteY5936" fmla="*/ 531136 h 6640493"/>
              <a:gd name="connsiteX5937" fmla="*/ 4863146 w 6604001"/>
              <a:gd name="connsiteY5937" fmla="*/ 391632 h 6640493"/>
              <a:gd name="connsiteX5938" fmla="*/ 4885722 w 6604001"/>
              <a:gd name="connsiteY5938" fmla="*/ 402919 h 6640493"/>
              <a:gd name="connsiteX5939" fmla="*/ 5011848 w 6604001"/>
              <a:gd name="connsiteY5939" fmla="*/ 478591 h 6640493"/>
              <a:gd name="connsiteX5940" fmla="*/ 5066924 w 6604001"/>
              <a:gd name="connsiteY5940" fmla="*/ 511635 h 6640493"/>
              <a:gd name="connsiteX5941" fmla="*/ 5056545 w 6604001"/>
              <a:gd name="connsiteY5941" fmla="*/ 505449 h 6640493"/>
              <a:gd name="connsiteX5942" fmla="*/ 4885027 w 6604001"/>
              <a:gd name="connsiteY5942" fmla="*/ 403229 h 6640493"/>
              <a:gd name="connsiteX5943" fmla="*/ 1751186 w 6604001"/>
              <a:gd name="connsiteY5943" fmla="*/ 386323 h 6640493"/>
              <a:gd name="connsiteX5944" fmla="*/ 1721220 w 6604001"/>
              <a:gd name="connsiteY5944" fmla="*/ 403113 h 6640493"/>
              <a:gd name="connsiteX5945" fmla="*/ 1709477 w 6604001"/>
              <a:gd name="connsiteY5945" fmla="*/ 409692 h 6640493"/>
              <a:gd name="connsiteX5946" fmla="*/ 1689395 w 6604001"/>
              <a:gd name="connsiteY5946" fmla="*/ 420010 h 6640493"/>
              <a:gd name="connsiteX5947" fmla="*/ 1651000 w 6604001"/>
              <a:gd name="connsiteY5947" fmla="*/ 439738 h 6640493"/>
              <a:gd name="connsiteX5948" fmla="*/ 1748559 w 6604001"/>
              <a:gd name="connsiteY5948" fmla="*/ 387443 h 6640493"/>
              <a:gd name="connsiteX5949" fmla="*/ 1767321 w 6604001"/>
              <a:gd name="connsiteY5949" fmla="*/ 379973 h 6640493"/>
              <a:gd name="connsiteX5950" fmla="*/ 1768179 w 6604001"/>
              <a:gd name="connsiteY5950" fmla="*/ 379973 h 6640493"/>
              <a:gd name="connsiteX5951" fmla="*/ 1761530 w 6604001"/>
              <a:gd name="connsiteY5951" fmla="*/ 383630 h 6640493"/>
              <a:gd name="connsiteX5952" fmla="*/ 1760538 w 6604001"/>
              <a:gd name="connsiteY5952" fmla="*/ 384175 h 6640493"/>
              <a:gd name="connsiteX5953" fmla="*/ 1768629 w 6604001"/>
              <a:gd name="connsiteY5953" fmla="*/ 379973 h 6640493"/>
              <a:gd name="connsiteX5954" fmla="*/ 1769384 w 6604001"/>
              <a:gd name="connsiteY5954" fmla="*/ 379973 h 6640493"/>
              <a:gd name="connsiteX5955" fmla="*/ 1743924 w 6604001"/>
              <a:gd name="connsiteY5955" fmla="*/ 393866 h 6640493"/>
              <a:gd name="connsiteX5956" fmla="*/ 1571522 w 6604001"/>
              <a:gd name="connsiteY5956" fmla="*/ 489904 h 6640493"/>
              <a:gd name="connsiteX5957" fmla="*/ 1555723 w 6604001"/>
              <a:gd name="connsiteY5957" fmla="*/ 499809 h 6640493"/>
              <a:gd name="connsiteX5958" fmla="*/ 1571295 w 6604001"/>
              <a:gd name="connsiteY5958" fmla="*/ 489006 h 6640493"/>
              <a:gd name="connsiteX5959" fmla="*/ 1635370 w 6604001"/>
              <a:gd name="connsiteY5959" fmla="*/ 451215 h 6640493"/>
              <a:gd name="connsiteX5960" fmla="*/ 1689433 w 6604001"/>
              <a:gd name="connsiteY5960" fmla="*/ 420923 h 6640493"/>
              <a:gd name="connsiteX5961" fmla="*/ 1709477 w 6604001"/>
              <a:gd name="connsiteY5961" fmla="*/ 409692 h 6640493"/>
              <a:gd name="connsiteX5962" fmla="*/ 1718248 w 6604001"/>
              <a:gd name="connsiteY5962" fmla="*/ 405186 h 6640493"/>
              <a:gd name="connsiteX5963" fmla="*/ 1767321 w 6604001"/>
              <a:gd name="connsiteY5963" fmla="*/ 379973 h 6640493"/>
              <a:gd name="connsiteX5964" fmla="*/ 1770411 w 6604001"/>
              <a:gd name="connsiteY5964" fmla="*/ 379412 h 6640493"/>
              <a:gd name="connsiteX5965" fmla="*/ 1771057 w 6604001"/>
              <a:gd name="connsiteY5965" fmla="*/ 379412 h 6640493"/>
              <a:gd name="connsiteX5966" fmla="*/ 1771073 w 6604001"/>
              <a:gd name="connsiteY5966" fmla="*/ 379412 h 6640493"/>
              <a:gd name="connsiteX5967" fmla="*/ 1771073 w 6604001"/>
              <a:gd name="connsiteY5967" fmla="*/ 379973 h 6640493"/>
              <a:gd name="connsiteX5968" fmla="*/ 1769384 w 6604001"/>
              <a:gd name="connsiteY5968" fmla="*/ 379973 h 6640493"/>
              <a:gd name="connsiteX5969" fmla="*/ 1769198 w 6604001"/>
              <a:gd name="connsiteY5969" fmla="*/ 379412 h 6640493"/>
              <a:gd name="connsiteX5970" fmla="*/ 1769707 w 6604001"/>
              <a:gd name="connsiteY5970" fmla="*/ 379412 h 6640493"/>
              <a:gd name="connsiteX5971" fmla="*/ 1768629 w 6604001"/>
              <a:gd name="connsiteY5971" fmla="*/ 379973 h 6640493"/>
              <a:gd name="connsiteX5972" fmla="*/ 1768179 w 6604001"/>
              <a:gd name="connsiteY5972" fmla="*/ 379973 h 6640493"/>
              <a:gd name="connsiteX5973" fmla="*/ 1768476 w 6604001"/>
              <a:gd name="connsiteY5973" fmla="*/ 379810 h 6640493"/>
              <a:gd name="connsiteX5974" fmla="*/ 1763519 w 6604001"/>
              <a:gd name="connsiteY5974" fmla="*/ 379412 h 6640493"/>
              <a:gd name="connsiteX5975" fmla="*/ 1767288 w 6604001"/>
              <a:gd name="connsiteY5975" fmla="*/ 379412 h 6640493"/>
              <a:gd name="connsiteX5976" fmla="*/ 1767383 w 6604001"/>
              <a:gd name="connsiteY5976" fmla="*/ 379412 h 6640493"/>
              <a:gd name="connsiteX5977" fmla="*/ 1751186 w 6604001"/>
              <a:gd name="connsiteY5977" fmla="*/ 386323 h 6640493"/>
              <a:gd name="connsiteX5978" fmla="*/ 1771073 w 6604001"/>
              <a:gd name="connsiteY5978" fmla="*/ 378703 h 6640493"/>
              <a:gd name="connsiteX5979" fmla="*/ 1771073 w 6604001"/>
              <a:gd name="connsiteY5979" fmla="*/ 379051 h 6640493"/>
              <a:gd name="connsiteX5980" fmla="*/ 1770411 w 6604001"/>
              <a:gd name="connsiteY5980" fmla="*/ 379412 h 6640493"/>
              <a:gd name="connsiteX5981" fmla="*/ 1769707 w 6604001"/>
              <a:gd name="connsiteY5981" fmla="*/ 379412 h 6640493"/>
              <a:gd name="connsiteX5982" fmla="*/ 1771073 w 6604001"/>
              <a:gd name="connsiteY5982" fmla="*/ 377839 h 6640493"/>
              <a:gd name="connsiteX5983" fmla="*/ 1771073 w 6604001"/>
              <a:gd name="connsiteY5983" fmla="*/ 378382 h 6640493"/>
              <a:gd name="connsiteX5984" fmla="*/ 1769198 w 6604001"/>
              <a:gd name="connsiteY5984" fmla="*/ 379412 h 6640493"/>
              <a:gd name="connsiteX5985" fmla="*/ 1767383 w 6604001"/>
              <a:gd name="connsiteY5985" fmla="*/ 379412 h 6640493"/>
              <a:gd name="connsiteX5986" fmla="*/ 1771073 w 6604001"/>
              <a:gd name="connsiteY5986" fmla="*/ 376238 h 6640493"/>
              <a:gd name="connsiteX5987" fmla="*/ 1774825 w 6604001"/>
              <a:gd name="connsiteY5987" fmla="*/ 376238 h 6640493"/>
              <a:gd name="connsiteX5988" fmla="*/ 1771073 w 6604001"/>
              <a:gd name="connsiteY5988" fmla="*/ 377839 h 6640493"/>
              <a:gd name="connsiteX5989" fmla="*/ 1784351 w 6604001"/>
              <a:gd name="connsiteY5989" fmla="*/ 371079 h 6640493"/>
              <a:gd name="connsiteX5990" fmla="*/ 1782950 w 6604001"/>
              <a:gd name="connsiteY5990" fmla="*/ 372534 h 6640493"/>
              <a:gd name="connsiteX5991" fmla="*/ 1771073 w 6604001"/>
              <a:gd name="connsiteY5991" fmla="*/ 378703 h 6640493"/>
              <a:gd name="connsiteX5992" fmla="*/ 1771073 w 6604001"/>
              <a:gd name="connsiteY5992" fmla="*/ 378382 h 6640493"/>
              <a:gd name="connsiteX5993" fmla="*/ 1786685 w 6604001"/>
              <a:gd name="connsiteY5993" fmla="*/ 368653 h 6640493"/>
              <a:gd name="connsiteX5994" fmla="*/ 1788761 w 6604001"/>
              <a:gd name="connsiteY5994" fmla="*/ 368653 h 6640493"/>
              <a:gd name="connsiteX5995" fmla="*/ 1787327 w 6604001"/>
              <a:gd name="connsiteY5995" fmla="*/ 369441 h 6640493"/>
              <a:gd name="connsiteX5996" fmla="*/ 1784351 w 6604001"/>
              <a:gd name="connsiteY5996" fmla="*/ 371079 h 6640493"/>
              <a:gd name="connsiteX5997" fmla="*/ 1792288 w 6604001"/>
              <a:gd name="connsiteY5997" fmla="*/ 366713 h 6640493"/>
              <a:gd name="connsiteX5998" fmla="*/ 1790746 w 6604001"/>
              <a:gd name="connsiteY5998" fmla="*/ 368316 h 6640493"/>
              <a:gd name="connsiteX5999" fmla="*/ 1790127 w 6604001"/>
              <a:gd name="connsiteY5999" fmla="*/ 368653 h 6640493"/>
              <a:gd name="connsiteX6000" fmla="*/ 1788761 w 6604001"/>
              <a:gd name="connsiteY6000" fmla="*/ 368653 h 6640493"/>
              <a:gd name="connsiteX6001" fmla="*/ 1794156 w 6604001"/>
              <a:gd name="connsiteY6001" fmla="*/ 364773 h 6640493"/>
              <a:gd name="connsiteX6002" fmla="*/ 1795816 w 6604001"/>
              <a:gd name="connsiteY6002" fmla="*/ 364773 h 6640493"/>
              <a:gd name="connsiteX6003" fmla="*/ 1792288 w 6604001"/>
              <a:gd name="connsiteY6003" fmla="*/ 366713 h 6640493"/>
              <a:gd name="connsiteX6004" fmla="*/ 1808761 w 6604001"/>
              <a:gd name="connsiteY6004" fmla="*/ 360685 h 6640493"/>
              <a:gd name="connsiteX6005" fmla="*/ 1808761 w 6604001"/>
              <a:gd name="connsiteY6005" fmla="*/ 361228 h 6640493"/>
              <a:gd name="connsiteX6006" fmla="*/ 1806137 w 6604001"/>
              <a:gd name="connsiteY6006" fmla="*/ 361228 h 6640493"/>
              <a:gd name="connsiteX6007" fmla="*/ 1806479 w 6604001"/>
              <a:gd name="connsiteY6007" fmla="*/ 361014 h 6640493"/>
              <a:gd name="connsiteX6008" fmla="*/ 1809027 w 6604001"/>
              <a:gd name="connsiteY6008" fmla="*/ 358162 h 6640493"/>
              <a:gd name="connsiteX6009" fmla="*/ 1809556 w 6604001"/>
              <a:gd name="connsiteY6009" fmla="*/ 358162 h 6640493"/>
              <a:gd name="connsiteX6010" fmla="*/ 1808761 w 6604001"/>
              <a:gd name="connsiteY6010" fmla="*/ 358580 h 6640493"/>
              <a:gd name="connsiteX6011" fmla="*/ 1808761 w 6604001"/>
              <a:gd name="connsiteY6011" fmla="*/ 358320 h 6640493"/>
              <a:gd name="connsiteX6012" fmla="*/ 1871158 w 6604001"/>
              <a:gd name="connsiteY6012" fmla="*/ 356034 h 6640493"/>
              <a:gd name="connsiteX6013" fmla="*/ 1797724 w 6604001"/>
              <a:gd name="connsiteY6013" fmla="*/ 368865 h 6640493"/>
              <a:gd name="connsiteX6014" fmla="*/ 1793952 w 6604001"/>
              <a:gd name="connsiteY6014" fmla="*/ 368865 h 6640493"/>
              <a:gd name="connsiteX6015" fmla="*/ 1790180 w 6604001"/>
              <a:gd name="connsiteY6015" fmla="*/ 368865 h 6640493"/>
              <a:gd name="connsiteX6016" fmla="*/ 1790180 w 6604001"/>
              <a:gd name="connsiteY6016" fmla="*/ 372632 h 6640493"/>
              <a:gd name="connsiteX6017" fmla="*/ 1786408 w 6604001"/>
              <a:gd name="connsiteY6017" fmla="*/ 372632 h 6640493"/>
              <a:gd name="connsiteX6018" fmla="*/ 1612900 w 6604001"/>
              <a:gd name="connsiteY6018" fmla="*/ 557212 h 6640493"/>
              <a:gd name="connsiteX6019" fmla="*/ 1616672 w 6604001"/>
              <a:gd name="connsiteY6019" fmla="*/ 553446 h 6640493"/>
              <a:gd name="connsiteX6020" fmla="*/ 1627988 w 6604001"/>
              <a:gd name="connsiteY6020" fmla="*/ 553446 h 6640493"/>
              <a:gd name="connsiteX6021" fmla="*/ 1627988 w 6604001"/>
              <a:gd name="connsiteY6021" fmla="*/ 557212 h 6640493"/>
              <a:gd name="connsiteX6022" fmla="*/ 1665998 w 6604001"/>
              <a:gd name="connsiteY6022" fmla="*/ 546025 h 6640493"/>
              <a:gd name="connsiteX6023" fmla="*/ 1641081 w 6604001"/>
              <a:gd name="connsiteY6023" fmla="*/ 555292 h 6640493"/>
              <a:gd name="connsiteX6024" fmla="*/ 1621210 w 6604001"/>
              <a:gd name="connsiteY6024" fmla="*/ 565194 h 6640493"/>
              <a:gd name="connsiteX6025" fmla="*/ 1602341 w 6604001"/>
              <a:gd name="connsiteY6025" fmla="*/ 576514 h 6640493"/>
              <a:gd name="connsiteX6026" fmla="*/ 1428750 w 6604001"/>
              <a:gd name="connsiteY6026" fmla="*/ 874513 h 6640493"/>
              <a:gd name="connsiteX6027" fmla="*/ 1432524 w 6604001"/>
              <a:gd name="connsiteY6027" fmla="*/ 874513 h 6640493"/>
              <a:gd name="connsiteX6028" fmla="*/ 1436298 w 6604001"/>
              <a:gd name="connsiteY6028" fmla="*/ 874513 h 6640493"/>
              <a:gd name="connsiteX6029" fmla="*/ 1440071 w 6604001"/>
              <a:gd name="connsiteY6029" fmla="*/ 882057 h 6640493"/>
              <a:gd name="connsiteX6030" fmla="*/ 1440071 w 6604001"/>
              <a:gd name="connsiteY6030" fmla="*/ 885828 h 6640493"/>
              <a:gd name="connsiteX6031" fmla="*/ 1866501 w 6604001"/>
              <a:gd name="connsiteY6031" fmla="*/ 844334 h 6640493"/>
              <a:gd name="connsiteX6032" fmla="*/ 1885370 w 6604001"/>
              <a:gd name="connsiteY6032" fmla="*/ 833018 h 6640493"/>
              <a:gd name="connsiteX6033" fmla="*/ 2089150 w 6604001"/>
              <a:gd name="connsiteY6033" fmla="*/ 485979 h 6640493"/>
              <a:gd name="connsiteX6034" fmla="*/ 2085377 w 6604001"/>
              <a:gd name="connsiteY6034" fmla="*/ 485979 h 6640493"/>
              <a:gd name="connsiteX6035" fmla="*/ 2081603 w 6604001"/>
              <a:gd name="connsiteY6035" fmla="*/ 485979 h 6640493"/>
              <a:gd name="connsiteX6036" fmla="*/ 2077829 w 6604001"/>
              <a:gd name="connsiteY6036" fmla="*/ 482207 h 6640493"/>
              <a:gd name="connsiteX6037" fmla="*/ 2077829 w 6604001"/>
              <a:gd name="connsiteY6037" fmla="*/ 478435 h 6640493"/>
              <a:gd name="connsiteX6038" fmla="*/ 2077829 w 6604001"/>
              <a:gd name="connsiteY6038" fmla="*/ 474663 h 6640493"/>
              <a:gd name="connsiteX6039" fmla="*/ 1764530 w 6604001"/>
              <a:gd name="connsiteY6039" fmla="*/ 520547 h 6640493"/>
              <a:gd name="connsiteX6040" fmla="*/ 1706935 w 6604001"/>
              <a:gd name="connsiteY6040" fmla="*/ 533993 h 6640493"/>
              <a:gd name="connsiteX6041" fmla="*/ 1765545 w 6604001"/>
              <a:gd name="connsiteY6041" fmla="*/ 517189 h 6640493"/>
              <a:gd name="connsiteX6042" fmla="*/ 2080616 w 6604001"/>
              <a:gd name="connsiteY6042" fmla="*/ 470573 h 6640493"/>
              <a:gd name="connsiteX6043" fmla="*/ 2080616 w 6604001"/>
              <a:gd name="connsiteY6043" fmla="*/ 466806 h 6640493"/>
              <a:gd name="connsiteX6044" fmla="*/ 2084388 w 6604001"/>
              <a:gd name="connsiteY6044" fmla="*/ 466806 h 6640493"/>
              <a:gd name="connsiteX6045" fmla="*/ 2084388 w 6604001"/>
              <a:gd name="connsiteY6045" fmla="*/ 463039 h 6640493"/>
              <a:gd name="connsiteX6046" fmla="*/ 1871158 w 6604001"/>
              <a:gd name="connsiteY6046" fmla="*/ 356034 h 6640493"/>
              <a:gd name="connsiteX6047" fmla="*/ 1818591 w 6604001"/>
              <a:gd name="connsiteY6047" fmla="*/ 353414 h 6640493"/>
              <a:gd name="connsiteX6048" fmla="*/ 1817720 w 6604001"/>
              <a:gd name="connsiteY6048" fmla="*/ 353960 h 6640493"/>
              <a:gd name="connsiteX6049" fmla="*/ 1811024 w 6604001"/>
              <a:gd name="connsiteY6049" fmla="*/ 358162 h 6640493"/>
              <a:gd name="connsiteX6050" fmla="*/ 1809556 w 6604001"/>
              <a:gd name="connsiteY6050" fmla="*/ 358162 h 6640493"/>
              <a:gd name="connsiteX6051" fmla="*/ 1824038 w 6604001"/>
              <a:gd name="connsiteY6051" fmla="*/ 349250 h 6640493"/>
              <a:gd name="connsiteX6052" fmla="*/ 1813008 w 6604001"/>
              <a:gd name="connsiteY6052" fmla="*/ 355799 h 6640493"/>
              <a:gd name="connsiteX6053" fmla="*/ 1809027 w 6604001"/>
              <a:gd name="connsiteY6053" fmla="*/ 358162 h 6640493"/>
              <a:gd name="connsiteX6054" fmla="*/ 1808761 w 6604001"/>
              <a:gd name="connsiteY6054" fmla="*/ 358162 h 6640493"/>
              <a:gd name="connsiteX6055" fmla="*/ 1808761 w 6604001"/>
              <a:gd name="connsiteY6055" fmla="*/ 358320 h 6640493"/>
              <a:gd name="connsiteX6056" fmla="*/ 1804944 w 6604001"/>
              <a:gd name="connsiteY6056" fmla="*/ 360586 h 6640493"/>
              <a:gd name="connsiteX6057" fmla="*/ 1804039 w 6604001"/>
              <a:gd name="connsiteY6057" fmla="*/ 361062 h 6640493"/>
              <a:gd name="connsiteX6058" fmla="*/ 1797238 w 6604001"/>
              <a:gd name="connsiteY6058" fmla="*/ 364773 h 6640493"/>
              <a:gd name="connsiteX6059" fmla="*/ 1795816 w 6604001"/>
              <a:gd name="connsiteY6059" fmla="*/ 364773 h 6640493"/>
              <a:gd name="connsiteX6060" fmla="*/ 4756466 w 6604001"/>
              <a:gd name="connsiteY6060" fmla="*/ 337161 h 6640493"/>
              <a:gd name="connsiteX6061" fmla="*/ 4780302 w 6604001"/>
              <a:gd name="connsiteY6061" fmla="*/ 348409 h 6640493"/>
              <a:gd name="connsiteX6062" fmla="*/ 4827938 w 6604001"/>
              <a:gd name="connsiteY6062" fmla="*/ 372970 h 6640493"/>
              <a:gd name="connsiteX6063" fmla="*/ 4863146 w 6604001"/>
              <a:gd name="connsiteY6063" fmla="*/ 391632 h 6640493"/>
              <a:gd name="connsiteX6064" fmla="*/ 4833521 w 6604001"/>
              <a:gd name="connsiteY6064" fmla="*/ 376820 h 6640493"/>
              <a:gd name="connsiteX6065" fmla="*/ 4798463 w 6604001"/>
              <a:gd name="connsiteY6065" fmla="*/ 359292 h 6640493"/>
              <a:gd name="connsiteX6066" fmla="*/ 4071672 w 6604001"/>
              <a:gd name="connsiteY6066" fmla="*/ 332326 h 6640493"/>
              <a:gd name="connsiteX6067" fmla="*/ 4073194 w 6604001"/>
              <a:gd name="connsiteY6067" fmla="*/ 333144 h 6640493"/>
              <a:gd name="connsiteX6068" fmla="*/ 4075199 w 6604001"/>
              <a:gd name="connsiteY6068" fmla="*/ 334356 h 6640493"/>
              <a:gd name="connsiteX6069" fmla="*/ 1864067 w 6604001"/>
              <a:gd name="connsiteY6069" fmla="*/ 330007 h 6640493"/>
              <a:gd name="connsiteX6070" fmla="*/ 1853773 w 6604001"/>
              <a:gd name="connsiteY6070" fmla="*/ 334925 h 6640493"/>
              <a:gd name="connsiteX6071" fmla="*/ 1818591 w 6604001"/>
              <a:gd name="connsiteY6071" fmla="*/ 353414 h 6640493"/>
              <a:gd name="connsiteX6072" fmla="*/ 1835168 w 6604001"/>
              <a:gd name="connsiteY6072" fmla="*/ 343013 h 6640493"/>
              <a:gd name="connsiteX6073" fmla="*/ 1862518 w 6604001"/>
              <a:gd name="connsiteY6073" fmla="*/ 330704 h 6640493"/>
              <a:gd name="connsiteX6074" fmla="*/ 4735109 w 6604001"/>
              <a:gd name="connsiteY6074" fmla="*/ 327616 h 6640493"/>
              <a:gd name="connsiteX6075" fmla="*/ 4747343 w 6604001"/>
              <a:gd name="connsiteY6075" fmla="*/ 333733 h 6640493"/>
              <a:gd name="connsiteX6076" fmla="*/ 4794293 w 6604001"/>
              <a:gd name="connsiteY6076" fmla="*/ 357207 h 6640493"/>
              <a:gd name="connsiteX6077" fmla="*/ 4798463 w 6604001"/>
              <a:gd name="connsiteY6077" fmla="*/ 359292 h 6640493"/>
              <a:gd name="connsiteX6078" fmla="*/ 4843982 w 6604001"/>
              <a:gd name="connsiteY6078" fmla="*/ 383279 h 6640493"/>
              <a:gd name="connsiteX6079" fmla="*/ 4954225 w 6604001"/>
              <a:gd name="connsiteY6079" fmla="*/ 453313 h 6640493"/>
              <a:gd name="connsiteX6080" fmla="*/ 4960818 w 6604001"/>
              <a:gd name="connsiteY6080" fmla="*/ 457998 h 6640493"/>
              <a:gd name="connsiteX6081" fmla="*/ 4925663 w 6604001"/>
              <a:gd name="connsiteY6081" fmla="*/ 436357 h 6640493"/>
              <a:gd name="connsiteX6082" fmla="*/ 4813039 w 6604001"/>
              <a:gd name="connsiteY6082" fmla="*/ 371569 h 6640493"/>
              <a:gd name="connsiteX6083" fmla="*/ 4730548 w 6604001"/>
              <a:gd name="connsiteY6083" fmla="*/ 325336 h 6640493"/>
              <a:gd name="connsiteX6084" fmla="*/ 4735106 w 6604001"/>
              <a:gd name="connsiteY6084" fmla="*/ 327615 h 6640493"/>
              <a:gd name="connsiteX6085" fmla="*/ 4735109 w 6604001"/>
              <a:gd name="connsiteY6085" fmla="*/ 327616 h 6640493"/>
              <a:gd name="connsiteX6086" fmla="*/ 4727575 w 6604001"/>
              <a:gd name="connsiteY6086" fmla="*/ 323849 h 6640493"/>
              <a:gd name="connsiteX6087" fmla="*/ 4730548 w 6604001"/>
              <a:gd name="connsiteY6087" fmla="*/ 325336 h 6640493"/>
              <a:gd name="connsiteX6088" fmla="*/ 4730046 w 6604001"/>
              <a:gd name="connsiteY6088" fmla="*/ 325085 h 6640493"/>
              <a:gd name="connsiteX6089" fmla="*/ 4727575 w 6604001"/>
              <a:gd name="connsiteY6089" fmla="*/ 323849 h 6640493"/>
              <a:gd name="connsiteX6090" fmla="*/ 4720207 w 6604001"/>
              <a:gd name="connsiteY6090" fmla="*/ 320050 h 6640493"/>
              <a:gd name="connsiteX6091" fmla="*/ 4730562 w 6604001"/>
              <a:gd name="connsiteY6091" fmla="*/ 323510 h 6640493"/>
              <a:gd name="connsiteX6092" fmla="*/ 4756466 w 6604001"/>
              <a:gd name="connsiteY6092" fmla="*/ 337161 h 6640493"/>
              <a:gd name="connsiteX6093" fmla="*/ 1924211 w 6604001"/>
              <a:gd name="connsiteY6093" fmla="*/ 314332 h 6640493"/>
              <a:gd name="connsiteX6094" fmla="*/ 1885717 w 6604001"/>
              <a:gd name="connsiteY6094" fmla="*/ 330155 h 6640493"/>
              <a:gd name="connsiteX6095" fmla="*/ 1816425 w 6604001"/>
              <a:gd name="connsiteY6095" fmla="*/ 359582 h 6640493"/>
              <a:gd name="connsiteX6096" fmla="*/ 1808761 w 6604001"/>
              <a:gd name="connsiteY6096" fmla="*/ 360685 h 6640493"/>
              <a:gd name="connsiteX6097" fmla="*/ 1808761 w 6604001"/>
              <a:gd name="connsiteY6097" fmla="*/ 359582 h 6640493"/>
              <a:gd name="connsiteX6098" fmla="*/ 1811024 w 6604001"/>
              <a:gd name="connsiteY6098" fmla="*/ 358162 h 6640493"/>
              <a:gd name="connsiteX6099" fmla="*/ 1812533 w 6604001"/>
              <a:gd name="connsiteY6099" fmla="*/ 358162 h 6640493"/>
              <a:gd name="connsiteX6100" fmla="*/ 1816306 w 6604001"/>
              <a:gd name="connsiteY6100" fmla="*/ 358162 h 6640493"/>
              <a:gd name="connsiteX6101" fmla="*/ 1921757 w 6604001"/>
              <a:gd name="connsiteY6101" fmla="*/ 315200 h 6640493"/>
              <a:gd name="connsiteX6102" fmla="*/ 4679510 w 6604001"/>
              <a:gd name="connsiteY6102" fmla="*/ 301397 h 6640493"/>
              <a:gd name="connsiteX6103" fmla="*/ 4685507 w 6604001"/>
              <a:gd name="connsiteY6103" fmla="*/ 301397 h 6640493"/>
              <a:gd name="connsiteX6104" fmla="*/ 4696818 w 6604001"/>
              <a:gd name="connsiteY6104" fmla="*/ 308957 h 6640493"/>
              <a:gd name="connsiteX6105" fmla="*/ 4696924 w 6604001"/>
              <a:gd name="connsiteY6105" fmla="*/ 309063 h 6640493"/>
              <a:gd name="connsiteX6106" fmla="*/ 4691834 w 6604001"/>
              <a:gd name="connsiteY6106" fmla="*/ 306661 h 6640493"/>
              <a:gd name="connsiteX6107" fmla="*/ 4623755 w 6604001"/>
              <a:gd name="connsiteY6107" fmla="*/ 277881 h 6640493"/>
              <a:gd name="connsiteX6108" fmla="*/ 4640222 w 6604001"/>
              <a:gd name="connsiteY6108" fmla="*/ 284617 h 6640493"/>
              <a:gd name="connsiteX6109" fmla="*/ 4679510 w 6604001"/>
              <a:gd name="connsiteY6109" fmla="*/ 301397 h 6640493"/>
              <a:gd name="connsiteX6110" fmla="*/ 4678909 w 6604001"/>
              <a:gd name="connsiteY6110" fmla="*/ 301397 h 6640493"/>
              <a:gd name="connsiteX6111" fmla="*/ 4677966 w 6604001"/>
              <a:gd name="connsiteY6111" fmla="*/ 301397 h 6640493"/>
              <a:gd name="connsiteX6112" fmla="*/ 2039502 w 6604001"/>
              <a:gd name="connsiteY6112" fmla="*/ 251054 h 6640493"/>
              <a:gd name="connsiteX6113" fmla="*/ 1981748 w 6604001"/>
              <a:gd name="connsiteY6113" fmla="*/ 277046 h 6640493"/>
              <a:gd name="connsiteX6114" fmla="*/ 1888586 w 6604001"/>
              <a:gd name="connsiteY6114" fmla="*/ 318972 h 6640493"/>
              <a:gd name="connsiteX6115" fmla="*/ 1864067 w 6604001"/>
              <a:gd name="connsiteY6115" fmla="*/ 330007 h 6640493"/>
              <a:gd name="connsiteX6116" fmla="*/ 1943125 w 6604001"/>
              <a:gd name="connsiteY6116" fmla="*/ 292235 h 6640493"/>
              <a:gd name="connsiteX6117" fmla="*/ 1993257 w 6604001"/>
              <a:gd name="connsiteY6117" fmla="*/ 270470 h 6640493"/>
              <a:gd name="connsiteX6118" fmla="*/ 2170597 w 6604001"/>
              <a:gd name="connsiteY6118" fmla="*/ 238443 h 6640493"/>
              <a:gd name="connsiteX6119" fmla="*/ 2125587 w 6604001"/>
              <a:gd name="connsiteY6119" fmla="*/ 250579 h 6640493"/>
              <a:gd name="connsiteX6120" fmla="*/ 2009172 w 6604001"/>
              <a:gd name="connsiteY6120" fmla="*/ 284310 h 6640493"/>
              <a:gd name="connsiteX6121" fmla="*/ 1924211 w 6604001"/>
              <a:gd name="connsiteY6121" fmla="*/ 314332 h 6640493"/>
              <a:gd name="connsiteX6122" fmla="*/ 1937678 w 6604001"/>
              <a:gd name="connsiteY6122" fmla="*/ 308797 h 6640493"/>
              <a:gd name="connsiteX6123" fmla="*/ 2156816 w 6604001"/>
              <a:gd name="connsiteY6123" fmla="*/ 241565 h 6640493"/>
              <a:gd name="connsiteX6124" fmla="*/ 2176804 w 6604001"/>
              <a:gd name="connsiteY6124" fmla="*/ 200583 h 6640493"/>
              <a:gd name="connsiteX6125" fmla="*/ 2158326 w 6604001"/>
              <a:gd name="connsiteY6125" fmla="*/ 207231 h 6640493"/>
              <a:gd name="connsiteX6126" fmla="*/ 2054035 w 6604001"/>
              <a:gd name="connsiteY6126" fmla="*/ 244952 h 6640493"/>
              <a:gd name="connsiteX6127" fmla="*/ 2039502 w 6604001"/>
              <a:gd name="connsiteY6127" fmla="*/ 251054 h 6640493"/>
              <a:gd name="connsiteX6128" fmla="*/ 2053970 w 6604001"/>
              <a:gd name="connsiteY6128" fmla="*/ 244543 h 6640493"/>
              <a:gd name="connsiteX6129" fmla="*/ 2160777 w 6604001"/>
              <a:gd name="connsiteY6129" fmla="*/ 206019 h 6640493"/>
              <a:gd name="connsiteX6130" fmla="*/ 2496681 w 6604001"/>
              <a:gd name="connsiteY6130" fmla="*/ 192912 h 6640493"/>
              <a:gd name="connsiteX6131" fmla="*/ 2491931 w 6604001"/>
              <a:gd name="connsiteY6131" fmla="*/ 193111 h 6640493"/>
              <a:gd name="connsiteX6132" fmla="*/ 2425389 w 6604001"/>
              <a:gd name="connsiteY6132" fmla="*/ 197426 h 6640493"/>
              <a:gd name="connsiteX6133" fmla="*/ 2358583 w 6604001"/>
              <a:gd name="connsiteY6133" fmla="*/ 202488 h 6640493"/>
              <a:gd name="connsiteX6134" fmla="*/ 2380045 w 6604001"/>
              <a:gd name="connsiteY6134" fmla="*/ 198624 h 6640493"/>
              <a:gd name="connsiteX6135" fmla="*/ 2464961 w 6604001"/>
              <a:gd name="connsiteY6135" fmla="*/ 193083 h 6640493"/>
              <a:gd name="connsiteX6136" fmla="*/ 4308475 w 6604001"/>
              <a:gd name="connsiteY6136" fmla="*/ 153987 h 6640493"/>
              <a:gd name="connsiteX6137" fmla="*/ 4391422 w 6604001"/>
              <a:gd name="connsiteY6137" fmla="*/ 184225 h 6640493"/>
              <a:gd name="connsiteX6138" fmla="*/ 4608804 w 6604001"/>
              <a:gd name="connsiteY6138" fmla="*/ 271396 h 6640493"/>
              <a:gd name="connsiteX6139" fmla="*/ 4623755 w 6604001"/>
              <a:gd name="connsiteY6139" fmla="*/ 277881 h 6640493"/>
              <a:gd name="connsiteX6140" fmla="*/ 4576507 w 6604001"/>
              <a:gd name="connsiteY6140" fmla="*/ 258554 h 6640493"/>
              <a:gd name="connsiteX6141" fmla="*/ 4391206 w 6604001"/>
              <a:gd name="connsiteY6141" fmla="*/ 184656 h 6640493"/>
              <a:gd name="connsiteX6142" fmla="*/ 4330494 w 6604001"/>
              <a:gd name="connsiteY6142" fmla="*/ 163370 h 6640493"/>
              <a:gd name="connsiteX6143" fmla="*/ 4326880 w 6604001"/>
              <a:gd name="connsiteY6143" fmla="*/ 162160 h 6640493"/>
              <a:gd name="connsiteX6144" fmla="*/ 4125510 w 6604001"/>
              <a:gd name="connsiteY6144" fmla="*/ 105092 h 6640493"/>
              <a:gd name="connsiteX6145" fmla="*/ 4131822 w 6604001"/>
              <a:gd name="connsiteY6145" fmla="*/ 106490 h 6640493"/>
              <a:gd name="connsiteX6146" fmla="*/ 4280119 w 6604001"/>
              <a:gd name="connsiteY6146" fmla="*/ 146500 h 6640493"/>
              <a:gd name="connsiteX6147" fmla="*/ 4326880 w 6604001"/>
              <a:gd name="connsiteY6147" fmla="*/ 162160 h 6640493"/>
              <a:gd name="connsiteX6148" fmla="*/ 4356487 w 6604001"/>
              <a:gd name="connsiteY6148" fmla="*/ 175307 h 6640493"/>
              <a:gd name="connsiteX6149" fmla="*/ 4496991 w 6604001"/>
              <a:gd name="connsiteY6149" fmla="*/ 293838 h 6640493"/>
              <a:gd name="connsiteX6150" fmla="*/ 4500761 w 6604001"/>
              <a:gd name="connsiteY6150" fmla="*/ 297618 h 6640493"/>
              <a:gd name="connsiteX6151" fmla="*/ 4504532 w 6604001"/>
              <a:gd name="connsiteY6151" fmla="*/ 297618 h 6640493"/>
              <a:gd name="connsiteX6152" fmla="*/ 4508302 w 6604001"/>
              <a:gd name="connsiteY6152" fmla="*/ 301397 h 6640493"/>
              <a:gd name="connsiteX6153" fmla="*/ 4512072 w 6604001"/>
              <a:gd name="connsiteY6153" fmla="*/ 301397 h 6640493"/>
              <a:gd name="connsiteX6154" fmla="*/ 4700588 w 6604001"/>
              <a:gd name="connsiteY6154" fmla="*/ 312737 h 6640493"/>
              <a:gd name="connsiteX6155" fmla="*/ 4696924 w 6604001"/>
              <a:gd name="connsiteY6155" fmla="*/ 309063 h 6640493"/>
              <a:gd name="connsiteX6156" fmla="*/ 4720207 w 6604001"/>
              <a:gd name="connsiteY6156" fmla="*/ 320050 h 6640493"/>
              <a:gd name="connsiteX6157" fmla="*/ 4707960 w 6604001"/>
              <a:gd name="connsiteY6157" fmla="*/ 315958 h 6640493"/>
              <a:gd name="connsiteX6158" fmla="*/ 4613787 w 6604001"/>
              <a:gd name="connsiteY6158" fmla="*/ 294718 h 6640493"/>
              <a:gd name="connsiteX6159" fmla="*/ 4519613 w 6604001"/>
              <a:gd name="connsiteY6159" fmla="*/ 304630 h 6640493"/>
              <a:gd name="connsiteX6160" fmla="*/ 4519613 w 6604001"/>
              <a:gd name="connsiteY6160" fmla="*/ 308406 h 6640493"/>
              <a:gd name="connsiteX6161" fmla="*/ 4523380 w 6604001"/>
              <a:gd name="connsiteY6161" fmla="*/ 308406 h 6640493"/>
              <a:gd name="connsiteX6162" fmla="*/ 4527147 w 6604001"/>
              <a:gd name="connsiteY6162" fmla="*/ 312182 h 6640493"/>
              <a:gd name="connsiteX6163" fmla="*/ 4530914 w 6604001"/>
              <a:gd name="connsiteY6163" fmla="*/ 319734 h 6640493"/>
              <a:gd name="connsiteX6164" fmla="*/ 4704194 w 6604001"/>
              <a:gd name="connsiteY6164" fmla="*/ 433017 h 6640493"/>
              <a:gd name="connsiteX6165" fmla="*/ 4794060 w 6604001"/>
              <a:gd name="connsiteY6165" fmla="*/ 505638 h 6640493"/>
              <a:gd name="connsiteX6166" fmla="*/ 4774883 w 6604001"/>
              <a:gd name="connsiteY6166" fmla="*/ 490905 h 6640493"/>
              <a:gd name="connsiteX6167" fmla="*/ 4526912 w 6604001"/>
              <a:gd name="connsiteY6167" fmla="*/ 324091 h 6640493"/>
              <a:gd name="connsiteX6168" fmla="*/ 4525670 w 6604001"/>
              <a:gd name="connsiteY6168" fmla="*/ 324091 h 6640493"/>
              <a:gd name="connsiteX6169" fmla="*/ 4523142 w 6604001"/>
              <a:gd name="connsiteY6169" fmla="*/ 320322 h 6640493"/>
              <a:gd name="connsiteX6170" fmla="*/ 4523142 w 6604001"/>
              <a:gd name="connsiteY6170" fmla="*/ 324091 h 6640493"/>
              <a:gd name="connsiteX6171" fmla="*/ 4525670 w 6604001"/>
              <a:gd name="connsiteY6171" fmla="*/ 324091 h 6640493"/>
              <a:gd name="connsiteX6172" fmla="*/ 4573973 w 6604001"/>
              <a:gd name="connsiteY6172" fmla="*/ 396104 h 6640493"/>
              <a:gd name="connsiteX6173" fmla="*/ 4686513 w 6604001"/>
              <a:gd name="connsiteY6173" fmla="*/ 608275 h 6640493"/>
              <a:gd name="connsiteX6174" fmla="*/ 4722922 w 6604001"/>
              <a:gd name="connsiteY6174" fmla="*/ 693379 h 6640493"/>
              <a:gd name="connsiteX6175" fmla="*/ 4715964 w 6604001"/>
              <a:gd name="connsiteY6175" fmla="*/ 689902 h 6640493"/>
              <a:gd name="connsiteX6176" fmla="*/ 4715973 w 6604001"/>
              <a:gd name="connsiteY6176" fmla="*/ 689926 h 6640493"/>
              <a:gd name="connsiteX6177" fmla="*/ 4715394 w 6604001"/>
              <a:gd name="connsiteY6177" fmla="*/ 689637 h 6640493"/>
              <a:gd name="connsiteX6178" fmla="*/ 4511834 w 6604001"/>
              <a:gd name="connsiteY6178" fmla="*/ 320322 h 6640493"/>
              <a:gd name="connsiteX6179" fmla="*/ 4504294 w 6604001"/>
              <a:gd name="connsiteY6179" fmla="*/ 316553 h 6640493"/>
              <a:gd name="connsiteX6180" fmla="*/ 4496755 w 6604001"/>
              <a:gd name="connsiteY6180" fmla="*/ 312785 h 6640493"/>
              <a:gd name="connsiteX6181" fmla="*/ 4285656 w 6604001"/>
              <a:gd name="connsiteY6181" fmla="*/ 444682 h 6640493"/>
              <a:gd name="connsiteX6182" fmla="*/ 4523142 w 6604001"/>
              <a:gd name="connsiteY6182" fmla="*/ 644414 h 6640493"/>
              <a:gd name="connsiteX6183" fmla="*/ 4511834 w 6604001"/>
              <a:gd name="connsiteY6183" fmla="*/ 640646 h 6640493"/>
              <a:gd name="connsiteX6184" fmla="*/ 4296965 w 6604001"/>
              <a:gd name="connsiteY6184" fmla="*/ 478599 h 6640493"/>
              <a:gd name="connsiteX6185" fmla="*/ 4274347 w 6604001"/>
              <a:gd name="connsiteY6185" fmla="*/ 474830 h 6640493"/>
              <a:gd name="connsiteX6186" fmla="*/ 4165028 w 6604001"/>
              <a:gd name="connsiteY6186" fmla="*/ 591657 h 6640493"/>
              <a:gd name="connsiteX6187" fmla="*/ 4149949 w 6604001"/>
              <a:gd name="connsiteY6187" fmla="*/ 587888 h 6640493"/>
              <a:gd name="connsiteX6188" fmla="*/ 4263038 w 6604001"/>
              <a:gd name="connsiteY6188" fmla="*/ 471062 h 6640493"/>
              <a:gd name="connsiteX6189" fmla="*/ 4147181 w 6604001"/>
              <a:gd name="connsiteY6189" fmla="*/ 377909 h 6640493"/>
              <a:gd name="connsiteX6190" fmla="*/ 4075199 w 6604001"/>
              <a:gd name="connsiteY6190" fmla="*/ 334356 h 6640493"/>
              <a:gd name="connsiteX6191" fmla="*/ 4102143 w 6604001"/>
              <a:gd name="connsiteY6191" fmla="*/ 349867 h 6640493"/>
              <a:gd name="connsiteX6192" fmla="*/ 4278636 w 6604001"/>
              <a:gd name="connsiteY6192" fmla="*/ 439737 h 6640493"/>
              <a:gd name="connsiteX6193" fmla="*/ 4486275 w 6604001"/>
              <a:gd name="connsiteY6193" fmla="*/ 307991 h 6640493"/>
              <a:gd name="connsiteX6194" fmla="*/ 4486275 w 6604001"/>
              <a:gd name="connsiteY6194" fmla="*/ 304226 h 6640493"/>
              <a:gd name="connsiteX6195" fmla="*/ 4482500 w 6604001"/>
              <a:gd name="connsiteY6195" fmla="*/ 300462 h 6640493"/>
              <a:gd name="connsiteX6196" fmla="*/ 4478724 w 6604001"/>
              <a:gd name="connsiteY6196" fmla="*/ 296698 h 6640493"/>
              <a:gd name="connsiteX6197" fmla="*/ 4474949 w 6604001"/>
              <a:gd name="connsiteY6197" fmla="*/ 292934 h 6640493"/>
              <a:gd name="connsiteX6198" fmla="*/ 4177516 w 6604001"/>
              <a:gd name="connsiteY6198" fmla="*/ 148293 h 6640493"/>
              <a:gd name="connsiteX6199" fmla="*/ 4154041 w 6604001"/>
              <a:gd name="connsiteY6199" fmla="*/ 138478 h 6640493"/>
              <a:gd name="connsiteX6200" fmla="*/ 4191838 w 6604001"/>
              <a:gd name="connsiteY6200" fmla="*/ 152007 h 6640493"/>
              <a:gd name="connsiteX6201" fmla="*/ 4478724 w 6604001"/>
              <a:gd name="connsiteY6201" fmla="*/ 289920 h 6640493"/>
              <a:gd name="connsiteX6202" fmla="*/ 4482500 w 6604001"/>
              <a:gd name="connsiteY6202" fmla="*/ 289920 h 6640493"/>
              <a:gd name="connsiteX6203" fmla="*/ 4486276 w 6604001"/>
              <a:gd name="connsiteY6203" fmla="*/ 293687 h 6640493"/>
              <a:gd name="connsiteX6204" fmla="*/ 4297477 w 6604001"/>
              <a:gd name="connsiteY6204" fmla="*/ 154310 h 6640493"/>
              <a:gd name="connsiteX6205" fmla="*/ 4161541 w 6604001"/>
              <a:gd name="connsiteY6205" fmla="*/ 115228 h 6640493"/>
              <a:gd name="connsiteX6206" fmla="*/ 2498933 w 6604001"/>
              <a:gd name="connsiteY6206" fmla="*/ 99075 h 6640493"/>
              <a:gd name="connsiteX6207" fmla="*/ 2395612 w 6604001"/>
              <a:gd name="connsiteY6207" fmla="*/ 128971 h 6640493"/>
              <a:gd name="connsiteX6208" fmla="*/ 2277487 w 6604001"/>
              <a:gd name="connsiteY6208" fmla="*/ 166430 h 6640493"/>
              <a:gd name="connsiteX6209" fmla="*/ 2176804 w 6604001"/>
              <a:gd name="connsiteY6209" fmla="*/ 200583 h 6640493"/>
              <a:gd name="connsiteX6210" fmla="*/ 2240219 w 6604001"/>
              <a:gd name="connsiteY6210" fmla="*/ 177767 h 6640493"/>
              <a:gd name="connsiteX6211" fmla="*/ 2454264 w 6604001"/>
              <a:gd name="connsiteY6211" fmla="*/ 109816 h 6640493"/>
              <a:gd name="connsiteX6212" fmla="*/ 2506663 w 6604001"/>
              <a:gd name="connsiteY6212" fmla="*/ 96838 h 6640493"/>
              <a:gd name="connsiteX6213" fmla="*/ 2502198 w 6604001"/>
              <a:gd name="connsiteY6213" fmla="*/ 98290 h 6640493"/>
              <a:gd name="connsiteX6214" fmla="*/ 2498933 w 6604001"/>
              <a:gd name="connsiteY6214" fmla="*/ 99075 h 6640493"/>
              <a:gd name="connsiteX6215" fmla="*/ 2554703 w 6604001"/>
              <a:gd name="connsiteY6215" fmla="*/ 86442 h 6640493"/>
              <a:gd name="connsiteX6216" fmla="*/ 2533314 w 6604001"/>
              <a:gd name="connsiteY6216" fmla="*/ 91237 h 6640493"/>
              <a:gd name="connsiteX6217" fmla="*/ 2533951 w 6604001"/>
              <a:gd name="connsiteY6217" fmla="*/ 91077 h 6640493"/>
              <a:gd name="connsiteX6218" fmla="*/ 2551395 w 6604001"/>
              <a:gd name="connsiteY6218" fmla="*/ 86718 h 6640493"/>
              <a:gd name="connsiteX6219" fmla="*/ 2573635 w 6604001"/>
              <a:gd name="connsiteY6219" fmla="*/ 81787 h 6640493"/>
              <a:gd name="connsiteX6220" fmla="*/ 2571354 w 6604001"/>
              <a:gd name="connsiteY6220" fmla="*/ 82409 h 6640493"/>
              <a:gd name="connsiteX6221" fmla="*/ 2563813 w 6604001"/>
              <a:gd name="connsiteY6221" fmla="*/ 82409 h 6640493"/>
              <a:gd name="connsiteX6222" fmla="*/ 3979233 w 6604001"/>
              <a:gd name="connsiteY6222" fmla="*/ 79864 h 6640493"/>
              <a:gd name="connsiteX6223" fmla="*/ 3989874 w 6604001"/>
              <a:gd name="connsiteY6223" fmla="*/ 81420 h 6640493"/>
              <a:gd name="connsiteX6224" fmla="*/ 4111582 w 6604001"/>
              <a:gd name="connsiteY6224" fmla="*/ 120724 h 6640493"/>
              <a:gd name="connsiteX6225" fmla="*/ 4154041 w 6604001"/>
              <a:gd name="connsiteY6225" fmla="*/ 138478 h 6640493"/>
              <a:gd name="connsiteX6226" fmla="*/ 4134637 w 6604001"/>
              <a:gd name="connsiteY6226" fmla="*/ 131532 h 6640493"/>
              <a:gd name="connsiteX6227" fmla="*/ 4064693 w 6604001"/>
              <a:gd name="connsiteY6227" fmla="*/ 107966 h 6640493"/>
              <a:gd name="connsiteX6228" fmla="*/ 4005624 w 6604001"/>
              <a:gd name="connsiteY6228" fmla="*/ 77527 h 6640493"/>
              <a:gd name="connsiteX6229" fmla="*/ 4025606 w 6604001"/>
              <a:gd name="connsiteY6229" fmla="*/ 78971 h 6640493"/>
              <a:gd name="connsiteX6230" fmla="*/ 4091449 w 6604001"/>
              <a:gd name="connsiteY6230" fmla="*/ 95510 h 6640493"/>
              <a:gd name="connsiteX6231" fmla="*/ 4125510 w 6604001"/>
              <a:gd name="connsiteY6231" fmla="*/ 105092 h 6640493"/>
              <a:gd name="connsiteX6232" fmla="*/ 4063601 w 6604001"/>
              <a:gd name="connsiteY6232" fmla="*/ 91386 h 6640493"/>
              <a:gd name="connsiteX6233" fmla="*/ 3998819 w 6604001"/>
              <a:gd name="connsiteY6233" fmla="*/ 77586 h 6640493"/>
              <a:gd name="connsiteX6234" fmla="*/ 4002687 w 6604001"/>
              <a:gd name="connsiteY6234" fmla="*/ 78019 h 6640493"/>
              <a:gd name="connsiteX6235" fmla="*/ 4014788 w 6604001"/>
              <a:gd name="connsiteY6235" fmla="*/ 79375 h 6640493"/>
              <a:gd name="connsiteX6236" fmla="*/ 3957638 w 6604001"/>
              <a:gd name="connsiteY6236" fmla="*/ 71437 h 6640493"/>
              <a:gd name="connsiteX6237" fmla="*/ 3993038 w 6604001"/>
              <a:gd name="connsiteY6237" fmla="*/ 76617 h 6640493"/>
              <a:gd name="connsiteX6238" fmla="*/ 3994906 w 6604001"/>
              <a:gd name="connsiteY6238" fmla="*/ 76752 h 6640493"/>
              <a:gd name="connsiteX6239" fmla="*/ 3998819 w 6604001"/>
              <a:gd name="connsiteY6239" fmla="*/ 77586 h 6640493"/>
              <a:gd name="connsiteX6240" fmla="*/ 3986105 w 6604001"/>
              <a:gd name="connsiteY6240" fmla="*/ 76161 h 6640493"/>
              <a:gd name="connsiteX6241" fmla="*/ 3965504 w 6604001"/>
              <a:gd name="connsiteY6241" fmla="*/ 73852 h 6640493"/>
              <a:gd name="connsiteX6242" fmla="*/ 3313739 w 6604001"/>
              <a:gd name="connsiteY6242" fmla="*/ 58729 h 6640493"/>
              <a:gd name="connsiteX6243" fmla="*/ 3346938 w 6604001"/>
              <a:gd name="connsiteY6243" fmla="*/ 63701 h 6640493"/>
              <a:gd name="connsiteX6244" fmla="*/ 3354455 w 6604001"/>
              <a:gd name="connsiteY6244" fmla="*/ 65130 h 6640493"/>
              <a:gd name="connsiteX6245" fmla="*/ 3312244 w 6604001"/>
              <a:gd name="connsiteY6245" fmla="*/ 58505 h 6640493"/>
              <a:gd name="connsiteX6246" fmla="*/ 3312654 w 6604001"/>
              <a:gd name="connsiteY6246" fmla="*/ 58558 h 6640493"/>
              <a:gd name="connsiteX6247" fmla="*/ 3313739 w 6604001"/>
              <a:gd name="connsiteY6247" fmla="*/ 58729 h 6640493"/>
              <a:gd name="connsiteX6248" fmla="*/ 2746442 w 6604001"/>
              <a:gd name="connsiteY6248" fmla="*/ 50705 h 6640493"/>
              <a:gd name="connsiteX6249" fmla="*/ 2674272 w 6604001"/>
              <a:gd name="connsiteY6249" fmla="*/ 63579 h 6640493"/>
              <a:gd name="connsiteX6250" fmla="*/ 2577968 w 6604001"/>
              <a:gd name="connsiteY6250" fmla="*/ 81511 h 6640493"/>
              <a:gd name="connsiteX6251" fmla="*/ 2573635 w 6604001"/>
              <a:gd name="connsiteY6251" fmla="*/ 81787 h 6640493"/>
              <a:gd name="connsiteX6252" fmla="*/ 2576538 w 6604001"/>
              <a:gd name="connsiteY6252" fmla="*/ 80994 h 6640493"/>
              <a:gd name="connsiteX6253" fmla="*/ 2612827 w 6604001"/>
              <a:gd name="connsiteY6253" fmla="*/ 71085 h 6640493"/>
              <a:gd name="connsiteX6254" fmla="*/ 2657738 w 6604001"/>
              <a:gd name="connsiteY6254" fmla="*/ 62805 h 6640493"/>
              <a:gd name="connsiteX6255" fmla="*/ 2690891 w 6604001"/>
              <a:gd name="connsiteY6255" fmla="*/ 58095 h 6640493"/>
              <a:gd name="connsiteX6256" fmla="*/ 3857927 w 6604001"/>
              <a:gd name="connsiteY6256" fmla="*/ 48028 h 6640493"/>
              <a:gd name="connsiteX6257" fmla="*/ 3863702 w 6604001"/>
              <a:gd name="connsiteY6257" fmla="*/ 48895 h 6640493"/>
              <a:gd name="connsiteX6258" fmla="*/ 3964918 w 6604001"/>
              <a:gd name="connsiteY6258" fmla="*/ 69315 h 6640493"/>
              <a:gd name="connsiteX6259" fmla="*/ 4005624 w 6604001"/>
              <a:gd name="connsiteY6259" fmla="*/ 77527 h 6640493"/>
              <a:gd name="connsiteX6260" fmla="*/ 3994906 w 6604001"/>
              <a:gd name="connsiteY6260" fmla="*/ 76752 h 6640493"/>
              <a:gd name="connsiteX6261" fmla="*/ 3976119 w 6604001"/>
              <a:gd name="connsiteY6261" fmla="*/ 72750 h 6640493"/>
              <a:gd name="connsiteX6262" fmla="*/ 3863457 w 6604001"/>
              <a:gd name="connsiteY6262" fmla="*/ 48991 h 6640493"/>
              <a:gd name="connsiteX6263" fmla="*/ 3147821 w 6604001"/>
              <a:gd name="connsiteY6263" fmla="*/ 37391 h 6640493"/>
              <a:gd name="connsiteX6264" fmla="*/ 3223756 w 6604001"/>
              <a:gd name="connsiteY6264" fmla="*/ 46637 h 6640493"/>
              <a:gd name="connsiteX6265" fmla="*/ 3290560 w 6604001"/>
              <a:gd name="connsiteY6265" fmla="*/ 55257 h 6640493"/>
              <a:gd name="connsiteX6266" fmla="*/ 3312244 w 6604001"/>
              <a:gd name="connsiteY6266" fmla="*/ 58505 h 6640493"/>
              <a:gd name="connsiteX6267" fmla="*/ 3239674 w 6604001"/>
              <a:gd name="connsiteY6267" fmla="*/ 49059 h 6640493"/>
              <a:gd name="connsiteX6268" fmla="*/ 3147821 w 6604001"/>
              <a:gd name="connsiteY6268" fmla="*/ 37704 h 6640493"/>
              <a:gd name="connsiteX6269" fmla="*/ 3755004 w 6604001"/>
              <a:gd name="connsiteY6269" fmla="*/ 34208 h 6640493"/>
              <a:gd name="connsiteX6270" fmla="*/ 3793489 w 6604001"/>
              <a:gd name="connsiteY6270" fmla="*/ 40558 h 6640493"/>
              <a:gd name="connsiteX6271" fmla="*/ 3859090 w 6604001"/>
              <a:gd name="connsiteY6271" fmla="*/ 53512 h 6640493"/>
              <a:gd name="connsiteX6272" fmla="*/ 3897515 w 6604001"/>
              <a:gd name="connsiteY6272" fmla="*/ 62393 h 6640493"/>
              <a:gd name="connsiteX6273" fmla="*/ 3866770 w 6604001"/>
              <a:gd name="connsiteY6273" fmla="*/ 55980 h 6640493"/>
              <a:gd name="connsiteX6274" fmla="*/ 3805156 w 6604001"/>
              <a:gd name="connsiteY6274" fmla="*/ 43657 h 6640493"/>
              <a:gd name="connsiteX6275" fmla="*/ 2998922 w 6604001"/>
              <a:gd name="connsiteY6275" fmla="*/ 33453 h 6640493"/>
              <a:gd name="connsiteX6276" fmla="*/ 2928497 w 6604001"/>
              <a:gd name="connsiteY6276" fmla="*/ 36464 h 6640493"/>
              <a:gd name="connsiteX6277" fmla="*/ 2750786 w 6604001"/>
              <a:gd name="connsiteY6277" fmla="*/ 50127 h 6640493"/>
              <a:gd name="connsiteX6278" fmla="*/ 2746442 w 6604001"/>
              <a:gd name="connsiteY6278" fmla="*/ 50705 h 6640493"/>
              <a:gd name="connsiteX6279" fmla="*/ 2763315 w 6604001"/>
              <a:gd name="connsiteY6279" fmla="*/ 47695 h 6640493"/>
              <a:gd name="connsiteX6280" fmla="*/ 2812420 w 6604001"/>
              <a:gd name="connsiteY6280" fmla="*/ 39792 h 6640493"/>
              <a:gd name="connsiteX6281" fmla="*/ 2868208 w 6604001"/>
              <a:gd name="connsiteY6281" fmla="*/ 35869 h 6640493"/>
              <a:gd name="connsiteX6282" fmla="*/ 2936780 w 6604001"/>
              <a:gd name="connsiteY6282" fmla="*/ 33928 h 6640493"/>
              <a:gd name="connsiteX6283" fmla="*/ 3513600 w 6604001"/>
              <a:gd name="connsiteY6283" fmla="*/ 9026 h 6640493"/>
              <a:gd name="connsiteX6284" fmla="*/ 3518360 w 6604001"/>
              <a:gd name="connsiteY6284" fmla="*/ 9245 h 6640493"/>
              <a:gd name="connsiteX6285" fmla="*/ 3798983 w 6604001"/>
              <a:gd name="connsiteY6285" fmla="*/ 37766 h 6640493"/>
              <a:gd name="connsiteX6286" fmla="*/ 3857927 w 6604001"/>
              <a:gd name="connsiteY6286" fmla="*/ 48028 h 6640493"/>
              <a:gd name="connsiteX6287" fmla="*/ 3805104 w 6604001"/>
              <a:gd name="connsiteY6287" fmla="*/ 40092 h 6640493"/>
              <a:gd name="connsiteX6288" fmla="*/ 3686175 w 6604001"/>
              <a:gd name="connsiteY6288" fmla="*/ 22226 h 6640493"/>
              <a:gd name="connsiteX6289" fmla="*/ 3743541 w 6604001"/>
              <a:gd name="connsiteY6289" fmla="*/ 32048 h 6640493"/>
              <a:gd name="connsiteX6290" fmla="*/ 3755004 w 6604001"/>
              <a:gd name="connsiteY6290" fmla="*/ 34208 h 6640493"/>
              <a:gd name="connsiteX6291" fmla="*/ 3727888 w 6604001"/>
              <a:gd name="connsiteY6291" fmla="*/ 29734 h 6640493"/>
              <a:gd name="connsiteX6292" fmla="*/ 3667234 w 6604001"/>
              <a:gd name="connsiteY6292" fmla="*/ 22104 h 6640493"/>
              <a:gd name="connsiteX6293" fmla="*/ 3538683 w 6604001"/>
              <a:gd name="connsiteY6293" fmla="*/ 11161 h 6640493"/>
              <a:gd name="connsiteX6294" fmla="*/ 3444875 w 6604001"/>
              <a:gd name="connsiteY6294" fmla="*/ 3176 h 6640493"/>
              <a:gd name="connsiteX6295" fmla="*/ 3499162 w 6604001"/>
              <a:gd name="connsiteY6295" fmla="*/ 7797 h 6640493"/>
              <a:gd name="connsiteX6296" fmla="*/ 3513600 w 6604001"/>
              <a:gd name="connsiteY6296" fmla="*/ 9026 h 6640493"/>
              <a:gd name="connsiteX6297" fmla="*/ 3465894 w 6604001"/>
              <a:gd name="connsiteY6297" fmla="*/ 6832 h 6640493"/>
              <a:gd name="connsiteX6298" fmla="*/ 3262038 w 6604001"/>
              <a:gd name="connsiteY6298" fmla="*/ 1753 h 6640493"/>
              <a:gd name="connsiteX6299" fmla="*/ 3200624 w 6604001"/>
              <a:gd name="connsiteY6299" fmla="*/ 12254 h 6640493"/>
              <a:gd name="connsiteX6300" fmla="*/ 3128963 w 6604001"/>
              <a:gd name="connsiteY6300" fmla="*/ 30163 h 6640493"/>
              <a:gd name="connsiteX6301" fmla="*/ 3147821 w 6604001"/>
              <a:gd name="connsiteY6301" fmla="*/ 33934 h 6640493"/>
              <a:gd name="connsiteX6302" fmla="*/ 3147821 w 6604001"/>
              <a:gd name="connsiteY6302" fmla="*/ 37391 h 6640493"/>
              <a:gd name="connsiteX6303" fmla="*/ 3140609 w 6604001"/>
              <a:gd name="connsiteY6303" fmla="*/ 36513 h 6640493"/>
              <a:gd name="connsiteX6304" fmla="*/ 3136840 w 6604001"/>
              <a:gd name="connsiteY6304" fmla="*/ 36513 h 6640493"/>
              <a:gd name="connsiteX6305" fmla="*/ 3117993 w 6604001"/>
              <a:gd name="connsiteY6305" fmla="*/ 40286 h 6640493"/>
              <a:gd name="connsiteX6306" fmla="*/ 2895600 w 6604001"/>
              <a:gd name="connsiteY6306" fmla="*/ 206272 h 6640493"/>
              <a:gd name="connsiteX6307" fmla="*/ 2899370 w 6604001"/>
              <a:gd name="connsiteY6307" fmla="*/ 206272 h 6640493"/>
              <a:gd name="connsiteX6308" fmla="*/ 2903139 w 6604001"/>
              <a:gd name="connsiteY6308" fmla="*/ 210045 h 6640493"/>
              <a:gd name="connsiteX6309" fmla="*/ 2906908 w 6604001"/>
              <a:gd name="connsiteY6309" fmla="*/ 221362 h 6640493"/>
              <a:gd name="connsiteX6310" fmla="*/ 3427082 w 6604001"/>
              <a:gd name="connsiteY6310" fmla="*/ 387349 h 6640493"/>
              <a:gd name="connsiteX6311" fmla="*/ 3430851 w 6604001"/>
              <a:gd name="connsiteY6311" fmla="*/ 387349 h 6640493"/>
              <a:gd name="connsiteX6312" fmla="*/ 3453467 w 6604001"/>
              <a:gd name="connsiteY6312" fmla="*/ 387349 h 6640493"/>
              <a:gd name="connsiteX6313" fmla="*/ 3690938 w 6604001"/>
              <a:gd name="connsiteY6313" fmla="*/ 164775 h 6640493"/>
              <a:gd name="connsiteX6314" fmla="*/ 3687169 w 6604001"/>
              <a:gd name="connsiteY6314" fmla="*/ 164775 h 6640493"/>
              <a:gd name="connsiteX6315" fmla="*/ 3683399 w 6604001"/>
              <a:gd name="connsiteY6315" fmla="*/ 161003 h 6640493"/>
              <a:gd name="connsiteX6316" fmla="*/ 3679630 w 6604001"/>
              <a:gd name="connsiteY6316" fmla="*/ 161003 h 6640493"/>
              <a:gd name="connsiteX6317" fmla="*/ 3679630 w 6604001"/>
              <a:gd name="connsiteY6317" fmla="*/ 153458 h 6640493"/>
              <a:gd name="connsiteX6318" fmla="*/ 3679630 w 6604001"/>
              <a:gd name="connsiteY6318" fmla="*/ 149686 h 6640493"/>
              <a:gd name="connsiteX6319" fmla="*/ 3411769 w 6604001"/>
              <a:gd name="connsiteY6319" fmla="*/ 76027 h 6640493"/>
              <a:gd name="connsiteX6320" fmla="*/ 3354455 w 6604001"/>
              <a:gd name="connsiteY6320" fmla="*/ 65130 h 6640493"/>
              <a:gd name="connsiteX6321" fmla="*/ 3399596 w 6604001"/>
              <a:gd name="connsiteY6321" fmla="*/ 72228 h 6640493"/>
              <a:gd name="connsiteX6322" fmla="*/ 3683395 w 6604001"/>
              <a:gd name="connsiteY6322" fmla="*/ 150812 h 6640493"/>
              <a:gd name="connsiteX6323" fmla="*/ 3687166 w 6604001"/>
              <a:gd name="connsiteY6323" fmla="*/ 147042 h 6640493"/>
              <a:gd name="connsiteX6324" fmla="*/ 3690938 w 6604001"/>
              <a:gd name="connsiteY6324" fmla="*/ 147042 h 6640493"/>
              <a:gd name="connsiteX6325" fmla="*/ 3499468 w 6604001"/>
              <a:gd name="connsiteY6325" fmla="*/ 15023 h 6640493"/>
              <a:gd name="connsiteX6326" fmla="*/ 3447172 w 6604001"/>
              <a:gd name="connsiteY6326" fmla="*/ 5971 h 6640493"/>
              <a:gd name="connsiteX6327" fmla="*/ 3465894 w 6604001"/>
              <a:gd name="connsiteY6327" fmla="*/ 6832 h 6640493"/>
              <a:gd name="connsiteX6328" fmla="*/ 3509828 w 6604001"/>
              <a:gd name="connsiteY6328" fmla="*/ 14473 h 6640493"/>
              <a:gd name="connsiteX6329" fmla="*/ 3701154 w 6604001"/>
              <a:gd name="connsiteY6329" fmla="*/ 147027 h 6640493"/>
              <a:gd name="connsiteX6330" fmla="*/ 3708691 w 6604001"/>
              <a:gd name="connsiteY6330" fmla="*/ 147027 h 6640493"/>
              <a:gd name="connsiteX6331" fmla="*/ 3708691 w 6604001"/>
              <a:gd name="connsiteY6331" fmla="*/ 150812 h 6640493"/>
              <a:gd name="connsiteX6332" fmla="*/ 3716229 w 6604001"/>
              <a:gd name="connsiteY6332" fmla="*/ 150812 h 6640493"/>
              <a:gd name="connsiteX6333" fmla="*/ 3938588 w 6604001"/>
              <a:gd name="connsiteY6333" fmla="*/ 71316 h 6640493"/>
              <a:gd name="connsiteX6334" fmla="*/ 3919744 w 6604001"/>
              <a:gd name="connsiteY6334" fmla="*/ 67530 h 6640493"/>
              <a:gd name="connsiteX6335" fmla="*/ 3897515 w 6604001"/>
              <a:gd name="connsiteY6335" fmla="*/ 62393 h 6640493"/>
              <a:gd name="connsiteX6336" fmla="*/ 3924136 w 6604001"/>
              <a:gd name="connsiteY6336" fmla="*/ 67945 h 6640493"/>
              <a:gd name="connsiteX6337" fmla="*/ 3946799 w 6604001"/>
              <a:gd name="connsiteY6337" fmla="*/ 71756 h 6640493"/>
              <a:gd name="connsiteX6338" fmla="*/ 3965504 w 6604001"/>
              <a:gd name="connsiteY6338" fmla="*/ 73852 h 6640493"/>
              <a:gd name="connsiteX6339" fmla="*/ 3969910 w 6604001"/>
              <a:gd name="connsiteY6339" fmla="*/ 75204 h 6640493"/>
              <a:gd name="connsiteX6340" fmla="*/ 3976518 w 6604001"/>
              <a:gd name="connsiteY6340" fmla="*/ 78971 h 6640493"/>
              <a:gd name="connsiteX6341" fmla="*/ 3979233 w 6604001"/>
              <a:gd name="connsiteY6341" fmla="*/ 79864 h 6640493"/>
              <a:gd name="connsiteX6342" fmla="*/ 3969066 w 6604001"/>
              <a:gd name="connsiteY6342" fmla="*/ 78377 h 6640493"/>
              <a:gd name="connsiteX6343" fmla="*/ 3946414 w 6604001"/>
              <a:gd name="connsiteY6343" fmla="*/ 74613 h 6640493"/>
              <a:gd name="connsiteX6344" fmla="*/ 3727450 w 6604001"/>
              <a:gd name="connsiteY6344" fmla="*/ 153660 h 6640493"/>
              <a:gd name="connsiteX6345" fmla="*/ 3731225 w 6604001"/>
              <a:gd name="connsiteY6345" fmla="*/ 153660 h 6640493"/>
              <a:gd name="connsiteX6346" fmla="*/ 3731225 w 6604001"/>
              <a:gd name="connsiteY6346" fmla="*/ 157424 h 6640493"/>
              <a:gd name="connsiteX6347" fmla="*/ 3735000 w 6604001"/>
              <a:gd name="connsiteY6347" fmla="*/ 157424 h 6640493"/>
              <a:gd name="connsiteX6348" fmla="*/ 3738776 w 6604001"/>
              <a:gd name="connsiteY6348" fmla="*/ 164952 h 6640493"/>
              <a:gd name="connsiteX6349" fmla="*/ 3738776 w 6604001"/>
              <a:gd name="connsiteY6349" fmla="*/ 168716 h 6640493"/>
              <a:gd name="connsiteX6350" fmla="*/ 3931313 w 6604001"/>
              <a:gd name="connsiteY6350" fmla="*/ 251528 h 6640493"/>
              <a:gd name="connsiteX6351" fmla="*/ 4071672 w 6604001"/>
              <a:gd name="connsiteY6351" fmla="*/ 332326 h 6640493"/>
              <a:gd name="connsiteX6352" fmla="*/ 3994923 w 6604001"/>
              <a:gd name="connsiteY6352" fmla="*/ 291116 h 6640493"/>
              <a:gd name="connsiteX6353" fmla="*/ 3735290 w 6604001"/>
              <a:gd name="connsiteY6353" fmla="*/ 173351 h 6640493"/>
              <a:gd name="connsiteX6354" fmla="*/ 3731520 w 6604001"/>
              <a:gd name="connsiteY6354" fmla="*/ 173351 h 6640493"/>
              <a:gd name="connsiteX6355" fmla="*/ 3950159 w 6604001"/>
              <a:gd name="connsiteY6355" fmla="*/ 576583 h 6640493"/>
              <a:gd name="connsiteX6356" fmla="*/ 3942620 w 6604001"/>
              <a:gd name="connsiteY6356" fmla="*/ 576583 h 6640493"/>
              <a:gd name="connsiteX6357" fmla="*/ 3716442 w 6604001"/>
              <a:gd name="connsiteY6357" fmla="*/ 173351 h 6640493"/>
              <a:gd name="connsiteX6358" fmla="*/ 3708902 w 6604001"/>
              <a:gd name="connsiteY6358" fmla="*/ 173351 h 6640493"/>
              <a:gd name="connsiteX6359" fmla="*/ 3701363 w 6604001"/>
              <a:gd name="connsiteY6359" fmla="*/ 169582 h 6640493"/>
              <a:gd name="connsiteX6360" fmla="*/ 3460107 w 6604001"/>
              <a:gd name="connsiteY6360" fmla="*/ 391923 h 6640493"/>
              <a:gd name="connsiteX6361" fmla="*/ 3478955 w 6604001"/>
              <a:gd name="connsiteY6361" fmla="*/ 406997 h 6640493"/>
              <a:gd name="connsiteX6362" fmla="*/ 3478955 w 6604001"/>
              <a:gd name="connsiteY6362" fmla="*/ 418303 h 6640493"/>
              <a:gd name="connsiteX6363" fmla="*/ 3475185 w 6604001"/>
              <a:gd name="connsiteY6363" fmla="*/ 418303 h 6640493"/>
              <a:gd name="connsiteX6364" fmla="*/ 3754138 w 6604001"/>
              <a:gd name="connsiteY6364" fmla="*/ 572815 h 6640493"/>
              <a:gd name="connsiteX6365" fmla="*/ 3739060 w 6604001"/>
              <a:gd name="connsiteY6365" fmla="*/ 572815 h 6640493"/>
              <a:gd name="connsiteX6366" fmla="*/ 3471416 w 6604001"/>
              <a:gd name="connsiteY6366" fmla="*/ 425840 h 6640493"/>
              <a:gd name="connsiteX6367" fmla="*/ 3463876 w 6604001"/>
              <a:gd name="connsiteY6367" fmla="*/ 425840 h 6640493"/>
              <a:gd name="connsiteX6368" fmla="*/ 3309322 w 6604001"/>
              <a:gd name="connsiteY6368" fmla="*/ 610498 h 6640493"/>
              <a:gd name="connsiteX6369" fmla="*/ 3294243 w 6604001"/>
              <a:gd name="connsiteY6369" fmla="*/ 610498 h 6640493"/>
              <a:gd name="connsiteX6370" fmla="*/ 3433719 w 6604001"/>
              <a:gd name="connsiteY6370" fmla="*/ 422071 h 6640493"/>
              <a:gd name="connsiteX6371" fmla="*/ 3418641 w 6604001"/>
              <a:gd name="connsiteY6371" fmla="*/ 406997 h 6640493"/>
              <a:gd name="connsiteX6372" fmla="*/ 3418641 w 6604001"/>
              <a:gd name="connsiteY6372" fmla="*/ 395692 h 6640493"/>
              <a:gd name="connsiteX6373" fmla="*/ 3422410 w 6604001"/>
              <a:gd name="connsiteY6373" fmla="*/ 395692 h 6640493"/>
              <a:gd name="connsiteX6374" fmla="*/ 2902202 w 6604001"/>
              <a:gd name="connsiteY6374" fmla="*/ 226110 h 6640493"/>
              <a:gd name="connsiteX6375" fmla="*/ 2898432 w 6604001"/>
              <a:gd name="connsiteY6375" fmla="*/ 229878 h 6640493"/>
              <a:gd name="connsiteX6376" fmla="*/ 3124610 w 6604001"/>
              <a:gd name="connsiteY6376" fmla="*/ 636877 h 6640493"/>
              <a:gd name="connsiteX6377" fmla="*/ 3117070 w 6604001"/>
              <a:gd name="connsiteY6377" fmla="*/ 636877 h 6640493"/>
              <a:gd name="connsiteX6378" fmla="*/ 2883353 w 6604001"/>
              <a:gd name="connsiteY6378" fmla="*/ 233647 h 6640493"/>
              <a:gd name="connsiteX6379" fmla="*/ 2875814 w 6604001"/>
              <a:gd name="connsiteY6379" fmla="*/ 233647 h 6640493"/>
              <a:gd name="connsiteX6380" fmla="*/ 2872045 w 6604001"/>
              <a:gd name="connsiteY6380" fmla="*/ 233647 h 6640493"/>
              <a:gd name="connsiteX6381" fmla="*/ 2645867 w 6604001"/>
              <a:gd name="connsiteY6381" fmla="*/ 523821 h 6640493"/>
              <a:gd name="connsiteX6382" fmla="*/ 2962516 w 6604001"/>
              <a:gd name="connsiteY6382" fmla="*/ 670793 h 6640493"/>
              <a:gd name="connsiteX6383" fmla="*/ 2947437 w 6604001"/>
              <a:gd name="connsiteY6383" fmla="*/ 674563 h 6640493"/>
              <a:gd name="connsiteX6384" fmla="*/ 2653406 w 6604001"/>
              <a:gd name="connsiteY6384" fmla="*/ 557737 h 6640493"/>
              <a:gd name="connsiteX6385" fmla="*/ 2483773 w 6604001"/>
              <a:gd name="connsiteY6385" fmla="*/ 810229 h 6640493"/>
              <a:gd name="connsiteX6386" fmla="*/ 2468694 w 6604001"/>
              <a:gd name="connsiteY6386" fmla="*/ 813998 h 6640493"/>
              <a:gd name="connsiteX6387" fmla="*/ 2623249 w 6604001"/>
              <a:gd name="connsiteY6387" fmla="*/ 565274 h 6640493"/>
              <a:gd name="connsiteX6388" fmla="*/ 2125658 w 6604001"/>
              <a:gd name="connsiteY6388" fmla="*/ 474830 h 6640493"/>
              <a:gd name="connsiteX6389" fmla="*/ 2121888 w 6604001"/>
              <a:gd name="connsiteY6389" fmla="*/ 478599 h 6640493"/>
              <a:gd name="connsiteX6390" fmla="*/ 2340527 w 6604001"/>
              <a:gd name="connsiteY6390" fmla="*/ 862990 h 6640493"/>
              <a:gd name="connsiteX6391" fmla="*/ 2332987 w 6604001"/>
              <a:gd name="connsiteY6391" fmla="*/ 866758 h 6640493"/>
              <a:gd name="connsiteX6392" fmla="*/ 2106810 w 6604001"/>
              <a:gd name="connsiteY6392" fmla="*/ 482367 h 6640493"/>
              <a:gd name="connsiteX6393" fmla="*/ 2103040 w 6604001"/>
              <a:gd name="connsiteY6393" fmla="*/ 486136 h 6640493"/>
              <a:gd name="connsiteX6394" fmla="*/ 2095501 w 6604001"/>
              <a:gd name="connsiteY6394" fmla="*/ 486136 h 6640493"/>
              <a:gd name="connsiteX6395" fmla="*/ 1891941 w 6604001"/>
              <a:gd name="connsiteY6395" fmla="*/ 832841 h 6640493"/>
              <a:gd name="connsiteX6396" fmla="*/ 1895710 w 6604001"/>
              <a:gd name="connsiteY6396" fmla="*/ 832841 h 6640493"/>
              <a:gd name="connsiteX6397" fmla="*/ 1899480 w 6604001"/>
              <a:gd name="connsiteY6397" fmla="*/ 832841 h 6640493"/>
              <a:gd name="connsiteX6398" fmla="*/ 1907019 w 6604001"/>
              <a:gd name="connsiteY6398" fmla="*/ 855452 h 6640493"/>
              <a:gd name="connsiteX6399" fmla="*/ 2216129 w 6604001"/>
              <a:gd name="connsiteY6399" fmla="*/ 915749 h 6640493"/>
              <a:gd name="connsiteX6400" fmla="*/ 2201050 w 6604001"/>
              <a:gd name="connsiteY6400" fmla="*/ 923285 h 6640493"/>
              <a:gd name="connsiteX6401" fmla="*/ 1899480 w 6604001"/>
              <a:gd name="connsiteY6401" fmla="*/ 862990 h 6640493"/>
              <a:gd name="connsiteX6402" fmla="*/ 1729847 w 6604001"/>
              <a:gd name="connsiteY6402" fmla="*/ 1172011 h 6640493"/>
              <a:gd name="connsiteX6403" fmla="*/ 1714768 w 6604001"/>
              <a:gd name="connsiteY6403" fmla="*/ 1179548 h 6640493"/>
              <a:gd name="connsiteX6404" fmla="*/ 1873093 w 6604001"/>
              <a:gd name="connsiteY6404" fmla="*/ 874295 h 6640493"/>
              <a:gd name="connsiteX6405" fmla="*/ 1869323 w 6604001"/>
              <a:gd name="connsiteY6405" fmla="*/ 874295 h 6640493"/>
              <a:gd name="connsiteX6406" fmla="*/ 1865553 w 6604001"/>
              <a:gd name="connsiteY6406" fmla="*/ 874295 h 6640493"/>
              <a:gd name="connsiteX6407" fmla="*/ 1858014 w 6604001"/>
              <a:gd name="connsiteY6407" fmla="*/ 851684 h 6640493"/>
              <a:gd name="connsiteX6408" fmla="*/ 1435815 w 6604001"/>
              <a:gd name="connsiteY6408" fmla="*/ 893138 h 6640493"/>
              <a:gd name="connsiteX6409" fmla="*/ 1432046 w 6604001"/>
              <a:gd name="connsiteY6409" fmla="*/ 893138 h 6640493"/>
              <a:gd name="connsiteX6410" fmla="*/ 1432046 w 6604001"/>
              <a:gd name="connsiteY6410" fmla="*/ 896907 h 6640493"/>
              <a:gd name="connsiteX6411" fmla="*/ 1628067 w 6604001"/>
              <a:gd name="connsiteY6411" fmla="*/ 1236074 h 6640493"/>
              <a:gd name="connsiteX6412" fmla="*/ 1620527 w 6604001"/>
              <a:gd name="connsiteY6412" fmla="*/ 1239843 h 6640493"/>
              <a:gd name="connsiteX6413" fmla="*/ 1420737 w 6604001"/>
              <a:gd name="connsiteY6413" fmla="*/ 904443 h 6640493"/>
              <a:gd name="connsiteX6414" fmla="*/ 1416967 w 6604001"/>
              <a:gd name="connsiteY6414" fmla="*/ 908212 h 6640493"/>
              <a:gd name="connsiteX6415" fmla="*/ 1409428 w 6604001"/>
              <a:gd name="connsiteY6415" fmla="*/ 911980 h 6640493"/>
              <a:gd name="connsiteX6416" fmla="*/ 1349114 w 6604001"/>
              <a:gd name="connsiteY6416" fmla="*/ 1040111 h 6640493"/>
              <a:gd name="connsiteX6417" fmla="*/ 1345344 w 6604001"/>
              <a:gd name="connsiteY6417" fmla="*/ 1032573 h 6640493"/>
              <a:gd name="connsiteX6418" fmla="*/ 1401889 w 6604001"/>
              <a:gd name="connsiteY6418" fmla="*/ 911980 h 6640493"/>
              <a:gd name="connsiteX6419" fmla="*/ 1398119 w 6604001"/>
              <a:gd name="connsiteY6419" fmla="*/ 911980 h 6640493"/>
              <a:gd name="connsiteX6420" fmla="*/ 1394349 w 6604001"/>
              <a:gd name="connsiteY6420" fmla="*/ 911980 h 6640493"/>
              <a:gd name="connsiteX6421" fmla="*/ 1394349 w 6604001"/>
              <a:gd name="connsiteY6421" fmla="*/ 904443 h 6640493"/>
              <a:gd name="connsiteX6422" fmla="*/ 1258643 w 6604001"/>
              <a:gd name="connsiteY6422" fmla="*/ 949666 h 6640493"/>
              <a:gd name="connsiteX6423" fmla="*/ 1256398 w 6604001"/>
              <a:gd name="connsiteY6423" fmla="*/ 949666 h 6640493"/>
              <a:gd name="connsiteX6424" fmla="*/ 1258615 w 6604001"/>
              <a:gd name="connsiteY6424" fmla="*/ 948529 h 6640493"/>
              <a:gd name="connsiteX6425" fmla="*/ 1257959 w 6604001"/>
              <a:gd name="connsiteY6425" fmla="*/ 948529 h 6640493"/>
              <a:gd name="connsiteX6426" fmla="*/ 1302156 w 6604001"/>
              <a:gd name="connsiteY6426" fmla="*/ 932250 h 6640493"/>
              <a:gd name="connsiteX6427" fmla="*/ 1398119 w 6604001"/>
              <a:gd name="connsiteY6427" fmla="*/ 896907 h 6640493"/>
              <a:gd name="connsiteX6428" fmla="*/ 1398119 w 6604001"/>
              <a:gd name="connsiteY6428" fmla="*/ 893138 h 6640493"/>
              <a:gd name="connsiteX6429" fmla="*/ 1401889 w 6604001"/>
              <a:gd name="connsiteY6429" fmla="*/ 893138 h 6640493"/>
              <a:gd name="connsiteX6430" fmla="*/ 1156863 w 6604001"/>
              <a:gd name="connsiteY6430" fmla="*/ 821535 h 6640493"/>
              <a:gd name="connsiteX6431" fmla="*/ 1153093 w 6604001"/>
              <a:gd name="connsiteY6431" fmla="*/ 821535 h 6640493"/>
              <a:gd name="connsiteX6432" fmla="*/ 1149323 w 6604001"/>
              <a:gd name="connsiteY6432" fmla="*/ 825304 h 6640493"/>
              <a:gd name="connsiteX6433" fmla="*/ 1145554 w 6604001"/>
              <a:gd name="connsiteY6433" fmla="*/ 829073 h 6640493"/>
              <a:gd name="connsiteX6434" fmla="*/ 1096549 w 6604001"/>
              <a:gd name="connsiteY6434" fmla="*/ 904443 h 6640493"/>
              <a:gd name="connsiteX6435" fmla="*/ 1095955 w 6604001"/>
              <a:gd name="connsiteY6435" fmla="*/ 904443 h 6640493"/>
              <a:gd name="connsiteX6436" fmla="*/ 1096578 w 6604001"/>
              <a:gd name="connsiteY6436" fmla="*/ 903292 h 6640493"/>
              <a:gd name="connsiteX6437" fmla="*/ 1093507 w 6604001"/>
              <a:gd name="connsiteY6437" fmla="*/ 903292 h 6640493"/>
              <a:gd name="connsiteX6438" fmla="*/ 1118931 w 6604001"/>
              <a:gd name="connsiteY6438" fmla="*/ 863048 h 6640493"/>
              <a:gd name="connsiteX6439" fmla="*/ 1132360 w 6604001"/>
              <a:gd name="connsiteY6439" fmla="*/ 841792 h 6640493"/>
              <a:gd name="connsiteX6440" fmla="*/ 1135634 w 6604001"/>
              <a:gd name="connsiteY6440" fmla="*/ 836609 h 6640493"/>
              <a:gd name="connsiteX6441" fmla="*/ 1138015 w 6604001"/>
              <a:gd name="connsiteY6441" fmla="*/ 836609 h 6640493"/>
              <a:gd name="connsiteX6442" fmla="*/ 1138015 w 6604001"/>
              <a:gd name="connsiteY6442" fmla="*/ 832841 h 6640493"/>
              <a:gd name="connsiteX6443" fmla="*/ 1137308 w 6604001"/>
              <a:gd name="connsiteY6443" fmla="*/ 833959 h 6640493"/>
              <a:gd name="connsiteX6444" fmla="*/ 1135634 w 6604001"/>
              <a:gd name="connsiteY6444" fmla="*/ 836609 h 6640493"/>
              <a:gd name="connsiteX6445" fmla="*/ 1134245 w 6604001"/>
              <a:gd name="connsiteY6445" fmla="*/ 836609 h 6640493"/>
              <a:gd name="connsiteX6446" fmla="*/ 1130475 w 6604001"/>
              <a:gd name="connsiteY6446" fmla="*/ 840378 h 6640493"/>
              <a:gd name="connsiteX6447" fmla="*/ 1130475 w 6604001"/>
              <a:gd name="connsiteY6447" fmla="*/ 836609 h 6640493"/>
              <a:gd name="connsiteX6448" fmla="*/ 1002308 w 6604001"/>
              <a:gd name="connsiteY6448" fmla="*/ 945897 h 6640493"/>
              <a:gd name="connsiteX6449" fmla="*/ 1001203 w 6604001"/>
              <a:gd name="connsiteY6449" fmla="*/ 945897 h 6640493"/>
              <a:gd name="connsiteX6450" fmla="*/ 1002370 w 6604001"/>
              <a:gd name="connsiteY6450" fmla="*/ 944759 h 6640493"/>
              <a:gd name="connsiteX6451" fmla="*/ 999904 w 6604001"/>
              <a:gd name="connsiteY6451" fmla="*/ 944759 h 6640493"/>
              <a:gd name="connsiteX6452" fmla="*/ 1043332 w 6604001"/>
              <a:gd name="connsiteY6452" fmla="*/ 908580 h 6640493"/>
              <a:gd name="connsiteX6453" fmla="*/ 1134245 w 6604001"/>
              <a:gd name="connsiteY6453" fmla="*/ 832841 h 6640493"/>
              <a:gd name="connsiteX6454" fmla="*/ 1134245 w 6604001"/>
              <a:gd name="connsiteY6454" fmla="*/ 831273 h 6640493"/>
              <a:gd name="connsiteX6455" fmla="*/ 1138015 w 6604001"/>
              <a:gd name="connsiteY6455" fmla="*/ 829073 h 6640493"/>
              <a:gd name="connsiteX6456" fmla="*/ 1134245 w 6604001"/>
              <a:gd name="connsiteY6456" fmla="*/ 829073 h 6640493"/>
              <a:gd name="connsiteX6457" fmla="*/ 1134245 w 6604001"/>
              <a:gd name="connsiteY6457" fmla="*/ 831273 h 6640493"/>
              <a:gd name="connsiteX6458" fmla="*/ 1096078 w 6604001"/>
              <a:gd name="connsiteY6458" fmla="*/ 853567 h 6640493"/>
              <a:gd name="connsiteX6459" fmla="*/ 1051313 w 6604001"/>
              <a:gd name="connsiteY6459" fmla="*/ 889369 h 6640493"/>
              <a:gd name="connsiteX6460" fmla="*/ 1070152 w 6604001"/>
              <a:gd name="connsiteY6460" fmla="*/ 872174 h 6640493"/>
              <a:gd name="connsiteX6461" fmla="*/ 1102368 w 6604001"/>
              <a:gd name="connsiteY6461" fmla="*/ 846794 h 6640493"/>
              <a:gd name="connsiteX6462" fmla="*/ 1145872 w 6604001"/>
              <a:gd name="connsiteY6462" fmla="*/ 820973 h 6640493"/>
              <a:gd name="connsiteX6463" fmla="*/ 1149655 w 6604001"/>
              <a:gd name="connsiteY6463" fmla="*/ 817218 h 6640493"/>
              <a:gd name="connsiteX6464" fmla="*/ 1153438 w 6604001"/>
              <a:gd name="connsiteY6464" fmla="*/ 813463 h 6640493"/>
              <a:gd name="connsiteX6465" fmla="*/ 1195051 w 6604001"/>
              <a:gd name="connsiteY6465" fmla="*/ 770270 h 6640493"/>
              <a:gd name="connsiteX6466" fmla="*/ 1221015 w 6604001"/>
              <a:gd name="connsiteY6466" fmla="*/ 743321 h 6640493"/>
              <a:gd name="connsiteX6467" fmla="*/ 1222198 w 6604001"/>
              <a:gd name="connsiteY6467" fmla="*/ 742367 h 6640493"/>
              <a:gd name="connsiteX6468" fmla="*/ 1230517 w 6604001"/>
              <a:gd name="connsiteY6468" fmla="*/ 735687 h 6640493"/>
              <a:gd name="connsiteX6469" fmla="*/ 1202395 w 6604001"/>
              <a:gd name="connsiteY6469" fmla="*/ 762993 h 6640493"/>
              <a:gd name="connsiteX6470" fmla="*/ 1160463 w 6604001"/>
              <a:gd name="connsiteY6470" fmla="*/ 806453 h 6640493"/>
              <a:gd name="connsiteX6471" fmla="*/ 1164232 w 6604001"/>
              <a:gd name="connsiteY6471" fmla="*/ 806453 h 6640493"/>
              <a:gd name="connsiteX6472" fmla="*/ 1168001 w 6604001"/>
              <a:gd name="connsiteY6472" fmla="*/ 806453 h 6640493"/>
              <a:gd name="connsiteX6473" fmla="*/ 1168001 w 6604001"/>
              <a:gd name="connsiteY6473" fmla="*/ 802673 h 6640493"/>
              <a:gd name="connsiteX6474" fmla="*/ 1171771 w 6604001"/>
              <a:gd name="connsiteY6474" fmla="*/ 802673 h 6640493"/>
              <a:gd name="connsiteX6475" fmla="*/ 1318765 w 6604001"/>
              <a:gd name="connsiteY6475" fmla="*/ 704416 h 6640493"/>
              <a:gd name="connsiteX6476" fmla="*/ 1348783 w 6604001"/>
              <a:gd name="connsiteY6476" fmla="*/ 688709 h 6640493"/>
              <a:gd name="connsiteX6477" fmla="*/ 1280078 w 6604001"/>
              <a:gd name="connsiteY6477" fmla="*/ 730018 h 6640493"/>
              <a:gd name="connsiteX6478" fmla="*/ 1168985 w 6604001"/>
              <a:gd name="connsiteY6478" fmla="*/ 805660 h 6640493"/>
              <a:gd name="connsiteX6479" fmla="*/ 1168985 w 6604001"/>
              <a:gd name="connsiteY6479" fmla="*/ 809431 h 6640493"/>
              <a:gd name="connsiteX6480" fmla="*/ 1165225 w 6604001"/>
              <a:gd name="connsiteY6480" fmla="*/ 809431 h 6640493"/>
              <a:gd name="connsiteX6481" fmla="*/ 1165225 w 6604001"/>
              <a:gd name="connsiteY6481" fmla="*/ 813201 h 6640493"/>
              <a:gd name="connsiteX6482" fmla="*/ 1413377 w 6604001"/>
              <a:gd name="connsiteY6482" fmla="*/ 881067 h 6640493"/>
              <a:gd name="connsiteX6483" fmla="*/ 1417136 w 6604001"/>
              <a:gd name="connsiteY6483" fmla="*/ 877296 h 6640493"/>
              <a:gd name="connsiteX6484" fmla="*/ 1420896 w 6604001"/>
              <a:gd name="connsiteY6484" fmla="*/ 873527 h 6640493"/>
              <a:gd name="connsiteX6485" fmla="*/ 1593850 w 6604001"/>
              <a:gd name="connsiteY6485" fmla="*/ 579442 h 6640493"/>
              <a:gd name="connsiteX6486" fmla="*/ 1590090 w 6604001"/>
              <a:gd name="connsiteY6486" fmla="*/ 583212 h 6640493"/>
              <a:gd name="connsiteX6487" fmla="*/ 1578811 w 6604001"/>
              <a:gd name="connsiteY6487" fmla="*/ 579442 h 6640493"/>
              <a:gd name="connsiteX6488" fmla="*/ 1448684 w 6604001"/>
              <a:gd name="connsiteY6488" fmla="*/ 638115 h 6640493"/>
              <a:gd name="connsiteX6489" fmla="*/ 1414600 w 6604001"/>
              <a:gd name="connsiteY6489" fmla="*/ 654270 h 6640493"/>
              <a:gd name="connsiteX6490" fmla="*/ 1458693 w 6604001"/>
              <a:gd name="connsiteY6490" fmla="*/ 631196 h 6640493"/>
              <a:gd name="connsiteX6491" fmla="*/ 1601448 w 6604001"/>
              <a:gd name="connsiteY6491" fmla="*/ 560809 h 6640493"/>
              <a:gd name="connsiteX6492" fmla="*/ 1774826 w 6604001"/>
              <a:gd name="connsiteY6492" fmla="*/ 379412 h 6640493"/>
              <a:gd name="connsiteX6493" fmla="*/ 1771073 w 6604001"/>
              <a:gd name="connsiteY6493" fmla="*/ 379412 h 6640493"/>
              <a:gd name="connsiteX6494" fmla="*/ 1771073 w 6604001"/>
              <a:gd name="connsiteY6494" fmla="*/ 379051 h 6640493"/>
              <a:gd name="connsiteX6495" fmla="*/ 1790127 w 6604001"/>
              <a:gd name="connsiteY6495" fmla="*/ 368653 h 6640493"/>
              <a:gd name="connsiteX6496" fmla="*/ 1790421 w 6604001"/>
              <a:gd name="connsiteY6496" fmla="*/ 368653 h 6640493"/>
              <a:gd name="connsiteX6497" fmla="*/ 1790746 w 6604001"/>
              <a:gd name="connsiteY6497" fmla="*/ 368316 h 6640493"/>
              <a:gd name="connsiteX6498" fmla="*/ 1797238 w 6604001"/>
              <a:gd name="connsiteY6498" fmla="*/ 364773 h 6640493"/>
              <a:gd name="connsiteX6499" fmla="*/ 1797891 w 6604001"/>
              <a:gd name="connsiteY6499" fmla="*/ 364773 h 6640493"/>
              <a:gd name="connsiteX6500" fmla="*/ 1804944 w 6604001"/>
              <a:gd name="connsiteY6500" fmla="*/ 360586 h 6640493"/>
              <a:gd name="connsiteX6501" fmla="*/ 1808761 w 6604001"/>
              <a:gd name="connsiteY6501" fmla="*/ 358580 h 6640493"/>
              <a:gd name="connsiteX6502" fmla="*/ 1808761 w 6604001"/>
              <a:gd name="connsiteY6502" fmla="*/ 359582 h 6640493"/>
              <a:gd name="connsiteX6503" fmla="*/ 1806479 w 6604001"/>
              <a:gd name="connsiteY6503" fmla="*/ 361014 h 6640493"/>
              <a:gd name="connsiteX6504" fmla="*/ 1804988 w 6604001"/>
              <a:gd name="connsiteY6504" fmla="*/ 361228 h 6640493"/>
              <a:gd name="connsiteX6505" fmla="*/ 1806137 w 6604001"/>
              <a:gd name="connsiteY6505" fmla="*/ 361228 h 6640493"/>
              <a:gd name="connsiteX6506" fmla="*/ 1804988 w 6604001"/>
              <a:gd name="connsiteY6506" fmla="*/ 361949 h 6640493"/>
              <a:gd name="connsiteX6507" fmla="*/ 1808761 w 6604001"/>
              <a:gd name="connsiteY6507" fmla="*/ 361949 h 6640493"/>
              <a:gd name="connsiteX6508" fmla="*/ 1808761 w 6604001"/>
              <a:gd name="connsiteY6508" fmla="*/ 361228 h 6640493"/>
              <a:gd name="connsiteX6509" fmla="*/ 1808767 w 6604001"/>
              <a:gd name="connsiteY6509" fmla="*/ 361228 h 6640493"/>
              <a:gd name="connsiteX6510" fmla="*/ 1812547 w 6604001"/>
              <a:gd name="connsiteY6510" fmla="*/ 361228 h 6640493"/>
              <a:gd name="connsiteX6511" fmla="*/ 1816425 w 6604001"/>
              <a:gd name="connsiteY6511" fmla="*/ 359582 h 6640493"/>
              <a:gd name="connsiteX6512" fmla="*/ 1878683 w 6604001"/>
              <a:gd name="connsiteY6512" fmla="*/ 350616 h 6640493"/>
              <a:gd name="connsiteX6513" fmla="*/ 2099766 w 6604001"/>
              <a:gd name="connsiteY6513" fmla="*/ 458787 h 6640493"/>
              <a:gd name="connsiteX6514" fmla="*/ 2103545 w 6604001"/>
              <a:gd name="connsiteY6514" fmla="*/ 455035 h 6640493"/>
              <a:gd name="connsiteX6515" fmla="*/ 2107324 w 6604001"/>
              <a:gd name="connsiteY6515" fmla="*/ 455035 h 6640493"/>
              <a:gd name="connsiteX6516" fmla="*/ 2111104 w 6604001"/>
              <a:gd name="connsiteY6516" fmla="*/ 455035 h 6640493"/>
              <a:gd name="connsiteX6517" fmla="*/ 2311401 w 6604001"/>
              <a:gd name="connsiteY6517" fmla="*/ 218643 h 6640493"/>
              <a:gd name="connsiteX6518" fmla="*/ 2292505 w 6604001"/>
              <a:gd name="connsiteY6518" fmla="*/ 214890 h 6640493"/>
              <a:gd name="connsiteX6519" fmla="*/ 2292505 w 6604001"/>
              <a:gd name="connsiteY6519" fmla="*/ 211138 h 6640493"/>
              <a:gd name="connsiteX6520" fmla="*/ 2217640 w 6604001"/>
              <a:gd name="connsiteY6520" fmla="*/ 227782 h 6640493"/>
              <a:gd name="connsiteX6521" fmla="*/ 2170597 w 6604001"/>
              <a:gd name="connsiteY6521" fmla="*/ 238443 h 6640493"/>
              <a:gd name="connsiteX6522" fmla="*/ 2209369 w 6604001"/>
              <a:gd name="connsiteY6522" fmla="*/ 227988 h 6640493"/>
              <a:gd name="connsiteX6523" fmla="*/ 2318041 w 6604001"/>
              <a:gd name="connsiteY6523" fmla="*/ 199095 h 6640493"/>
              <a:gd name="connsiteX6524" fmla="*/ 2459154 w 6604001"/>
              <a:gd name="connsiteY6524" fmla="*/ 112283 h 6640493"/>
              <a:gd name="connsiteX6525" fmla="*/ 2502198 w 6604001"/>
              <a:gd name="connsiteY6525" fmla="*/ 98290 h 6640493"/>
              <a:gd name="connsiteX6526" fmla="*/ 2507002 w 6604001"/>
              <a:gd name="connsiteY6526" fmla="*/ 97135 h 6640493"/>
              <a:gd name="connsiteX6527" fmla="*/ 2533314 w 6604001"/>
              <a:gd name="connsiteY6527" fmla="*/ 91237 h 6640493"/>
              <a:gd name="connsiteX6528" fmla="*/ 2524993 w 6604001"/>
              <a:gd name="connsiteY6528" fmla="*/ 93316 h 6640493"/>
              <a:gd name="connsiteX6529" fmla="*/ 2521221 w 6604001"/>
              <a:gd name="connsiteY6529" fmla="*/ 94259 h 6640493"/>
              <a:gd name="connsiteX6530" fmla="*/ 2328863 w 6604001"/>
              <a:gd name="connsiteY6530" fmla="*/ 196056 h 6640493"/>
              <a:gd name="connsiteX6531" fmla="*/ 2347722 w 6604001"/>
              <a:gd name="connsiteY6531" fmla="*/ 199827 h 6640493"/>
              <a:gd name="connsiteX6532" fmla="*/ 2343950 w 6604001"/>
              <a:gd name="connsiteY6532" fmla="*/ 203597 h 6640493"/>
              <a:gd name="connsiteX6533" fmla="*/ 2358583 w 6604001"/>
              <a:gd name="connsiteY6533" fmla="*/ 202488 h 6640493"/>
              <a:gd name="connsiteX6534" fmla="*/ 2352633 w 6604001"/>
              <a:gd name="connsiteY6534" fmla="*/ 203559 h 6640493"/>
              <a:gd name="connsiteX6535" fmla="*/ 2341346 w 6604001"/>
              <a:gd name="connsiteY6535" fmla="*/ 206876 h 6640493"/>
              <a:gd name="connsiteX6536" fmla="*/ 2318766 w 6604001"/>
              <a:gd name="connsiteY6536" fmla="*/ 214396 h 6640493"/>
              <a:gd name="connsiteX6537" fmla="*/ 2119313 w 6604001"/>
              <a:gd name="connsiteY6537" fmla="*/ 455027 h 6640493"/>
              <a:gd name="connsiteX6538" fmla="*/ 2123077 w 6604001"/>
              <a:gd name="connsiteY6538" fmla="*/ 455027 h 6640493"/>
              <a:gd name="connsiteX6539" fmla="*/ 2126840 w 6604001"/>
              <a:gd name="connsiteY6539" fmla="*/ 458787 h 6640493"/>
              <a:gd name="connsiteX6540" fmla="*/ 2130603 w 6604001"/>
              <a:gd name="connsiteY6540" fmla="*/ 466307 h 6640493"/>
              <a:gd name="connsiteX6541" fmla="*/ 2612301 w 6604001"/>
              <a:gd name="connsiteY6541" fmla="*/ 530224 h 6640493"/>
              <a:gd name="connsiteX6542" fmla="*/ 2634880 w 6604001"/>
              <a:gd name="connsiteY6542" fmla="*/ 522704 h 6640493"/>
              <a:gd name="connsiteX6543" fmla="*/ 2860676 w 6604001"/>
              <a:gd name="connsiteY6543" fmla="*/ 229435 h 6640493"/>
              <a:gd name="connsiteX6544" fmla="*/ 2856913 w 6604001"/>
              <a:gd name="connsiteY6544" fmla="*/ 229435 h 6640493"/>
              <a:gd name="connsiteX6545" fmla="*/ 2853150 w 6604001"/>
              <a:gd name="connsiteY6545" fmla="*/ 229435 h 6640493"/>
              <a:gd name="connsiteX6546" fmla="*/ 2853150 w 6604001"/>
              <a:gd name="connsiteY6546" fmla="*/ 225676 h 6640493"/>
              <a:gd name="connsiteX6547" fmla="*/ 2849386 w 6604001"/>
              <a:gd name="connsiteY6547" fmla="*/ 225676 h 6640493"/>
              <a:gd name="connsiteX6548" fmla="*/ 2849386 w 6604001"/>
              <a:gd name="connsiteY6548" fmla="*/ 218156 h 6640493"/>
              <a:gd name="connsiteX6549" fmla="*/ 2849386 w 6604001"/>
              <a:gd name="connsiteY6549" fmla="*/ 214396 h 6640493"/>
              <a:gd name="connsiteX6550" fmla="*/ 2508047 w 6604001"/>
              <a:gd name="connsiteY6550" fmla="*/ 192851 h 6640493"/>
              <a:gd name="connsiteX6551" fmla="*/ 2496681 w 6604001"/>
              <a:gd name="connsiteY6551" fmla="*/ 192912 h 6640493"/>
              <a:gd name="connsiteX6552" fmla="*/ 2548485 w 6604001"/>
              <a:gd name="connsiteY6552" fmla="*/ 190740 h 6640493"/>
              <a:gd name="connsiteX6553" fmla="*/ 2853133 w 6604001"/>
              <a:gd name="connsiteY6553" fmla="*/ 211138 h 6640493"/>
              <a:gd name="connsiteX6554" fmla="*/ 2856904 w 6604001"/>
              <a:gd name="connsiteY6554" fmla="*/ 211138 h 6640493"/>
              <a:gd name="connsiteX6555" fmla="*/ 2860676 w 6604001"/>
              <a:gd name="connsiteY6555" fmla="*/ 207367 h 6640493"/>
              <a:gd name="connsiteX6556" fmla="*/ 2630483 w 6604001"/>
              <a:gd name="connsiteY6556" fmla="*/ 80120 h 6640493"/>
              <a:gd name="connsiteX6557" fmla="*/ 2554703 w 6604001"/>
              <a:gd name="connsiteY6557" fmla="*/ 86442 h 6640493"/>
              <a:gd name="connsiteX6558" fmla="*/ 2570474 w 6604001"/>
              <a:gd name="connsiteY6558" fmla="*/ 82907 h 6640493"/>
              <a:gd name="connsiteX6559" fmla="*/ 2577968 w 6604001"/>
              <a:gd name="connsiteY6559" fmla="*/ 81511 h 6640493"/>
              <a:gd name="connsiteX6560" fmla="*/ 2642872 w 6604001"/>
              <a:gd name="connsiteY6560" fmla="*/ 77396 h 6640493"/>
              <a:gd name="connsiteX6561" fmla="*/ 2872979 w 6604001"/>
              <a:gd name="connsiteY6561" fmla="*/ 203200 h 6640493"/>
              <a:gd name="connsiteX6562" fmla="*/ 2880519 w 6604001"/>
              <a:gd name="connsiteY6562" fmla="*/ 203200 h 6640493"/>
              <a:gd name="connsiteX6563" fmla="*/ 2884290 w 6604001"/>
              <a:gd name="connsiteY6563" fmla="*/ 203200 h 6640493"/>
              <a:gd name="connsiteX6564" fmla="*/ 3106738 w 6604001"/>
              <a:gd name="connsiteY6564" fmla="*/ 40887 h 6640493"/>
              <a:gd name="connsiteX6565" fmla="*/ 3087887 w 6604001"/>
              <a:gd name="connsiteY6565" fmla="*/ 37113 h 6640493"/>
              <a:gd name="connsiteX6566" fmla="*/ 3087887 w 6604001"/>
              <a:gd name="connsiteY6566" fmla="*/ 33338 h 6640493"/>
              <a:gd name="connsiteX6567" fmla="*/ 3004226 w 6604001"/>
              <a:gd name="connsiteY6567" fmla="*/ 33412 h 6640493"/>
              <a:gd name="connsiteX6568" fmla="*/ 2998922 w 6604001"/>
              <a:gd name="connsiteY6568" fmla="*/ 33453 h 6640493"/>
              <a:gd name="connsiteX6569" fmla="*/ 3001250 w 6604001"/>
              <a:gd name="connsiteY6569" fmla="*/ 33353 h 6640493"/>
              <a:gd name="connsiteX6570" fmla="*/ 3095119 w 6604001"/>
              <a:gd name="connsiteY6570" fmla="*/ 29634 h 6640493"/>
              <a:gd name="connsiteX6571" fmla="*/ 3098897 w 6604001"/>
              <a:gd name="connsiteY6571" fmla="*/ 29634 h 6640493"/>
              <a:gd name="connsiteX6572" fmla="*/ 3117784 w 6604001"/>
              <a:gd name="connsiteY6572" fmla="*/ 29634 h 6640493"/>
              <a:gd name="connsiteX6573" fmla="*/ 3187668 w 6604001"/>
              <a:gd name="connsiteY6573" fmla="*/ 12039 h 6640493"/>
              <a:gd name="connsiteX6574" fmla="*/ 3243361 w 6604001"/>
              <a:gd name="connsiteY6574" fmla="*/ 2445 h 6640493"/>
              <a:gd name="connsiteX6575" fmla="*/ 3309338 w 6604001"/>
              <a:gd name="connsiteY6575" fmla="*/ 1 h 6640493"/>
              <a:gd name="connsiteX6576" fmla="*/ 3310002 w 6604001"/>
              <a:gd name="connsiteY6576" fmla="*/ 1 h 6640493"/>
              <a:gd name="connsiteX6577" fmla="*/ 3434466 w 6604001"/>
              <a:gd name="connsiteY6577" fmla="*/ 3771 h 6640493"/>
              <a:gd name="connsiteX6578" fmla="*/ 3447172 w 6604001"/>
              <a:gd name="connsiteY6578" fmla="*/ 5971 h 6640493"/>
              <a:gd name="connsiteX6579" fmla="*/ 3426983 w 6604001"/>
              <a:gd name="connsiteY6579" fmla="*/ 5042 h 6640493"/>
              <a:gd name="connsiteX6580" fmla="*/ 3272285 w 6604001"/>
              <a:gd name="connsiteY6580" fmla="*/ 1 h 6640493"/>
              <a:gd name="connsiteX6581" fmla="*/ 3288197 w 6604001"/>
              <a:gd name="connsiteY6581" fmla="*/ 1 h 6640493"/>
              <a:gd name="connsiteX6582" fmla="*/ 3309303 w 6604001"/>
              <a:gd name="connsiteY6582" fmla="*/ 1 h 6640493"/>
              <a:gd name="connsiteX6583" fmla="*/ 3262038 w 6604001"/>
              <a:gd name="connsiteY6583" fmla="*/ 1753 h 6640493"/>
              <a:gd name="connsiteX6584" fmla="*/ 3257551 w 6604001"/>
              <a:gd name="connsiteY6584" fmla="*/ 1 h 6640493"/>
              <a:gd name="connsiteX6585" fmla="*/ 3243361 w 6604001"/>
              <a:gd name="connsiteY6585" fmla="*/ 2445 h 6640493"/>
              <a:gd name="connsiteX6586" fmla="*/ 3188208 w 6604001"/>
              <a:gd name="connsiteY6586" fmla="*/ 4490 h 6640493"/>
              <a:gd name="connsiteX6587" fmla="*/ 2843346 w 6604001"/>
              <a:gd name="connsiteY6587" fmla="*/ 34815 h 6640493"/>
              <a:gd name="connsiteX6588" fmla="*/ 2812420 w 6604001"/>
              <a:gd name="connsiteY6588" fmla="*/ 39792 h 6640493"/>
              <a:gd name="connsiteX6589" fmla="*/ 2808662 w 6604001"/>
              <a:gd name="connsiteY6589" fmla="*/ 40056 h 6640493"/>
              <a:gd name="connsiteX6590" fmla="*/ 2680406 w 6604001"/>
              <a:gd name="connsiteY6590" fmla="*/ 58626 h 6640493"/>
              <a:gd name="connsiteX6591" fmla="*/ 2657738 w 6604001"/>
              <a:gd name="connsiteY6591" fmla="*/ 62805 h 6640493"/>
              <a:gd name="connsiteX6592" fmla="*/ 2630488 w 6604001"/>
              <a:gd name="connsiteY6592" fmla="*/ 66676 h 6640493"/>
              <a:gd name="connsiteX6593" fmla="*/ 3257551 w 6604001"/>
              <a:gd name="connsiteY6593" fmla="*/ 1 h 6640493"/>
              <a:gd name="connsiteX6594" fmla="*/ 3309322 w 6604001"/>
              <a:gd name="connsiteY6594" fmla="*/ 0 h 6640493"/>
              <a:gd name="connsiteX6595" fmla="*/ 3309338 w 6604001"/>
              <a:gd name="connsiteY6595" fmla="*/ 1 h 6640493"/>
              <a:gd name="connsiteX6596" fmla="*/ 3309303 w 6604001"/>
              <a:gd name="connsiteY6596" fmla="*/ 1 h 664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</a:cxnLst>
            <a:rect l="l" t="t" r="r" b="b"/>
            <a:pathLst>
              <a:path w="6604001" h="6640493">
                <a:moveTo>
                  <a:pt x="3320912" y="6640413"/>
                </a:moveTo>
                <a:lnTo>
                  <a:pt x="3319757" y="6640444"/>
                </a:lnTo>
                <a:cubicBezTo>
                  <a:pt x="3317875" y="6640493"/>
                  <a:pt x="3317875" y="6640493"/>
                  <a:pt x="3317875" y="6640493"/>
                </a:cubicBezTo>
                <a:lnTo>
                  <a:pt x="3320479" y="6640415"/>
                </a:lnTo>
                <a:close/>
                <a:moveTo>
                  <a:pt x="3283353" y="6639829"/>
                </a:moveTo>
                <a:lnTo>
                  <a:pt x="3297298" y="6640429"/>
                </a:lnTo>
                <a:lnTo>
                  <a:pt x="3294896" y="6640493"/>
                </a:lnTo>
                <a:close/>
                <a:moveTo>
                  <a:pt x="3807034" y="6600845"/>
                </a:moveTo>
                <a:lnTo>
                  <a:pt x="3770895" y="6605556"/>
                </a:lnTo>
                <a:lnTo>
                  <a:pt x="3744943" y="6608382"/>
                </a:lnTo>
                <a:lnTo>
                  <a:pt x="3792377" y="6602620"/>
                </a:lnTo>
                <a:close/>
                <a:moveTo>
                  <a:pt x="2793354" y="6599627"/>
                </a:moveTo>
                <a:lnTo>
                  <a:pt x="2910634" y="6612491"/>
                </a:lnTo>
                <a:cubicBezTo>
                  <a:pt x="2996026" y="6620827"/>
                  <a:pt x="3088022" y="6627989"/>
                  <a:pt x="3173413" y="6633507"/>
                </a:cubicBezTo>
                <a:lnTo>
                  <a:pt x="3283353" y="6639829"/>
                </a:lnTo>
                <a:lnTo>
                  <a:pt x="3236826" y="6637830"/>
                </a:lnTo>
                <a:cubicBezTo>
                  <a:pt x="3022878" y="6628613"/>
                  <a:pt x="2949908" y="6624849"/>
                  <a:pt x="2843976" y="6608175"/>
                </a:cubicBezTo>
                <a:close/>
                <a:moveTo>
                  <a:pt x="2787385" y="6598619"/>
                </a:moveTo>
                <a:lnTo>
                  <a:pt x="2793354" y="6599627"/>
                </a:lnTo>
                <a:lnTo>
                  <a:pt x="2789152" y="6599166"/>
                </a:lnTo>
                <a:close/>
                <a:moveTo>
                  <a:pt x="2708769" y="6584309"/>
                </a:moveTo>
                <a:lnTo>
                  <a:pt x="2764995" y="6594599"/>
                </a:lnTo>
                <a:lnTo>
                  <a:pt x="2778125" y="6599218"/>
                </a:lnTo>
                <a:cubicBezTo>
                  <a:pt x="2778125" y="6599218"/>
                  <a:pt x="2778125" y="6599218"/>
                  <a:pt x="2748010" y="6592744"/>
                </a:cubicBezTo>
                <a:close/>
                <a:moveTo>
                  <a:pt x="2702801" y="6583088"/>
                </a:moveTo>
                <a:lnTo>
                  <a:pt x="2705128" y="6583551"/>
                </a:lnTo>
                <a:cubicBezTo>
                  <a:pt x="2706741" y="6583873"/>
                  <a:pt x="2706741" y="6583873"/>
                  <a:pt x="2706741" y="6583873"/>
                </a:cubicBezTo>
                <a:lnTo>
                  <a:pt x="2708769" y="6584309"/>
                </a:lnTo>
                <a:lnTo>
                  <a:pt x="2706974" y="6583980"/>
                </a:lnTo>
                <a:close/>
                <a:moveTo>
                  <a:pt x="2681978" y="6562458"/>
                </a:moveTo>
                <a:lnTo>
                  <a:pt x="2733011" y="6581789"/>
                </a:lnTo>
                <a:lnTo>
                  <a:pt x="2787385" y="6598619"/>
                </a:lnTo>
                <a:lnTo>
                  <a:pt x="2781880" y="6597689"/>
                </a:lnTo>
                <a:lnTo>
                  <a:pt x="2764995" y="6594599"/>
                </a:lnTo>
                <a:lnTo>
                  <a:pt x="2722239" y="6579557"/>
                </a:lnTo>
                <a:close/>
                <a:moveTo>
                  <a:pt x="2679700" y="6561595"/>
                </a:moveTo>
                <a:lnTo>
                  <a:pt x="2679947" y="6561595"/>
                </a:lnTo>
                <a:lnTo>
                  <a:pt x="2681978" y="6562458"/>
                </a:lnTo>
                <a:close/>
                <a:moveTo>
                  <a:pt x="2585377" y="6557824"/>
                </a:moveTo>
                <a:lnTo>
                  <a:pt x="2595154" y="6559213"/>
                </a:lnTo>
                <a:lnTo>
                  <a:pt x="2588208" y="6558447"/>
                </a:lnTo>
                <a:close/>
                <a:moveTo>
                  <a:pt x="2567890" y="6556208"/>
                </a:moveTo>
                <a:lnTo>
                  <a:pt x="2588208" y="6558447"/>
                </a:lnTo>
                <a:lnTo>
                  <a:pt x="2595557" y="6560065"/>
                </a:lnTo>
                <a:cubicBezTo>
                  <a:pt x="2611891" y="6563605"/>
                  <a:pt x="2629261" y="6567347"/>
                  <a:pt x="2647789" y="6571322"/>
                </a:cubicBezTo>
                <a:lnTo>
                  <a:pt x="2702801" y="6583088"/>
                </a:lnTo>
                <a:lnTo>
                  <a:pt x="2693842" y="6581303"/>
                </a:lnTo>
                <a:cubicBezTo>
                  <a:pt x="2680942" y="6578733"/>
                  <a:pt x="2655143" y="6573592"/>
                  <a:pt x="2603546" y="6563312"/>
                </a:cubicBezTo>
                <a:close/>
                <a:moveTo>
                  <a:pt x="2460777" y="6529795"/>
                </a:moveTo>
                <a:lnTo>
                  <a:pt x="2509010" y="6541007"/>
                </a:lnTo>
                <a:lnTo>
                  <a:pt x="2585377" y="6557824"/>
                </a:lnTo>
                <a:lnTo>
                  <a:pt x="2552700" y="6553181"/>
                </a:lnTo>
                <a:lnTo>
                  <a:pt x="2567890" y="6556208"/>
                </a:lnTo>
                <a:lnTo>
                  <a:pt x="2544608" y="6553642"/>
                </a:lnTo>
                <a:close/>
                <a:moveTo>
                  <a:pt x="4195996" y="6516116"/>
                </a:moveTo>
                <a:lnTo>
                  <a:pt x="4191670" y="6517401"/>
                </a:lnTo>
                <a:cubicBezTo>
                  <a:pt x="4041652" y="6561375"/>
                  <a:pt x="3997124" y="6569852"/>
                  <a:pt x="3852936" y="6595283"/>
                </a:cubicBezTo>
                <a:lnTo>
                  <a:pt x="3807034" y="6600845"/>
                </a:lnTo>
                <a:lnTo>
                  <a:pt x="3852569" y="6594909"/>
                </a:lnTo>
                <a:cubicBezTo>
                  <a:pt x="3931768" y="6577968"/>
                  <a:pt x="4027937" y="6556792"/>
                  <a:pt x="4114030" y="6536145"/>
                </a:cubicBezTo>
                <a:lnTo>
                  <a:pt x="4181081" y="6519497"/>
                </a:lnTo>
                <a:close/>
                <a:moveTo>
                  <a:pt x="2433367" y="6515956"/>
                </a:moveTo>
                <a:lnTo>
                  <a:pt x="2485428" y="6525137"/>
                </a:lnTo>
                <a:cubicBezTo>
                  <a:pt x="2505596" y="6528525"/>
                  <a:pt x="2527929" y="6532146"/>
                  <a:pt x="2553228" y="6536206"/>
                </a:cubicBezTo>
                <a:lnTo>
                  <a:pt x="2634474" y="6549207"/>
                </a:lnTo>
                <a:lnTo>
                  <a:pt x="2634474" y="6550005"/>
                </a:lnTo>
                <a:cubicBezTo>
                  <a:pt x="2583632" y="6543392"/>
                  <a:pt x="2543852" y="6537724"/>
                  <a:pt x="2509016" y="6531761"/>
                </a:cubicBezTo>
                <a:close/>
                <a:moveTo>
                  <a:pt x="4195763" y="6515852"/>
                </a:moveTo>
                <a:lnTo>
                  <a:pt x="4181081" y="6519497"/>
                </a:lnTo>
                <a:lnTo>
                  <a:pt x="4174164" y="6521065"/>
                </a:lnTo>
                <a:lnTo>
                  <a:pt x="4170631" y="6521306"/>
                </a:lnTo>
                <a:close/>
                <a:moveTo>
                  <a:pt x="4291826" y="6487570"/>
                </a:moveTo>
                <a:lnTo>
                  <a:pt x="4286378" y="6490078"/>
                </a:lnTo>
                <a:cubicBezTo>
                  <a:pt x="4286378" y="6490078"/>
                  <a:pt x="4286378" y="6490078"/>
                  <a:pt x="4211059" y="6512700"/>
                </a:cubicBezTo>
                <a:lnTo>
                  <a:pt x="4195996" y="6516116"/>
                </a:lnTo>
                <a:lnTo>
                  <a:pt x="4276420" y="6492213"/>
                </a:lnTo>
                <a:close/>
                <a:moveTo>
                  <a:pt x="2233253" y="6462334"/>
                </a:moveTo>
                <a:lnTo>
                  <a:pt x="2244916" y="6466288"/>
                </a:lnTo>
                <a:cubicBezTo>
                  <a:pt x="2263502" y="6472451"/>
                  <a:pt x="2280240" y="6477824"/>
                  <a:pt x="2295933" y="6482614"/>
                </a:cubicBezTo>
                <a:lnTo>
                  <a:pt x="2357946" y="6499072"/>
                </a:lnTo>
                <a:lnTo>
                  <a:pt x="2363711" y="6500838"/>
                </a:lnTo>
                <a:cubicBezTo>
                  <a:pt x="2395274" y="6510417"/>
                  <a:pt x="2426837" y="6519880"/>
                  <a:pt x="2457340" y="6528817"/>
                </a:cubicBezTo>
                <a:lnTo>
                  <a:pt x="2460777" y="6529795"/>
                </a:lnTo>
                <a:lnTo>
                  <a:pt x="2441459" y="6525304"/>
                </a:lnTo>
                <a:cubicBezTo>
                  <a:pt x="2361443" y="6505937"/>
                  <a:pt x="2316414" y="6491514"/>
                  <a:pt x="2243702" y="6466025"/>
                </a:cubicBezTo>
                <a:close/>
                <a:moveTo>
                  <a:pt x="4378521" y="6461439"/>
                </a:moveTo>
                <a:lnTo>
                  <a:pt x="4373208" y="6463288"/>
                </a:lnTo>
                <a:cubicBezTo>
                  <a:pt x="4362373" y="6467058"/>
                  <a:pt x="4340703" y="6474599"/>
                  <a:pt x="4297363" y="6489680"/>
                </a:cubicBezTo>
                <a:lnTo>
                  <a:pt x="4316991" y="6479985"/>
                </a:lnTo>
                <a:close/>
                <a:moveTo>
                  <a:pt x="2182813" y="6445231"/>
                </a:moveTo>
                <a:lnTo>
                  <a:pt x="2198800" y="6450164"/>
                </a:lnTo>
                <a:lnTo>
                  <a:pt x="2233253" y="6462334"/>
                </a:lnTo>
                <a:close/>
                <a:moveTo>
                  <a:pt x="4181695" y="6441112"/>
                </a:moveTo>
                <a:lnTo>
                  <a:pt x="4162515" y="6450234"/>
                </a:lnTo>
                <a:lnTo>
                  <a:pt x="4114231" y="6470350"/>
                </a:lnTo>
                <a:lnTo>
                  <a:pt x="4142440" y="6458325"/>
                </a:lnTo>
                <a:close/>
                <a:moveTo>
                  <a:pt x="2058607" y="6394185"/>
                </a:moveTo>
                <a:lnTo>
                  <a:pt x="2080151" y="6403037"/>
                </a:lnTo>
                <a:lnTo>
                  <a:pt x="2095843" y="6409376"/>
                </a:lnTo>
                <a:lnTo>
                  <a:pt x="2106613" y="6415068"/>
                </a:lnTo>
                <a:close/>
                <a:moveTo>
                  <a:pt x="3818167" y="6327756"/>
                </a:moveTo>
                <a:cubicBezTo>
                  <a:pt x="3814401" y="6331527"/>
                  <a:pt x="3814401" y="6331527"/>
                  <a:pt x="3810635" y="6331527"/>
                </a:cubicBezTo>
                <a:cubicBezTo>
                  <a:pt x="3705181" y="6508731"/>
                  <a:pt x="3595961" y="6606759"/>
                  <a:pt x="3482975" y="6629381"/>
                </a:cubicBezTo>
                <a:cubicBezTo>
                  <a:pt x="3486741" y="6629381"/>
                  <a:pt x="3486741" y="6629381"/>
                  <a:pt x="3486741" y="6629381"/>
                </a:cubicBezTo>
                <a:cubicBezTo>
                  <a:pt x="3490507" y="6629381"/>
                  <a:pt x="3490507" y="6629381"/>
                  <a:pt x="3490507" y="6629381"/>
                </a:cubicBezTo>
                <a:cubicBezTo>
                  <a:pt x="3494274" y="6629381"/>
                  <a:pt x="3494274" y="6629381"/>
                  <a:pt x="3494274" y="6629381"/>
                </a:cubicBezTo>
                <a:cubicBezTo>
                  <a:pt x="3761674" y="6591678"/>
                  <a:pt x="3784272" y="6587908"/>
                  <a:pt x="4010244" y="6512502"/>
                </a:cubicBezTo>
                <a:cubicBezTo>
                  <a:pt x="4010244" y="6508731"/>
                  <a:pt x="4014010" y="6504961"/>
                  <a:pt x="4029075" y="6497420"/>
                </a:cubicBezTo>
                <a:cubicBezTo>
                  <a:pt x="3923621" y="6437095"/>
                  <a:pt x="3923621" y="6433325"/>
                  <a:pt x="3825700" y="6327756"/>
                </a:cubicBezTo>
                <a:cubicBezTo>
                  <a:pt x="3821934" y="6327756"/>
                  <a:pt x="3821934" y="6327756"/>
                  <a:pt x="3821934" y="6327756"/>
                </a:cubicBezTo>
                <a:cubicBezTo>
                  <a:pt x="3818167" y="6327756"/>
                  <a:pt x="3818167" y="6327756"/>
                  <a:pt x="3818167" y="6327756"/>
                </a:cubicBezTo>
                <a:close/>
                <a:moveTo>
                  <a:pt x="4832350" y="6264256"/>
                </a:moveTo>
                <a:cubicBezTo>
                  <a:pt x="4804145" y="6278363"/>
                  <a:pt x="4773119" y="6293174"/>
                  <a:pt x="4740625" y="6308221"/>
                </a:cubicBezTo>
                <a:lnTo>
                  <a:pt x="4714661" y="6319939"/>
                </a:lnTo>
                <a:lnTo>
                  <a:pt x="4775364" y="6290085"/>
                </a:lnTo>
                <a:lnTo>
                  <a:pt x="4815944" y="6270048"/>
                </a:lnTo>
                <a:close/>
                <a:moveTo>
                  <a:pt x="1772497" y="6262424"/>
                </a:moveTo>
                <a:lnTo>
                  <a:pt x="1834316" y="6291543"/>
                </a:lnTo>
                <a:cubicBezTo>
                  <a:pt x="1894122" y="6319706"/>
                  <a:pt x="1958862" y="6350008"/>
                  <a:pt x="2019607" y="6377220"/>
                </a:cubicBezTo>
                <a:lnTo>
                  <a:pt x="2058607" y="6394185"/>
                </a:lnTo>
                <a:lnTo>
                  <a:pt x="1999877" y="6370056"/>
                </a:lnTo>
                <a:cubicBezTo>
                  <a:pt x="1905519" y="6330733"/>
                  <a:pt x="1857103" y="6307892"/>
                  <a:pt x="1797614" y="6276104"/>
                </a:cubicBezTo>
                <a:close/>
                <a:moveTo>
                  <a:pt x="1749425" y="6251556"/>
                </a:moveTo>
                <a:lnTo>
                  <a:pt x="1764725" y="6258191"/>
                </a:lnTo>
                <a:lnTo>
                  <a:pt x="1772497" y="6262424"/>
                </a:lnTo>
                <a:close/>
                <a:moveTo>
                  <a:pt x="4866826" y="6244925"/>
                </a:moveTo>
                <a:lnTo>
                  <a:pt x="4861390" y="6248315"/>
                </a:lnTo>
                <a:cubicBezTo>
                  <a:pt x="4857154" y="6250957"/>
                  <a:pt x="4851506" y="6254479"/>
                  <a:pt x="4843975" y="6259176"/>
                </a:cubicBezTo>
                <a:lnTo>
                  <a:pt x="4816370" y="6269838"/>
                </a:lnTo>
                <a:close/>
                <a:moveTo>
                  <a:pt x="3000177" y="6240443"/>
                </a:moveTo>
                <a:cubicBezTo>
                  <a:pt x="2898378" y="6417758"/>
                  <a:pt x="2789039" y="6519619"/>
                  <a:pt x="2679700" y="6549800"/>
                </a:cubicBezTo>
                <a:cubicBezTo>
                  <a:pt x="2683471" y="6553573"/>
                  <a:pt x="2683471" y="6553573"/>
                  <a:pt x="2683471" y="6553573"/>
                </a:cubicBezTo>
                <a:cubicBezTo>
                  <a:pt x="2687241" y="6553573"/>
                  <a:pt x="2687241" y="6553573"/>
                  <a:pt x="2687241" y="6553573"/>
                </a:cubicBezTo>
                <a:cubicBezTo>
                  <a:pt x="2954933" y="6561118"/>
                  <a:pt x="2977555" y="6561118"/>
                  <a:pt x="3207544" y="6527164"/>
                </a:cubicBezTo>
                <a:cubicBezTo>
                  <a:pt x="3203773" y="6523392"/>
                  <a:pt x="3203773" y="6515846"/>
                  <a:pt x="3218855" y="6512074"/>
                </a:cubicBezTo>
                <a:cubicBezTo>
                  <a:pt x="3222625" y="6512074"/>
                  <a:pt x="3222625" y="6512074"/>
                  <a:pt x="3222625" y="6512074"/>
                </a:cubicBezTo>
                <a:cubicBezTo>
                  <a:pt x="3113286" y="6395122"/>
                  <a:pt x="3113286" y="6391349"/>
                  <a:pt x="3011488" y="6240443"/>
                </a:cubicBezTo>
                <a:cubicBezTo>
                  <a:pt x="3007717" y="6240443"/>
                  <a:pt x="3007717" y="6240443"/>
                  <a:pt x="3007717" y="6240443"/>
                </a:cubicBezTo>
                <a:cubicBezTo>
                  <a:pt x="3003947" y="6240443"/>
                  <a:pt x="3003947" y="6240443"/>
                  <a:pt x="3000177" y="6240443"/>
                </a:cubicBezTo>
                <a:close/>
                <a:moveTo>
                  <a:pt x="2981725" y="6234093"/>
                </a:moveTo>
                <a:cubicBezTo>
                  <a:pt x="2717904" y="6309310"/>
                  <a:pt x="2699059" y="6313071"/>
                  <a:pt x="2480464" y="6331876"/>
                </a:cubicBezTo>
                <a:cubicBezTo>
                  <a:pt x="2484233" y="6339397"/>
                  <a:pt x="2480464" y="6346919"/>
                  <a:pt x="2465388" y="6346919"/>
                </a:cubicBezTo>
                <a:cubicBezTo>
                  <a:pt x="2567148" y="6474788"/>
                  <a:pt x="2567148" y="6478549"/>
                  <a:pt x="2657601" y="6546244"/>
                </a:cubicBezTo>
                <a:cubicBezTo>
                  <a:pt x="2661370" y="6546244"/>
                  <a:pt x="2661370" y="6546244"/>
                  <a:pt x="2661370" y="6546244"/>
                </a:cubicBezTo>
                <a:cubicBezTo>
                  <a:pt x="2665139" y="6546244"/>
                  <a:pt x="2665139" y="6546244"/>
                  <a:pt x="2665139" y="6546244"/>
                </a:cubicBezTo>
                <a:cubicBezTo>
                  <a:pt x="2668908" y="6550005"/>
                  <a:pt x="2668908" y="6550005"/>
                  <a:pt x="2668908" y="6550005"/>
                </a:cubicBezTo>
                <a:cubicBezTo>
                  <a:pt x="2672677" y="6550005"/>
                  <a:pt x="2672677" y="6550005"/>
                  <a:pt x="2672677" y="6550005"/>
                </a:cubicBezTo>
                <a:cubicBezTo>
                  <a:pt x="2778206" y="6519918"/>
                  <a:pt x="2887503" y="6418375"/>
                  <a:pt x="2989263" y="6237854"/>
                </a:cubicBezTo>
                <a:cubicBezTo>
                  <a:pt x="2989263" y="6237854"/>
                  <a:pt x="2985494" y="6237854"/>
                  <a:pt x="2985494" y="6237854"/>
                </a:cubicBezTo>
                <a:cubicBezTo>
                  <a:pt x="2981725" y="6234093"/>
                  <a:pt x="2981725" y="6234093"/>
                  <a:pt x="2981725" y="6234093"/>
                </a:cubicBezTo>
                <a:close/>
                <a:moveTo>
                  <a:pt x="4879290" y="6216651"/>
                </a:moveTo>
                <a:lnTo>
                  <a:pt x="4860055" y="6229209"/>
                </a:lnTo>
                <a:lnTo>
                  <a:pt x="4833550" y="6245196"/>
                </a:lnTo>
                <a:lnTo>
                  <a:pt x="4864346" y="6226154"/>
                </a:lnTo>
                <a:close/>
                <a:moveTo>
                  <a:pt x="4599318" y="6188391"/>
                </a:moveTo>
                <a:cubicBezTo>
                  <a:pt x="4599318" y="6192159"/>
                  <a:pt x="4606858" y="6199694"/>
                  <a:pt x="4610627" y="6203461"/>
                </a:cubicBezTo>
                <a:cubicBezTo>
                  <a:pt x="4606858" y="6203461"/>
                  <a:pt x="4606858" y="6203461"/>
                  <a:pt x="4606858" y="6203461"/>
                </a:cubicBezTo>
                <a:cubicBezTo>
                  <a:pt x="4606858" y="6207229"/>
                  <a:pt x="4606858" y="6207229"/>
                  <a:pt x="4606858" y="6207229"/>
                </a:cubicBezTo>
                <a:cubicBezTo>
                  <a:pt x="4603088" y="6207229"/>
                  <a:pt x="4603088" y="6207229"/>
                  <a:pt x="4603088" y="6207229"/>
                </a:cubicBezTo>
                <a:cubicBezTo>
                  <a:pt x="4603088" y="6210996"/>
                  <a:pt x="4603088" y="6210996"/>
                  <a:pt x="4603088" y="6210996"/>
                </a:cubicBezTo>
                <a:cubicBezTo>
                  <a:pt x="4599318" y="6210996"/>
                  <a:pt x="4599318" y="6210996"/>
                  <a:pt x="4599318" y="6210996"/>
                </a:cubicBezTo>
                <a:cubicBezTo>
                  <a:pt x="4678480" y="6263741"/>
                  <a:pt x="4693559" y="6275044"/>
                  <a:pt x="4772720" y="6278812"/>
                </a:cubicBezTo>
                <a:cubicBezTo>
                  <a:pt x="4782144" y="6274102"/>
                  <a:pt x="4797930" y="6266096"/>
                  <a:pt x="4820665" y="6252969"/>
                </a:cubicBezTo>
                <a:lnTo>
                  <a:pt x="4833550" y="6245196"/>
                </a:lnTo>
                <a:lnTo>
                  <a:pt x="4798790" y="6266690"/>
                </a:lnTo>
                <a:cubicBezTo>
                  <a:pt x="4798790" y="6270447"/>
                  <a:pt x="4798790" y="6270447"/>
                  <a:pt x="4779963" y="6281718"/>
                </a:cubicBezTo>
                <a:cubicBezTo>
                  <a:pt x="4791259" y="6277961"/>
                  <a:pt x="4803496" y="6274204"/>
                  <a:pt x="4814793" y="6270447"/>
                </a:cubicBezTo>
                <a:lnTo>
                  <a:pt x="4816370" y="6269838"/>
                </a:lnTo>
                <a:lnTo>
                  <a:pt x="4815944" y="6270048"/>
                </a:lnTo>
                <a:lnTo>
                  <a:pt x="4800384" y="6275541"/>
                </a:lnTo>
                <a:cubicBezTo>
                  <a:pt x="4789102" y="6279303"/>
                  <a:pt x="4777820" y="6283064"/>
                  <a:pt x="4768418" y="6286826"/>
                </a:cubicBezTo>
                <a:cubicBezTo>
                  <a:pt x="4764658" y="6290588"/>
                  <a:pt x="4757136" y="6294350"/>
                  <a:pt x="4753376" y="6294350"/>
                </a:cubicBezTo>
                <a:cubicBezTo>
                  <a:pt x="4663119" y="6339490"/>
                  <a:pt x="4539017" y="6399677"/>
                  <a:pt x="4445000" y="6437293"/>
                </a:cubicBezTo>
                <a:cubicBezTo>
                  <a:pt x="4503291" y="6412842"/>
                  <a:pt x="4571923" y="6383689"/>
                  <a:pt x="4640085" y="6353596"/>
                </a:cubicBezTo>
                <a:lnTo>
                  <a:pt x="4714661" y="6319939"/>
                </a:lnTo>
                <a:lnTo>
                  <a:pt x="4697741" y="6328260"/>
                </a:lnTo>
                <a:cubicBezTo>
                  <a:pt x="4560444" y="6395369"/>
                  <a:pt x="4520157" y="6411617"/>
                  <a:pt x="4384450" y="6459652"/>
                </a:cubicBezTo>
                <a:lnTo>
                  <a:pt x="4378521" y="6461439"/>
                </a:lnTo>
                <a:lnTo>
                  <a:pt x="4382689" y="6459989"/>
                </a:lnTo>
                <a:cubicBezTo>
                  <a:pt x="4384043" y="6459518"/>
                  <a:pt x="4384043" y="6459518"/>
                  <a:pt x="4384043" y="6459518"/>
                </a:cubicBezTo>
                <a:cubicBezTo>
                  <a:pt x="4425499" y="6444437"/>
                  <a:pt x="4425499" y="6444437"/>
                  <a:pt x="4425499" y="6444437"/>
                </a:cubicBezTo>
                <a:cubicBezTo>
                  <a:pt x="4523485" y="6402963"/>
                  <a:pt x="4651621" y="6346409"/>
                  <a:pt x="4745838" y="6297395"/>
                </a:cubicBezTo>
                <a:cubicBezTo>
                  <a:pt x="4745838" y="6293624"/>
                  <a:pt x="4749607" y="6293624"/>
                  <a:pt x="4760913" y="6282313"/>
                </a:cubicBezTo>
                <a:cubicBezTo>
                  <a:pt x="4674233" y="6278543"/>
                  <a:pt x="4670464" y="6274773"/>
                  <a:pt x="4591322" y="6218218"/>
                </a:cubicBezTo>
                <a:cubicBezTo>
                  <a:pt x="4587553" y="6218218"/>
                  <a:pt x="4587553" y="6218218"/>
                  <a:pt x="4587553" y="6218218"/>
                </a:cubicBezTo>
                <a:cubicBezTo>
                  <a:pt x="4587553" y="6221989"/>
                  <a:pt x="4587553" y="6221989"/>
                  <a:pt x="4587553" y="6221989"/>
                </a:cubicBezTo>
                <a:cubicBezTo>
                  <a:pt x="4583784" y="6221989"/>
                  <a:pt x="4580015" y="6221989"/>
                  <a:pt x="4576247" y="6225759"/>
                </a:cubicBezTo>
                <a:cubicBezTo>
                  <a:pt x="4508410" y="6336040"/>
                  <a:pt x="4438453" y="6410268"/>
                  <a:pt x="4367967" y="6454805"/>
                </a:cubicBezTo>
                <a:lnTo>
                  <a:pt x="4316991" y="6479985"/>
                </a:lnTo>
                <a:lnTo>
                  <a:pt x="4291826" y="6487570"/>
                </a:lnTo>
                <a:lnTo>
                  <a:pt x="4357519" y="6457324"/>
                </a:lnTo>
                <a:cubicBezTo>
                  <a:pt x="4429014" y="6414201"/>
                  <a:pt x="4501039" y="6339266"/>
                  <a:pt x="4568826" y="6226156"/>
                </a:cubicBezTo>
                <a:cubicBezTo>
                  <a:pt x="4568826" y="6226156"/>
                  <a:pt x="4565060" y="6229927"/>
                  <a:pt x="4565060" y="6229927"/>
                </a:cubicBezTo>
                <a:cubicBezTo>
                  <a:pt x="4561294" y="6226156"/>
                  <a:pt x="4561294" y="6226156"/>
                  <a:pt x="4561294" y="6226156"/>
                </a:cubicBezTo>
                <a:cubicBezTo>
                  <a:pt x="4369229" y="6347749"/>
                  <a:pt x="4312740" y="6382389"/>
                  <a:pt x="4202762" y="6431874"/>
                </a:cubicBezTo>
                <a:lnTo>
                  <a:pt x="4181695" y="6441112"/>
                </a:lnTo>
                <a:lnTo>
                  <a:pt x="4233099" y="6416664"/>
                </a:lnTo>
                <a:cubicBezTo>
                  <a:pt x="4312593" y="6376708"/>
                  <a:pt x="4419320" y="6316487"/>
                  <a:pt x="4557853" y="6226066"/>
                </a:cubicBezTo>
                <a:cubicBezTo>
                  <a:pt x="4557853" y="6222299"/>
                  <a:pt x="4557853" y="6222299"/>
                  <a:pt x="4557853" y="6222299"/>
                </a:cubicBezTo>
                <a:cubicBezTo>
                  <a:pt x="4557853" y="6218531"/>
                  <a:pt x="4557853" y="6218531"/>
                  <a:pt x="4557853" y="6218531"/>
                </a:cubicBezTo>
                <a:cubicBezTo>
                  <a:pt x="4561622" y="6214764"/>
                  <a:pt x="4561622" y="6214764"/>
                  <a:pt x="4561622" y="6214764"/>
                </a:cubicBezTo>
                <a:cubicBezTo>
                  <a:pt x="4569162" y="6203461"/>
                  <a:pt x="4584240" y="6195926"/>
                  <a:pt x="4599318" y="6188391"/>
                </a:cubicBezTo>
                <a:close/>
                <a:moveTo>
                  <a:pt x="1673122" y="6178515"/>
                </a:moveTo>
                <a:lnTo>
                  <a:pt x="1715843" y="6196818"/>
                </a:lnTo>
                <a:cubicBezTo>
                  <a:pt x="1747025" y="6209536"/>
                  <a:pt x="1782678" y="6222904"/>
                  <a:pt x="1828922" y="6239636"/>
                </a:cubicBezTo>
                <a:lnTo>
                  <a:pt x="1842868" y="6244630"/>
                </a:lnTo>
                <a:lnTo>
                  <a:pt x="1836354" y="6242512"/>
                </a:lnTo>
                <a:cubicBezTo>
                  <a:pt x="1776748" y="6222744"/>
                  <a:pt x="1736554" y="6207884"/>
                  <a:pt x="1694505" y="6188779"/>
                </a:cubicBezTo>
                <a:close/>
                <a:moveTo>
                  <a:pt x="1621828" y="6175742"/>
                </a:moveTo>
                <a:lnTo>
                  <a:pt x="1692948" y="6218531"/>
                </a:lnTo>
                <a:lnTo>
                  <a:pt x="1711976" y="6229084"/>
                </a:lnTo>
                <a:lnTo>
                  <a:pt x="1692368" y="6218492"/>
                </a:lnTo>
                <a:cubicBezTo>
                  <a:pt x="1692368" y="6218492"/>
                  <a:pt x="1692368" y="6218492"/>
                  <a:pt x="1648242" y="6191750"/>
                </a:cubicBezTo>
                <a:close/>
                <a:moveTo>
                  <a:pt x="1667332" y="6175736"/>
                </a:moveTo>
                <a:lnTo>
                  <a:pt x="1673122" y="6178515"/>
                </a:lnTo>
                <a:lnTo>
                  <a:pt x="1671658" y="6177888"/>
                </a:lnTo>
                <a:close/>
                <a:moveTo>
                  <a:pt x="1638723" y="6161503"/>
                </a:moveTo>
                <a:lnTo>
                  <a:pt x="1667332" y="6175736"/>
                </a:lnTo>
                <a:lnTo>
                  <a:pt x="1651050" y="6167920"/>
                </a:lnTo>
                <a:close/>
                <a:moveTo>
                  <a:pt x="1572409" y="6145791"/>
                </a:moveTo>
                <a:lnTo>
                  <a:pt x="1616119" y="6172281"/>
                </a:lnTo>
                <a:lnTo>
                  <a:pt x="1621828" y="6175742"/>
                </a:lnTo>
                <a:lnTo>
                  <a:pt x="1598995" y="6162004"/>
                </a:lnTo>
                <a:close/>
                <a:moveTo>
                  <a:pt x="5041435" y="6143550"/>
                </a:moveTo>
                <a:lnTo>
                  <a:pt x="5008344" y="6162894"/>
                </a:lnTo>
                <a:cubicBezTo>
                  <a:pt x="4874500" y="6241136"/>
                  <a:pt x="4874500" y="6241136"/>
                  <a:pt x="4874500" y="6241136"/>
                </a:cubicBezTo>
                <a:lnTo>
                  <a:pt x="4866826" y="6244925"/>
                </a:lnTo>
                <a:lnTo>
                  <a:pt x="4870333" y="6242738"/>
                </a:lnTo>
                <a:cubicBezTo>
                  <a:pt x="4874098" y="6240390"/>
                  <a:pt x="4874098" y="6240390"/>
                  <a:pt x="4874098" y="6240390"/>
                </a:cubicBezTo>
                <a:cubicBezTo>
                  <a:pt x="4968233" y="6185913"/>
                  <a:pt x="5015300" y="6158674"/>
                  <a:pt x="5038834" y="6145055"/>
                </a:cubicBezTo>
                <a:close/>
                <a:moveTo>
                  <a:pt x="5063015" y="6130934"/>
                </a:moveTo>
                <a:lnTo>
                  <a:pt x="5062368" y="6131435"/>
                </a:lnTo>
                <a:cubicBezTo>
                  <a:pt x="5062368" y="6131435"/>
                  <a:pt x="5062368" y="6131435"/>
                  <a:pt x="5052440" y="6137181"/>
                </a:cubicBezTo>
                <a:lnTo>
                  <a:pt x="5041435" y="6143550"/>
                </a:lnTo>
                <a:close/>
                <a:moveTo>
                  <a:pt x="1508679" y="6106630"/>
                </a:moveTo>
                <a:lnTo>
                  <a:pt x="1525849" y="6117397"/>
                </a:lnTo>
                <a:lnTo>
                  <a:pt x="1572409" y="6145791"/>
                </a:lnTo>
                <a:lnTo>
                  <a:pt x="1571287" y="6145111"/>
                </a:lnTo>
                <a:cubicBezTo>
                  <a:pt x="1553990" y="6134628"/>
                  <a:pt x="1534221" y="6122647"/>
                  <a:pt x="1511629" y="6108955"/>
                </a:cubicBezTo>
                <a:cubicBezTo>
                  <a:pt x="1511629" y="6108955"/>
                  <a:pt x="1511629" y="6108955"/>
                  <a:pt x="1510805" y="6108306"/>
                </a:cubicBezTo>
                <a:close/>
                <a:moveTo>
                  <a:pt x="5129575" y="6079395"/>
                </a:moveTo>
                <a:lnTo>
                  <a:pt x="5116816" y="6091731"/>
                </a:lnTo>
                <a:cubicBezTo>
                  <a:pt x="5102562" y="6104093"/>
                  <a:pt x="5088426" y="6114924"/>
                  <a:pt x="5074290" y="6124343"/>
                </a:cubicBezTo>
                <a:lnTo>
                  <a:pt x="5063015" y="6130934"/>
                </a:lnTo>
                <a:close/>
                <a:moveTo>
                  <a:pt x="5129949" y="6079034"/>
                </a:moveTo>
                <a:lnTo>
                  <a:pt x="5129748" y="6079262"/>
                </a:lnTo>
                <a:lnTo>
                  <a:pt x="5129575" y="6079395"/>
                </a:lnTo>
                <a:close/>
                <a:moveTo>
                  <a:pt x="1433346" y="6058329"/>
                </a:moveTo>
                <a:lnTo>
                  <a:pt x="1468517" y="6081444"/>
                </a:lnTo>
                <a:lnTo>
                  <a:pt x="1487682" y="6093462"/>
                </a:lnTo>
                <a:lnTo>
                  <a:pt x="1500188" y="6105506"/>
                </a:lnTo>
                <a:cubicBezTo>
                  <a:pt x="1480439" y="6092330"/>
                  <a:pt x="1459515" y="6077507"/>
                  <a:pt x="1438003" y="6061801"/>
                </a:cubicBezTo>
                <a:close/>
                <a:moveTo>
                  <a:pt x="2231689" y="5981681"/>
                </a:moveTo>
                <a:cubicBezTo>
                  <a:pt x="2141057" y="6143623"/>
                  <a:pt x="2042873" y="6237775"/>
                  <a:pt x="1944688" y="6271670"/>
                </a:cubicBezTo>
                <a:cubicBezTo>
                  <a:pt x="1948465" y="6275436"/>
                  <a:pt x="1948465" y="6275436"/>
                  <a:pt x="1948465" y="6275436"/>
                </a:cubicBezTo>
                <a:cubicBezTo>
                  <a:pt x="1952241" y="6275436"/>
                  <a:pt x="1952241" y="6275436"/>
                  <a:pt x="1952241" y="6275436"/>
                </a:cubicBezTo>
                <a:cubicBezTo>
                  <a:pt x="1952241" y="6279202"/>
                  <a:pt x="1952241" y="6279202"/>
                  <a:pt x="1952241" y="6279202"/>
                </a:cubicBezTo>
                <a:cubicBezTo>
                  <a:pt x="2193926" y="6328161"/>
                  <a:pt x="2212807" y="6331927"/>
                  <a:pt x="2428058" y="6335693"/>
                </a:cubicBezTo>
                <a:cubicBezTo>
                  <a:pt x="2424282" y="6324395"/>
                  <a:pt x="2431834" y="6320629"/>
                  <a:pt x="2443163" y="6320629"/>
                </a:cubicBezTo>
                <a:cubicBezTo>
                  <a:pt x="2344979" y="6162453"/>
                  <a:pt x="2341202" y="6158687"/>
                  <a:pt x="2258123" y="5992980"/>
                </a:cubicBezTo>
                <a:cubicBezTo>
                  <a:pt x="2250571" y="5989213"/>
                  <a:pt x="2243018" y="5985447"/>
                  <a:pt x="2231689" y="5981681"/>
                </a:cubicBezTo>
                <a:close/>
                <a:moveTo>
                  <a:pt x="2197685" y="5962631"/>
                </a:moveTo>
                <a:lnTo>
                  <a:pt x="2214828" y="5972404"/>
                </a:lnTo>
                <a:lnTo>
                  <a:pt x="2193434" y="5963108"/>
                </a:lnTo>
                <a:close/>
                <a:moveTo>
                  <a:pt x="1246943" y="5919152"/>
                </a:moveTo>
                <a:lnTo>
                  <a:pt x="1306579" y="5963097"/>
                </a:lnTo>
                <a:cubicBezTo>
                  <a:pt x="1328091" y="5979273"/>
                  <a:pt x="1350191" y="5996096"/>
                  <a:pt x="1372291" y="6012802"/>
                </a:cubicBezTo>
                <a:lnTo>
                  <a:pt x="1433346" y="6058329"/>
                </a:lnTo>
                <a:lnTo>
                  <a:pt x="1422008" y="6050877"/>
                </a:lnTo>
                <a:cubicBezTo>
                  <a:pt x="1379246" y="6021914"/>
                  <a:pt x="1345231" y="5996130"/>
                  <a:pt x="1297500" y="5958823"/>
                </a:cubicBezTo>
                <a:close/>
                <a:moveTo>
                  <a:pt x="5266540" y="5905827"/>
                </a:moveTo>
                <a:cubicBezTo>
                  <a:pt x="5266540" y="5909595"/>
                  <a:pt x="5270310" y="5913362"/>
                  <a:pt x="5270310" y="5917130"/>
                </a:cubicBezTo>
                <a:cubicBezTo>
                  <a:pt x="5270310" y="5920897"/>
                  <a:pt x="5270310" y="5920897"/>
                  <a:pt x="5270310" y="5920897"/>
                </a:cubicBezTo>
                <a:cubicBezTo>
                  <a:pt x="5266540" y="5920897"/>
                  <a:pt x="5266540" y="5920897"/>
                  <a:pt x="5266540" y="5920897"/>
                </a:cubicBezTo>
                <a:cubicBezTo>
                  <a:pt x="5262770" y="5924665"/>
                  <a:pt x="5262770" y="5924665"/>
                  <a:pt x="5262770" y="5924665"/>
                </a:cubicBezTo>
                <a:cubicBezTo>
                  <a:pt x="5299524" y="5927490"/>
                  <a:pt x="5308712" y="5928197"/>
                  <a:pt x="5311009" y="5928373"/>
                </a:cubicBezTo>
                <a:lnTo>
                  <a:pt x="5311101" y="5928380"/>
                </a:lnTo>
                <a:lnTo>
                  <a:pt x="5303838" y="5935643"/>
                </a:lnTo>
                <a:lnTo>
                  <a:pt x="5305018" y="5935186"/>
                </a:lnTo>
                <a:lnTo>
                  <a:pt x="5304236" y="5935967"/>
                </a:lnTo>
                <a:cubicBezTo>
                  <a:pt x="5255231" y="5932200"/>
                  <a:pt x="5255231" y="5932200"/>
                  <a:pt x="5255231" y="5932200"/>
                </a:cubicBezTo>
                <a:cubicBezTo>
                  <a:pt x="5251461" y="5935967"/>
                  <a:pt x="5251461" y="5935967"/>
                  <a:pt x="5251461" y="5935967"/>
                </a:cubicBezTo>
                <a:cubicBezTo>
                  <a:pt x="5219419" y="5981178"/>
                  <a:pt x="5189263" y="6018853"/>
                  <a:pt x="5160048" y="6049935"/>
                </a:cubicBezTo>
                <a:lnTo>
                  <a:pt x="5129949" y="6079034"/>
                </a:lnTo>
                <a:lnTo>
                  <a:pt x="5194745" y="6005691"/>
                </a:lnTo>
                <a:lnTo>
                  <a:pt x="5233106" y="5947338"/>
                </a:lnTo>
                <a:lnTo>
                  <a:pt x="5235576" y="5947338"/>
                </a:lnTo>
                <a:cubicBezTo>
                  <a:pt x="5235576" y="5947338"/>
                  <a:pt x="5235576" y="5943581"/>
                  <a:pt x="5235576" y="5943581"/>
                </a:cubicBezTo>
                <a:lnTo>
                  <a:pt x="5233106" y="5947338"/>
                </a:lnTo>
                <a:lnTo>
                  <a:pt x="5231811" y="5947338"/>
                </a:lnTo>
                <a:cubicBezTo>
                  <a:pt x="5062368" y="6088229"/>
                  <a:pt x="5013653" y="6129791"/>
                  <a:pt x="4917283" y="6192488"/>
                </a:cubicBezTo>
                <a:lnTo>
                  <a:pt x="4879290" y="6216651"/>
                </a:lnTo>
                <a:lnTo>
                  <a:pt x="4910311" y="6196397"/>
                </a:lnTo>
                <a:cubicBezTo>
                  <a:pt x="4984761" y="6146007"/>
                  <a:pt x="5089368" y="6067831"/>
                  <a:pt x="5228844" y="5947270"/>
                </a:cubicBezTo>
                <a:cubicBezTo>
                  <a:pt x="5228844" y="5943502"/>
                  <a:pt x="5228844" y="5943502"/>
                  <a:pt x="5228844" y="5943502"/>
                </a:cubicBezTo>
                <a:cubicBezTo>
                  <a:pt x="5232613" y="5939735"/>
                  <a:pt x="5232613" y="5939735"/>
                  <a:pt x="5232613" y="5939735"/>
                </a:cubicBezTo>
                <a:cubicBezTo>
                  <a:pt x="5240152" y="5928432"/>
                  <a:pt x="5255231" y="5913362"/>
                  <a:pt x="5266540" y="5905827"/>
                </a:cubicBezTo>
                <a:close/>
                <a:moveTo>
                  <a:pt x="5402263" y="5886431"/>
                </a:moveTo>
                <a:cubicBezTo>
                  <a:pt x="5390906" y="5894002"/>
                  <a:pt x="5390906" y="5894002"/>
                  <a:pt x="5390906" y="5894002"/>
                </a:cubicBezTo>
                <a:cubicBezTo>
                  <a:pt x="5379549" y="5901573"/>
                  <a:pt x="5365354" y="5910091"/>
                  <a:pt x="5350211" y="5917662"/>
                </a:cubicBezTo>
                <a:lnTo>
                  <a:pt x="5305018" y="5935186"/>
                </a:lnTo>
                <a:lnTo>
                  <a:pt x="5311775" y="5928432"/>
                </a:lnTo>
                <a:lnTo>
                  <a:pt x="5311101" y="5928380"/>
                </a:lnTo>
                <a:lnTo>
                  <a:pt x="5311409" y="5928072"/>
                </a:lnTo>
                <a:cubicBezTo>
                  <a:pt x="5341694" y="5920501"/>
                  <a:pt x="5375764" y="5905359"/>
                  <a:pt x="5402263" y="5886431"/>
                </a:cubicBezTo>
                <a:close/>
                <a:moveTo>
                  <a:pt x="1154113" y="5841981"/>
                </a:moveTo>
                <a:lnTo>
                  <a:pt x="1206198" y="5884289"/>
                </a:lnTo>
                <a:lnTo>
                  <a:pt x="1244365" y="5917130"/>
                </a:lnTo>
                <a:lnTo>
                  <a:pt x="1246943" y="5919152"/>
                </a:lnTo>
                <a:lnTo>
                  <a:pt x="1244394" y="5917274"/>
                </a:lnTo>
                <a:cubicBezTo>
                  <a:pt x="1244394" y="5917274"/>
                  <a:pt x="1244394" y="5917274"/>
                  <a:pt x="1154113" y="5841981"/>
                </a:cubicBezTo>
                <a:close/>
                <a:moveTo>
                  <a:pt x="5494735" y="5805284"/>
                </a:moveTo>
                <a:lnTo>
                  <a:pt x="5443538" y="5853093"/>
                </a:lnTo>
                <a:lnTo>
                  <a:pt x="5483649" y="5815202"/>
                </a:lnTo>
                <a:close/>
                <a:moveTo>
                  <a:pt x="5520328" y="5780522"/>
                </a:moveTo>
                <a:lnTo>
                  <a:pt x="5507560" y="5792614"/>
                </a:lnTo>
                <a:lnTo>
                  <a:pt x="5483649" y="5815202"/>
                </a:lnTo>
                <a:lnTo>
                  <a:pt x="5462588" y="5834043"/>
                </a:lnTo>
                <a:close/>
                <a:moveTo>
                  <a:pt x="5535550" y="5766105"/>
                </a:moveTo>
                <a:lnTo>
                  <a:pt x="5525760" y="5775486"/>
                </a:lnTo>
                <a:lnTo>
                  <a:pt x="5520328" y="5780522"/>
                </a:lnTo>
                <a:close/>
                <a:moveTo>
                  <a:pt x="1052513" y="5751493"/>
                </a:moveTo>
                <a:lnTo>
                  <a:pt x="1058463" y="5756318"/>
                </a:lnTo>
                <a:lnTo>
                  <a:pt x="1091165" y="5785738"/>
                </a:lnTo>
                <a:cubicBezTo>
                  <a:pt x="1107834" y="5800337"/>
                  <a:pt x="1125386" y="5815407"/>
                  <a:pt x="1143056" y="5830477"/>
                </a:cubicBezTo>
                <a:lnTo>
                  <a:pt x="1184559" y="5865779"/>
                </a:lnTo>
                <a:lnTo>
                  <a:pt x="1135248" y="5826648"/>
                </a:lnTo>
                <a:cubicBezTo>
                  <a:pt x="1135248" y="5826648"/>
                  <a:pt x="1135248" y="5826648"/>
                  <a:pt x="1052513" y="5751493"/>
                </a:cubicBezTo>
                <a:close/>
                <a:moveTo>
                  <a:pt x="5591949" y="5712059"/>
                </a:moveTo>
                <a:lnTo>
                  <a:pt x="5586927" y="5717037"/>
                </a:lnTo>
                <a:lnTo>
                  <a:pt x="5558190" y="5744663"/>
                </a:lnTo>
                <a:lnTo>
                  <a:pt x="5535550" y="5766105"/>
                </a:lnTo>
                <a:close/>
                <a:moveTo>
                  <a:pt x="5446886" y="5695409"/>
                </a:moveTo>
                <a:lnTo>
                  <a:pt x="5443538" y="5705455"/>
                </a:lnTo>
                <a:lnTo>
                  <a:pt x="5444149" y="5704743"/>
                </a:lnTo>
                <a:lnTo>
                  <a:pt x="5443702" y="5706083"/>
                </a:lnTo>
                <a:cubicBezTo>
                  <a:pt x="5307958" y="5845526"/>
                  <a:pt x="5307958" y="5845526"/>
                  <a:pt x="5307958" y="5845526"/>
                </a:cubicBezTo>
                <a:cubicBezTo>
                  <a:pt x="5412594" y="5732464"/>
                  <a:pt x="5438752" y="5704199"/>
                  <a:pt x="5445292" y="5697132"/>
                </a:cubicBezTo>
                <a:close/>
                <a:moveTo>
                  <a:pt x="5637026" y="5667381"/>
                </a:moveTo>
                <a:lnTo>
                  <a:pt x="5635457" y="5669062"/>
                </a:lnTo>
                <a:lnTo>
                  <a:pt x="5593508" y="5710566"/>
                </a:lnTo>
                <a:lnTo>
                  <a:pt x="5591949" y="5712059"/>
                </a:lnTo>
                <a:close/>
                <a:moveTo>
                  <a:pt x="968375" y="5667356"/>
                </a:moveTo>
                <a:cubicBezTo>
                  <a:pt x="972128" y="5671253"/>
                  <a:pt x="972128" y="5671253"/>
                  <a:pt x="975880" y="5671253"/>
                </a:cubicBezTo>
                <a:cubicBezTo>
                  <a:pt x="1009650" y="5710218"/>
                  <a:pt x="1009650" y="5710218"/>
                  <a:pt x="1009650" y="5710218"/>
                </a:cubicBezTo>
                <a:cubicBezTo>
                  <a:pt x="1002146" y="5702425"/>
                  <a:pt x="1002146" y="5702425"/>
                  <a:pt x="1002146" y="5702425"/>
                </a:cubicBezTo>
                <a:cubicBezTo>
                  <a:pt x="968375" y="5667356"/>
                  <a:pt x="968375" y="5667356"/>
                  <a:pt x="968375" y="5667356"/>
                </a:cubicBezTo>
                <a:close/>
                <a:moveTo>
                  <a:pt x="5639281" y="5665278"/>
                </a:moveTo>
                <a:lnTo>
                  <a:pt x="5638556" y="5666073"/>
                </a:lnTo>
                <a:cubicBezTo>
                  <a:pt x="5595664" y="5712300"/>
                  <a:pt x="5564319" y="5742579"/>
                  <a:pt x="5516684" y="5785648"/>
                </a:cubicBezTo>
                <a:lnTo>
                  <a:pt x="5494735" y="5805284"/>
                </a:lnTo>
                <a:lnTo>
                  <a:pt x="5512435" y="5788755"/>
                </a:lnTo>
                <a:cubicBezTo>
                  <a:pt x="5536458" y="5765971"/>
                  <a:pt x="5561244" y="5742124"/>
                  <a:pt x="5585913" y="5718042"/>
                </a:cubicBezTo>
                <a:lnTo>
                  <a:pt x="5586927" y="5717037"/>
                </a:lnTo>
                <a:lnTo>
                  <a:pt x="5598953" y="5705477"/>
                </a:lnTo>
                <a:cubicBezTo>
                  <a:pt x="5611287" y="5693458"/>
                  <a:pt x="5622564" y="5682272"/>
                  <a:pt x="5633372" y="5671293"/>
                </a:cubicBezTo>
                <a:lnTo>
                  <a:pt x="5635457" y="5669062"/>
                </a:lnTo>
                <a:close/>
                <a:moveTo>
                  <a:pt x="5650937" y="5652490"/>
                </a:moveTo>
                <a:lnTo>
                  <a:pt x="5640519" y="5663919"/>
                </a:lnTo>
                <a:lnTo>
                  <a:pt x="5637026" y="5667381"/>
                </a:lnTo>
                <a:close/>
                <a:moveTo>
                  <a:pt x="1017345" y="5640846"/>
                </a:moveTo>
                <a:lnTo>
                  <a:pt x="1080003" y="5686986"/>
                </a:lnTo>
                <a:cubicBezTo>
                  <a:pt x="1101800" y="5702474"/>
                  <a:pt x="1122066" y="5716373"/>
                  <a:pt x="1139032" y="5727680"/>
                </a:cubicBezTo>
                <a:cubicBezTo>
                  <a:pt x="1135262" y="5727680"/>
                  <a:pt x="1135262" y="5727680"/>
                  <a:pt x="1135262" y="5727680"/>
                </a:cubicBezTo>
                <a:cubicBezTo>
                  <a:pt x="1099444" y="5703181"/>
                  <a:pt x="1058913" y="5673029"/>
                  <a:pt x="1019325" y="5642405"/>
                </a:cubicBezTo>
                <a:close/>
                <a:moveTo>
                  <a:pt x="995591" y="5623718"/>
                </a:moveTo>
                <a:lnTo>
                  <a:pt x="1017345" y="5640846"/>
                </a:lnTo>
                <a:lnTo>
                  <a:pt x="1011784" y="5636751"/>
                </a:lnTo>
                <a:close/>
                <a:moveTo>
                  <a:pt x="5722118" y="5580766"/>
                </a:moveTo>
                <a:lnTo>
                  <a:pt x="5721612" y="5581433"/>
                </a:lnTo>
                <a:cubicBezTo>
                  <a:pt x="5702842" y="5601227"/>
                  <a:pt x="5682196" y="5622435"/>
                  <a:pt x="5660552" y="5644232"/>
                </a:cubicBezTo>
                <a:lnTo>
                  <a:pt x="5639281" y="5665278"/>
                </a:lnTo>
                <a:lnTo>
                  <a:pt x="5640519" y="5663919"/>
                </a:lnTo>
                <a:lnTo>
                  <a:pt x="5658687" y="5645912"/>
                </a:lnTo>
                <a:close/>
                <a:moveTo>
                  <a:pt x="1533816" y="5573693"/>
                </a:moveTo>
                <a:lnTo>
                  <a:pt x="1568014" y="5599393"/>
                </a:lnTo>
                <a:lnTo>
                  <a:pt x="1533133" y="5574785"/>
                </a:lnTo>
                <a:close/>
                <a:moveTo>
                  <a:pt x="1527085" y="5570518"/>
                </a:moveTo>
                <a:lnTo>
                  <a:pt x="1533133" y="5574785"/>
                </a:lnTo>
                <a:lnTo>
                  <a:pt x="1476639" y="5665145"/>
                </a:lnTo>
                <a:cubicBezTo>
                  <a:pt x="1418874" y="5746213"/>
                  <a:pt x="1359519" y="5796482"/>
                  <a:pt x="1300163" y="5819139"/>
                </a:cubicBezTo>
                <a:cubicBezTo>
                  <a:pt x="1303932" y="5822915"/>
                  <a:pt x="1303932" y="5822915"/>
                  <a:pt x="1303932" y="5822915"/>
                </a:cubicBezTo>
                <a:cubicBezTo>
                  <a:pt x="1307700" y="5826691"/>
                  <a:pt x="1307700" y="5826691"/>
                  <a:pt x="1307700" y="5826691"/>
                </a:cubicBezTo>
                <a:cubicBezTo>
                  <a:pt x="1514973" y="5917317"/>
                  <a:pt x="1533816" y="5924869"/>
                  <a:pt x="1718477" y="5962630"/>
                </a:cubicBezTo>
                <a:cubicBezTo>
                  <a:pt x="1718477" y="5955078"/>
                  <a:pt x="1718477" y="5947526"/>
                  <a:pt x="1733551" y="5947526"/>
                </a:cubicBezTo>
                <a:cubicBezTo>
                  <a:pt x="1650642" y="5773826"/>
                  <a:pt x="1646874" y="5762498"/>
                  <a:pt x="1579039" y="5607678"/>
                </a:cubicBezTo>
                <a:lnTo>
                  <a:pt x="1568014" y="5599393"/>
                </a:lnTo>
                <a:lnTo>
                  <a:pt x="1591169" y="5615728"/>
                </a:lnTo>
                <a:cubicBezTo>
                  <a:pt x="1674100" y="5804104"/>
                  <a:pt x="1685409" y="5830477"/>
                  <a:pt x="1741953" y="5951038"/>
                </a:cubicBezTo>
                <a:cubicBezTo>
                  <a:pt x="1798497" y="5984945"/>
                  <a:pt x="2009596" y="5981178"/>
                  <a:pt x="2182998" y="5958573"/>
                </a:cubicBezTo>
                <a:lnTo>
                  <a:pt x="2193434" y="5963108"/>
                </a:lnTo>
                <a:lnTo>
                  <a:pt x="2120420" y="5971289"/>
                </a:lnTo>
                <a:cubicBezTo>
                  <a:pt x="1959525" y="5988678"/>
                  <a:pt x="1922807" y="5986620"/>
                  <a:pt x="1767688" y="5970157"/>
                </a:cubicBezTo>
                <a:cubicBezTo>
                  <a:pt x="1767688" y="5973920"/>
                  <a:pt x="1767688" y="5973920"/>
                  <a:pt x="1767688" y="5973920"/>
                </a:cubicBezTo>
                <a:cubicBezTo>
                  <a:pt x="1767688" y="5981446"/>
                  <a:pt x="1767688" y="5985209"/>
                  <a:pt x="1752600" y="5985209"/>
                </a:cubicBezTo>
                <a:cubicBezTo>
                  <a:pt x="1843126" y="6147016"/>
                  <a:pt x="1846898" y="6154542"/>
                  <a:pt x="1926108" y="6263668"/>
                </a:cubicBezTo>
                <a:cubicBezTo>
                  <a:pt x="1929880" y="6263668"/>
                  <a:pt x="1929880" y="6263668"/>
                  <a:pt x="1929880" y="6263668"/>
                </a:cubicBezTo>
                <a:cubicBezTo>
                  <a:pt x="1933652" y="6263668"/>
                  <a:pt x="1933652" y="6263668"/>
                  <a:pt x="1933652" y="6263668"/>
                </a:cubicBezTo>
                <a:cubicBezTo>
                  <a:pt x="1937424" y="6267431"/>
                  <a:pt x="1937424" y="6267431"/>
                  <a:pt x="1937424" y="6267431"/>
                </a:cubicBezTo>
                <a:cubicBezTo>
                  <a:pt x="2031721" y="6237328"/>
                  <a:pt x="2129791" y="6139491"/>
                  <a:pt x="2224088" y="5977683"/>
                </a:cubicBezTo>
                <a:lnTo>
                  <a:pt x="2214828" y="5972404"/>
                </a:lnTo>
                <a:lnTo>
                  <a:pt x="2269699" y="5996248"/>
                </a:lnTo>
                <a:cubicBezTo>
                  <a:pt x="2356400" y="6162018"/>
                  <a:pt x="2375248" y="6199694"/>
                  <a:pt x="2454410" y="6320254"/>
                </a:cubicBezTo>
                <a:cubicBezTo>
                  <a:pt x="2454410" y="6320254"/>
                  <a:pt x="2575037" y="6350394"/>
                  <a:pt x="2978386" y="6226066"/>
                </a:cubicBezTo>
                <a:cubicBezTo>
                  <a:pt x="2978386" y="6222299"/>
                  <a:pt x="2978386" y="6222299"/>
                  <a:pt x="2978386" y="6222299"/>
                </a:cubicBezTo>
                <a:cubicBezTo>
                  <a:pt x="2993464" y="6226066"/>
                  <a:pt x="3012312" y="6229834"/>
                  <a:pt x="3027391" y="6233601"/>
                </a:cubicBezTo>
                <a:cubicBezTo>
                  <a:pt x="3023621" y="6237369"/>
                  <a:pt x="3023621" y="6237369"/>
                  <a:pt x="3023621" y="6237369"/>
                </a:cubicBezTo>
                <a:cubicBezTo>
                  <a:pt x="3117861" y="6376767"/>
                  <a:pt x="3140479" y="6406907"/>
                  <a:pt x="3234719" y="6508630"/>
                </a:cubicBezTo>
                <a:cubicBezTo>
                  <a:pt x="3234719" y="6508630"/>
                  <a:pt x="3370425" y="6516165"/>
                  <a:pt x="3788852" y="6324022"/>
                </a:cubicBezTo>
                <a:cubicBezTo>
                  <a:pt x="3788852" y="6320254"/>
                  <a:pt x="3788852" y="6320254"/>
                  <a:pt x="3788852" y="6320254"/>
                </a:cubicBezTo>
                <a:cubicBezTo>
                  <a:pt x="3788852" y="6316487"/>
                  <a:pt x="3788852" y="6316487"/>
                  <a:pt x="3788852" y="6316487"/>
                </a:cubicBezTo>
                <a:cubicBezTo>
                  <a:pt x="3792622" y="6312719"/>
                  <a:pt x="3792622" y="6312719"/>
                  <a:pt x="3792622" y="6312719"/>
                </a:cubicBezTo>
                <a:cubicBezTo>
                  <a:pt x="3796391" y="6308952"/>
                  <a:pt x="3800161" y="6301417"/>
                  <a:pt x="3803930" y="6297649"/>
                </a:cubicBezTo>
                <a:cubicBezTo>
                  <a:pt x="3819009" y="6297649"/>
                  <a:pt x="3834087" y="6297649"/>
                  <a:pt x="3845396" y="6297649"/>
                </a:cubicBezTo>
                <a:cubicBezTo>
                  <a:pt x="3849166" y="6297649"/>
                  <a:pt x="3849166" y="6297649"/>
                  <a:pt x="3849166" y="6297649"/>
                </a:cubicBezTo>
                <a:cubicBezTo>
                  <a:pt x="3845396" y="6312719"/>
                  <a:pt x="3845396" y="6312719"/>
                  <a:pt x="3845396" y="6312719"/>
                </a:cubicBezTo>
                <a:cubicBezTo>
                  <a:pt x="3841626" y="6316487"/>
                  <a:pt x="3841626" y="6316487"/>
                  <a:pt x="3841626" y="6316487"/>
                </a:cubicBezTo>
                <a:cubicBezTo>
                  <a:pt x="3837857" y="6320254"/>
                  <a:pt x="3837857" y="6320254"/>
                  <a:pt x="3837857" y="6320254"/>
                </a:cubicBezTo>
                <a:cubicBezTo>
                  <a:pt x="3834087" y="6320254"/>
                  <a:pt x="3834087" y="6320254"/>
                  <a:pt x="3834087" y="6320254"/>
                </a:cubicBezTo>
                <a:cubicBezTo>
                  <a:pt x="3924558" y="6418210"/>
                  <a:pt x="3947176" y="6440815"/>
                  <a:pt x="4041416" y="6493560"/>
                </a:cubicBezTo>
                <a:cubicBezTo>
                  <a:pt x="4042830" y="6493560"/>
                  <a:pt x="4063857" y="6489852"/>
                  <a:pt x="4109070" y="6472500"/>
                </a:cubicBezTo>
                <a:lnTo>
                  <a:pt x="4114231" y="6470350"/>
                </a:lnTo>
                <a:lnTo>
                  <a:pt x="4067952" y="6490078"/>
                </a:lnTo>
                <a:cubicBezTo>
                  <a:pt x="4071718" y="6493848"/>
                  <a:pt x="4071718" y="6493848"/>
                  <a:pt x="4071718" y="6493848"/>
                </a:cubicBezTo>
                <a:cubicBezTo>
                  <a:pt x="4067952" y="6497619"/>
                  <a:pt x="4067952" y="6497619"/>
                  <a:pt x="4052888" y="6505159"/>
                </a:cubicBezTo>
                <a:cubicBezTo>
                  <a:pt x="4099962" y="6516470"/>
                  <a:pt x="4124441" y="6522126"/>
                  <a:pt x="4144683" y="6523068"/>
                </a:cubicBezTo>
                <a:lnTo>
                  <a:pt x="4170631" y="6521306"/>
                </a:lnTo>
                <a:lnTo>
                  <a:pt x="4163235" y="6522910"/>
                </a:lnTo>
                <a:cubicBezTo>
                  <a:pt x="4151450" y="6525263"/>
                  <a:pt x="4139193" y="6527146"/>
                  <a:pt x="4127878" y="6527146"/>
                </a:cubicBezTo>
                <a:cubicBezTo>
                  <a:pt x="4105250" y="6524322"/>
                  <a:pt x="4084744" y="6510911"/>
                  <a:pt x="4063176" y="6509146"/>
                </a:cubicBezTo>
                <a:cubicBezTo>
                  <a:pt x="4055987" y="6508558"/>
                  <a:pt x="4048680" y="6509264"/>
                  <a:pt x="4041137" y="6512087"/>
                </a:cubicBezTo>
                <a:cubicBezTo>
                  <a:pt x="4029823" y="6512087"/>
                  <a:pt x="4022280" y="6512087"/>
                  <a:pt x="4018509" y="6512087"/>
                </a:cubicBezTo>
                <a:cubicBezTo>
                  <a:pt x="3746971" y="6598674"/>
                  <a:pt x="3731885" y="6602438"/>
                  <a:pt x="3494289" y="6632555"/>
                </a:cubicBezTo>
                <a:cubicBezTo>
                  <a:pt x="3498060" y="6632555"/>
                  <a:pt x="3498060" y="6632555"/>
                  <a:pt x="3498060" y="6632555"/>
                </a:cubicBezTo>
                <a:lnTo>
                  <a:pt x="3500418" y="6632555"/>
                </a:lnTo>
                <a:cubicBezTo>
                  <a:pt x="3513146" y="6632555"/>
                  <a:pt x="3513146" y="6632555"/>
                  <a:pt x="3513146" y="6632555"/>
                </a:cubicBezTo>
                <a:cubicBezTo>
                  <a:pt x="3564060" y="6626908"/>
                  <a:pt x="3623459" y="6621261"/>
                  <a:pt x="3682858" y="6615144"/>
                </a:cubicBezTo>
                <a:lnTo>
                  <a:pt x="3744943" y="6608382"/>
                </a:lnTo>
                <a:lnTo>
                  <a:pt x="3738831" y="6609124"/>
                </a:lnTo>
                <a:cubicBezTo>
                  <a:pt x="3537658" y="6633540"/>
                  <a:pt x="3486503" y="6639147"/>
                  <a:pt x="3365904" y="6640250"/>
                </a:cubicBezTo>
                <a:lnTo>
                  <a:pt x="3320912" y="6640413"/>
                </a:lnTo>
                <a:lnTo>
                  <a:pt x="3332934" y="6640096"/>
                </a:lnTo>
                <a:cubicBezTo>
                  <a:pt x="3347992" y="6639699"/>
                  <a:pt x="3378109" y="6638906"/>
                  <a:pt x="3438344" y="6637318"/>
                </a:cubicBezTo>
                <a:lnTo>
                  <a:pt x="3433763" y="6637318"/>
                </a:lnTo>
                <a:cubicBezTo>
                  <a:pt x="3498851" y="6632556"/>
                  <a:pt x="3498851" y="6632556"/>
                  <a:pt x="3498851" y="6632556"/>
                </a:cubicBezTo>
                <a:cubicBezTo>
                  <a:pt x="3485450" y="6632556"/>
                  <a:pt x="3478750" y="6632556"/>
                  <a:pt x="3475400" y="6632556"/>
                </a:cubicBezTo>
                <a:lnTo>
                  <a:pt x="3472222" y="6632556"/>
                </a:lnTo>
                <a:cubicBezTo>
                  <a:pt x="3581640" y="6606215"/>
                  <a:pt x="3694831" y="6508378"/>
                  <a:pt x="3800476" y="6331519"/>
                </a:cubicBezTo>
                <a:cubicBezTo>
                  <a:pt x="3796703" y="6331519"/>
                  <a:pt x="3796703" y="6331519"/>
                  <a:pt x="3796703" y="6331519"/>
                </a:cubicBezTo>
                <a:cubicBezTo>
                  <a:pt x="3792930" y="6327756"/>
                  <a:pt x="3792930" y="6327756"/>
                  <a:pt x="3792930" y="6327756"/>
                </a:cubicBezTo>
                <a:cubicBezTo>
                  <a:pt x="3513725" y="6448171"/>
                  <a:pt x="3498633" y="6455697"/>
                  <a:pt x="3264705" y="6512141"/>
                </a:cubicBezTo>
                <a:cubicBezTo>
                  <a:pt x="3268478" y="6515904"/>
                  <a:pt x="3268478" y="6523430"/>
                  <a:pt x="3253386" y="6527193"/>
                </a:cubicBezTo>
                <a:cubicBezTo>
                  <a:pt x="3249613" y="6527193"/>
                  <a:pt x="3249613" y="6527193"/>
                  <a:pt x="3249613" y="6527193"/>
                </a:cubicBezTo>
                <a:cubicBezTo>
                  <a:pt x="3249613" y="6530956"/>
                  <a:pt x="3249613" y="6530956"/>
                  <a:pt x="3249613" y="6530956"/>
                </a:cubicBezTo>
                <a:cubicBezTo>
                  <a:pt x="3359031" y="6609978"/>
                  <a:pt x="3362804" y="6609978"/>
                  <a:pt x="3460903" y="6632556"/>
                </a:cubicBezTo>
                <a:lnTo>
                  <a:pt x="3460564" y="6632556"/>
                </a:lnTo>
                <a:cubicBezTo>
                  <a:pt x="3452907" y="6637318"/>
                  <a:pt x="3441420" y="6637318"/>
                  <a:pt x="3433763" y="6637318"/>
                </a:cubicBezTo>
                <a:lnTo>
                  <a:pt x="3423285" y="6637318"/>
                </a:lnTo>
                <a:cubicBezTo>
                  <a:pt x="3423285" y="6637318"/>
                  <a:pt x="3423285" y="6637318"/>
                  <a:pt x="3352669" y="6639445"/>
                </a:cubicBezTo>
                <a:lnTo>
                  <a:pt x="3320479" y="6640415"/>
                </a:lnTo>
                <a:lnTo>
                  <a:pt x="3298802" y="6640493"/>
                </a:lnTo>
                <a:lnTo>
                  <a:pt x="3297298" y="6640429"/>
                </a:lnTo>
                <a:lnTo>
                  <a:pt x="3340990" y="6639253"/>
                </a:lnTo>
                <a:cubicBezTo>
                  <a:pt x="3434541" y="6636736"/>
                  <a:pt x="3434541" y="6636736"/>
                  <a:pt x="3434541" y="6636736"/>
                </a:cubicBezTo>
                <a:cubicBezTo>
                  <a:pt x="3434541" y="6632979"/>
                  <a:pt x="3434541" y="6632979"/>
                  <a:pt x="3434541" y="6632979"/>
                </a:cubicBezTo>
                <a:cubicBezTo>
                  <a:pt x="3438315" y="6632979"/>
                  <a:pt x="3438315" y="6632979"/>
                  <a:pt x="3438315" y="6632979"/>
                </a:cubicBezTo>
                <a:cubicBezTo>
                  <a:pt x="3442090" y="6632979"/>
                  <a:pt x="3442090" y="6632979"/>
                  <a:pt x="3442090" y="6632979"/>
                </a:cubicBezTo>
                <a:cubicBezTo>
                  <a:pt x="3445864" y="6632979"/>
                  <a:pt x="3445864" y="6632979"/>
                  <a:pt x="3445864" y="6632979"/>
                </a:cubicBezTo>
                <a:cubicBezTo>
                  <a:pt x="3449638" y="6632979"/>
                  <a:pt x="3449638" y="6632979"/>
                  <a:pt x="3449638" y="6632979"/>
                </a:cubicBezTo>
                <a:cubicBezTo>
                  <a:pt x="3340186" y="6606680"/>
                  <a:pt x="3336412" y="6606680"/>
                  <a:pt x="3234508" y="6531538"/>
                </a:cubicBezTo>
                <a:cubicBezTo>
                  <a:pt x="3234508" y="6531538"/>
                  <a:pt x="3230734" y="6531538"/>
                  <a:pt x="3230734" y="6531538"/>
                </a:cubicBezTo>
                <a:cubicBezTo>
                  <a:pt x="3219411" y="6531538"/>
                  <a:pt x="3219411" y="6531538"/>
                  <a:pt x="3211863" y="6527781"/>
                </a:cubicBezTo>
                <a:cubicBezTo>
                  <a:pt x="2932572" y="6569109"/>
                  <a:pt x="2921249" y="6569109"/>
                  <a:pt x="2691023" y="6557838"/>
                </a:cubicBezTo>
                <a:cubicBezTo>
                  <a:pt x="2687249" y="6561595"/>
                  <a:pt x="2687249" y="6561595"/>
                  <a:pt x="2687249" y="6561595"/>
                </a:cubicBezTo>
                <a:cubicBezTo>
                  <a:pt x="2683474" y="6561595"/>
                  <a:pt x="2683474" y="6561595"/>
                  <a:pt x="2683474" y="6561595"/>
                </a:cubicBezTo>
                <a:lnTo>
                  <a:pt x="2679947" y="6561595"/>
                </a:lnTo>
                <a:lnTo>
                  <a:pt x="2669170" y="6557018"/>
                </a:lnTo>
                <a:cubicBezTo>
                  <a:pt x="2665413" y="6557018"/>
                  <a:pt x="2665413" y="6557018"/>
                  <a:pt x="2665413" y="6557018"/>
                </a:cubicBezTo>
                <a:cubicBezTo>
                  <a:pt x="2661656" y="6557018"/>
                  <a:pt x="2661656" y="6557018"/>
                  <a:pt x="2661656" y="6557018"/>
                </a:cubicBezTo>
                <a:cubicBezTo>
                  <a:pt x="2657899" y="6557018"/>
                  <a:pt x="2657899" y="6557018"/>
                  <a:pt x="2657899" y="6557018"/>
                </a:cubicBezTo>
                <a:cubicBezTo>
                  <a:pt x="2640992" y="6560854"/>
                  <a:pt x="2624085" y="6561813"/>
                  <a:pt x="2606708" y="6560854"/>
                </a:cubicBezTo>
                <a:lnTo>
                  <a:pt x="2595154" y="6559213"/>
                </a:lnTo>
                <a:lnTo>
                  <a:pt x="2595486" y="6559249"/>
                </a:lnTo>
                <a:cubicBezTo>
                  <a:pt x="2612445" y="6559249"/>
                  <a:pt x="2629404" y="6557380"/>
                  <a:pt x="2646363" y="6553642"/>
                </a:cubicBezTo>
                <a:cubicBezTo>
                  <a:pt x="2642595" y="6553642"/>
                  <a:pt x="2642595" y="6553642"/>
                  <a:pt x="2642595" y="6553642"/>
                </a:cubicBezTo>
                <a:cubicBezTo>
                  <a:pt x="2638826" y="6553642"/>
                  <a:pt x="2638826" y="6553642"/>
                  <a:pt x="2638826" y="6553642"/>
                </a:cubicBezTo>
                <a:cubicBezTo>
                  <a:pt x="2638826" y="6549903"/>
                  <a:pt x="2638826" y="6549903"/>
                  <a:pt x="2638826" y="6549903"/>
                </a:cubicBezTo>
                <a:lnTo>
                  <a:pt x="2634474" y="6549207"/>
                </a:lnTo>
                <a:lnTo>
                  <a:pt x="2634474" y="6546227"/>
                </a:lnTo>
                <a:cubicBezTo>
                  <a:pt x="2638240" y="6546227"/>
                  <a:pt x="2638240" y="6546227"/>
                  <a:pt x="2638240" y="6546227"/>
                </a:cubicBezTo>
                <a:cubicBezTo>
                  <a:pt x="2642006" y="6546227"/>
                  <a:pt x="2642006" y="6546227"/>
                  <a:pt x="2642006" y="6546227"/>
                </a:cubicBezTo>
                <a:cubicBezTo>
                  <a:pt x="2645772" y="6546227"/>
                  <a:pt x="2645772" y="6546227"/>
                  <a:pt x="2645772" y="6546227"/>
                </a:cubicBezTo>
                <a:cubicBezTo>
                  <a:pt x="2649538" y="6546227"/>
                  <a:pt x="2649538" y="6546227"/>
                  <a:pt x="2649538" y="6546227"/>
                </a:cubicBezTo>
                <a:cubicBezTo>
                  <a:pt x="2626942" y="6527333"/>
                  <a:pt x="2596813" y="6508440"/>
                  <a:pt x="2577983" y="6489546"/>
                </a:cubicBezTo>
                <a:cubicBezTo>
                  <a:pt x="2555386" y="6466874"/>
                  <a:pt x="2529023" y="6436645"/>
                  <a:pt x="2506427" y="6413972"/>
                </a:cubicBezTo>
                <a:cubicBezTo>
                  <a:pt x="2487596" y="6395079"/>
                  <a:pt x="2480064" y="6349735"/>
                  <a:pt x="2453702" y="6345956"/>
                </a:cubicBezTo>
                <a:cubicBezTo>
                  <a:pt x="2442403" y="6345956"/>
                  <a:pt x="2438637" y="6342177"/>
                  <a:pt x="2434871" y="6338399"/>
                </a:cubicBezTo>
                <a:cubicBezTo>
                  <a:pt x="2175011" y="6330841"/>
                  <a:pt x="2163713" y="6330841"/>
                  <a:pt x="1956578" y="6281718"/>
                </a:cubicBezTo>
                <a:cubicBezTo>
                  <a:pt x="1952812" y="6285497"/>
                  <a:pt x="1952812" y="6285497"/>
                  <a:pt x="1952812" y="6285497"/>
                </a:cubicBezTo>
                <a:cubicBezTo>
                  <a:pt x="1949045" y="6285497"/>
                  <a:pt x="1949045" y="6285497"/>
                  <a:pt x="1949045" y="6285497"/>
                </a:cubicBezTo>
                <a:cubicBezTo>
                  <a:pt x="1949045" y="6281718"/>
                  <a:pt x="1949045" y="6281718"/>
                  <a:pt x="1949045" y="6281718"/>
                </a:cubicBezTo>
                <a:cubicBezTo>
                  <a:pt x="1945279" y="6281718"/>
                  <a:pt x="1945279" y="6281718"/>
                  <a:pt x="1945279" y="6281718"/>
                </a:cubicBezTo>
                <a:cubicBezTo>
                  <a:pt x="1941513" y="6281718"/>
                  <a:pt x="1941513" y="6281718"/>
                  <a:pt x="1941513" y="6281718"/>
                </a:cubicBezTo>
                <a:cubicBezTo>
                  <a:pt x="2031899" y="6376185"/>
                  <a:pt x="2035666" y="6379964"/>
                  <a:pt x="2118519" y="6417751"/>
                </a:cubicBezTo>
                <a:cubicBezTo>
                  <a:pt x="2163713" y="6436645"/>
                  <a:pt x="2163713" y="6436645"/>
                  <a:pt x="2163713" y="6436645"/>
                </a:cubicBezTo>
                <a:cubicBezTo>
                  <a:pt x="2284228" y="6474432"/>
                  <a:pt x="2351076" y="6496159"/>
                  <a:pt x="2413216" y="6511746"/>
                </a:cubicBezTo>
                <a:lnTo>
                  <a:pt x="2433367" y="6515956"/>
                </a:lnTo>
                <a:lnTo>
                  <a:pt x="2430613" y="6515470"/>
                </a:lnTo>
                <a:cubicBezTo>
                  <a:pt x="2413970" y="6512345"/>
                  <a:pt x="2398689" y="6509250"/>
                  <a:pt x="2383968" y="6505979"/>
                </a:cubicBezTo>
                <a:lnTo>
                  <a:pt x="2357946" y="6499072"/>
                </a:lnTo>
                <a:lnTo>
                  <a:pt x="2270082" y="6472159"/>
                </a:lnTo>
                <a:lnTo>
                  <a:pt x="2198800" y="6450164"/>
                </a:lnTo>
                <a:lnTo>
                  <a:pt x="2182998" y="6444582"/>
                </a:lnTo>
                <a:lnTo>
                  <a:pt x="2095843" y="6409376"/>
                </a:lnTo>
                <a:lnTo>
                  <a:pt x="2075433" y="6398588"/>
                </a:lnTo>
                <a:cubicBezTo>
                  <a:pt x="2011383" y="6364327"/>
                  <a:pt x="2002747" y="6355177"/>
                  <a:pt x="1933659" y="6281977"/>
                </a:cubicBezTo>
                <a:cubicBezTo>
                  <a:pt x="1929899" y="6281977"/>
                  <a:pt x="1929899" y="6281977"/>
                  <a:pt x="1929899" y="6281977"/>
                </a:cubicBezTo>
                <a:cubicBezTo>
                  <a:pt x="1926139" y="6278174"/>
                  <a:pt x="1926139" y="6278174"/>
                  <a:pt x="1926139" y="6278174"/>
                </a:cubicBezTo>
                <a:cubicBezTo>
                  <a:pt x="1922379" y="6278174"/>
                  <a:pt x="1922379" y="6278174"/>
                  <a:pt x="1922379" y="6278174"/>
                </a:cubicBezTo>
                <a:cubicBezTo>
                  <a:pt x="1880081" y="6286730"/>
                  <a:pt x="1835667" y="6284591"/>
                  <a:pt x="1792311" y="6270153"/>
                </a:cubicBezTo>
                <a:lnTo>
                  <a:pt x="1764725" y="6258191"/>
                </a:lnTo>
                <a:lnTo>
                  <a:pt x="1750030" y="6250187"/>
                </a:lnTo>
                <a:lnTo>
                  <a:pt x="1711976" y="6229084"/>
                </a:lnTo>
                <a:lnTo>
                  <a:pt x="1720667" y="6233778"/>
                </a:lnTo>
                <a:cubicBezTo>
                  <a:pt x="1741318" y="6244933"/>
                  <a:pt x="1741318" y="6244933"/>
                  <a:pt x="1741318" y="6244933"/>
                </a:cubicBezTo>
                <a:cubicBezTo>
                  <a:pt x="1797799" y="6278927"/>
                  <a:pt x="1854280" y="6286481"/>
                  <a:pt x="1914526" y="6271373"/>
                </a:cubicBezTo>
                <a:cubicBezTo>
                  <a:pt x="1910761" y="6271373"/>
                  <a:pt x="1910761" y="6271373"/>
                  <a:pt x="1910761" y="6271373"/>
                </a:cubicBezTo>
                <a:cubicBezTo>
                  <a:pt x="1906995" y="6271373"/>
                  <a:pt x="1906995" y="6271373"/>
                  <a:pt x="1906995" y="6271373"/>
                </a:cubicBezTo>
                <a:cubicBezTo>
                  <a:pt x="1906995" y="6267595"/>
                  <a:pt x="1906995" y="6267595"/>
                  <a:pt x="1906995" y="6267595"/>
                </a:cubicBezTo>
                <a:lnTo>
                  <a:pt x="1842868" y="6244630"/>
                </a:lnTo>
                <a:lnTo>
                  <a:pt x="1903219" y="6264255"/>
                </a:lnTo>
                <a:cubicBezTo>
                  <a:pt x="1903219" y="6260481"/>
                  <a:pt x="1903219" y="6260481"/>
                  <a:pt x="1903219" y="6260481"/>
                </a:cubicBezTo>
                <a:cubicBezTo>
                  <a:pt x="1906988" y="6260481"/>
                  <a:pt x="1906988" y="6260481"/>
                  <a:pt x="1906988" y="6260481"/>
                </a:cubicBezTo>
                <a:cubicBezTo>
                  <a:pt x="1910757" y="6260481"/>
                  <a:pt x="1910757" y="6260481"/>
                  <a:pt x="1910757" y="6260481"/>
                </a:cubicBezTo>
                <a:cubicBezTo>
                  <a:pt x="1914526" y="6260481"/>
                  <a:pt x="1914526" y="6260481"/>
                  <a:pt x="1914526" y="6260481"/>
                </a:cubicBezTo>
                <a:cubicBezTo>
                  <a:pt x="1895681" y="6234065"/>
                  <a:pt x="1869297" y="6200101"/>
                  <a:pt x="1854221" y="6173684"/>
                </a:cubicBezTo>
                <a:cubicBezTo>
                  <a:pt x="1831606" y="6143494"/>
                  <a:pt x="1808991" y="6101982"/>
                  <a:pt x="1790146" y="6068018"/>
                </a:cubicBezTo>
                <a:cubicBezTo>
                  <a:pt x="1775070" y="6041602"/>
                  <a:pt x="1771301" y="5992542"/>
                  <a:pt x="1741148" y="5984995"/>
                </a:cubicBezTo>
                <a:cubicBezTo>
                  <a:pt x="1733610" y="5981221"/>
                  <a:pt x="1729840" y="5973673"/>
                  <a:pt x="1726071" y="5969900"/>
                </a:cubicBezTo>
                <a:cubicBezTo>
                  <a:pt x="1496156" y="5917067"/>
                  <a:pt x="1488618" y="5913293"/>
                  <a:pt x="1311471" y="5834043"/>
                </a:cubicBezTo>
                <a:cubicBezTo>
                  <a:pt x="1307701" y="5837817"/>
                  <a:pt x="1307701" y="5837817"/>
                  <a:pt x="1307701" y="5837817"/>
                </a:cubicBezTo>
                <a:cubicBezTo>
                  <a:pt x="1303932" y="5837817"/>
                  <a:pt x="1303932" y="5837817"/>
                  <a:pt x="1303932" y="5837817"/>
                </a:cubicBezTo>
                <a:lnTo>
                  <a:pt x="1302272" y="5837817"/>
                </a:lnTo>
                <a:lnTo>
                  <a:pt x="1300163" y="5834043"/>
                </a:lnTo>
                <a:cubicBezTo>
                  <a:pt x="1300163" y="5834043"/>
                  <a:pt x="1300163" y="5834043"/>
                  <a:pt x="1300163" y="5837817"/>
                </a:cubicBezTo>
                <a:lnTo>
                  <a:pt x="1302272" y="5837817"/>
                </a:lnTo>
                <a:lnTo>
                  <a:pt x="1339857" y="5905097"/>
                </a:lnTo>
                <a:cubicBezTo>
                  <a:pt x="1379786" y="5973202"/>
                  <a:pt x="1420775" y="6031224"/>
                  <a:pt x="1466004" y="6068018"/>
                </a:cubicBezTo>
                <a:cubicBezTo>
                  <a:pt x="1522540" y="6099152"/>
                  <a:pt x="1565649" y="6122974"/>
                  <a:pt x="1601632" y="6142197"/>
                </a:cubicBezTo>
                <a:lnTo>
                  <a:pt x="1638723" y="6161503"/>
                </a:lnTo>
                <a:lnTo>
                  <a:pt x="1585054" y="6134805"/>
                </a:lnTo>
                <a:cubicBezTo>
                  <a:pt x="1553519" y="6117926"/>
                  <a:pt x="1517277" y="6097623"/>
                  <a:pt x="1470209" y="6071183"/>
                </a:cubicBezTo>
                <a:cubicBezTo>
                  <a:pt x="1473975" y="6074961"/>
                  <a:pt x="1473975" y="6074961"/>
                  <a:pt x="1473975" y="6074961"/>
                </a:cubicBezTo>
                <a:cubicBezTo>
                  <a:pt x="1470209" y="6074961"/>
                  <a:pt x="1470209" y="6074961"/>
                  <a:pt x="1458913" y="6067406"/>
                </a:cubicBezTo>
                <a:cubicBezTo>
                  <a:pt x="1485271" y="6088180"/>
                  <a:pt x="1498450" y="6098568"/>
                  <a:pt x="1505039" y="6103761"/>
                </a:cubicBezTo>
                <a:lnTo>
                  <a:pt x="1508679" y="6106630"/>
                </a:lnTo>
                <a:lnTo>
                  <a:pt x="1487682" y="6093462"/>
                </a:lnTo>
                <a:lnTo>
                  <a:pt x="1475267" y="6081507"/>
                </a:lnTo>
                <a:cubicBezTo>
                  <a:pt x="1466333" y="6073507"/>
                  <a:pt x="1456929" y="6065978"/>
                  <a:pt x="1447525" y="6060331"/>
                </a:cubicBezTo>
                <a:cubicBezTo>
                  <a:pt x="1440001" y="6056566"/>
                  <a:pt x="1432478" y="6052801"/>
                  <a:pt x="1428716" y="6049037"/>
                </a:cubicBezTo>
                <a:cubicBezTo>
                  <a:pt x="1366649" y="6003861"/>
                  <a:pt x="1287653" y="5948097"/>
                  <a:pt x="1218709" y="5894451"/>
                </a:cubicBezTo>
                <a:lnTo>
                  <a:pt x="1206198" y="5884289"/>
                </a:lnTo>
                <a:lnTo>
                  <a:pt x="1195654" y="5875216"/>
                </a:lnTo>
                <a:lnTo>
                  <a:pt x="1184559" y="5865779"/>
                </a:lnTo>
                <a:lnTo>
                  <a:pt x="1239629" y="5909480"/>
                </a:lnTo>
                <a:cubicBezTo>
                  <a:pt x="1277199" y="5938412"/>
                  <a:pt x="1316554" y="5967740"/>
                  <a:pt x="1354719" y="5994690"/>
                </a:cubicBezTo>
                <a:lnTo>
                  <a:pt x="1426983" y="6043517"/>
                </a:lnTo>
                <a:lnTo>
                  <a:pt x="1424821" y="6044597"/>
                </a:lnTo>
                <a:cubicBezTo>
                  <a:pt x="1424821" y="6044597"/>
                  <a:pt x="1424821" y="6044597"/>
                  <a:pt x="1428581" y="6044597"/>
                </a:cubicBezTo>
                <a:lnTo>
                  <a:pt x="1426983" y="6043517"/>
                </a:lnTo>
                <a:lnTo>
                  <a:pt x="1429521" y="6042249"/>
                </a:lnTo>
                <a:cubicBezTo>
                  <a:pt x="1431402" y="6042719"/>
                  <a:pt x="1434222" y="6044597"/>
                  <a:pt x="1439863" y="6048355"/>
                </a:cubicBezTo>
                <a:cubicBezTo>
                  <a:pt x="1360889" y="5954412"/>
                  <a:pt x="1360889" y="5954412"/>
                  <a:pt x="1293197" y="5830406"/>
                </a:cubicBezTo>
                <a:cubicBezTo>
                  <a:pt x="1289436" y="5830406"/>
                  <a:pt x="1289436" y="5830406"/>
                  <a:pt x="1289436" y="5830406"/>
                </a:cubicBezTo>
                <a:cubicBezTo>
                  <a:pt x="1285675" y="5826648"/>
                  <a:pt x="1285675" y="5826648"/>
                  <a:pt x="1285675" y="5826648"/>
                </a:cubicBezTo>
                <a:cubicBezTo>
                  <a:pt x="1281915" y="5826648"/>
                  <a:pt x="1281915" y="5826648"/>
                  <a:pt x="1281915" y="5826648"/>
                </a:cubicBezTo>
                <a:cubicBezTo>
                  <a:pt x="1222684" y="5840740"/>
                  <a:pt x="1163453" y="5831580"/>
                  <a:pt x="1107396" y="5795999"/>
                </a:cubicBezTo>
                <a:lnTo>
                  <a:pt x="1058463" y="5756318"/>
                </a:lnTo>
                <a:lnTo>
                  <a:pt x="1044575" y="5743824"/>
                </a:lnTo>
                <a:cubicBezTo>
                  <a:pt x="1116198" y="5815407"/>
                  <a:pt x="1195360" y="5841780"/>
                  <a:pt x="1274522" y="5819174"/>
                </a:cubicBezTo>
                <a:cubicBezTo>
                  <a:pt x="1274522" y="5815407"/>
                  <a:pt x="1274522" y="5815407"/>
                  <a:pt x="1274522" y="5815407"/>
                </a:cubicBezTo>
                <a:cubicBezTo>
                  <a:pt x="1270752" y="5815407"/>
                  <a:pt x="1270752" y="5815407"/>
                  <a:pt x="1270752" y="5815407"/>
                </a:cubicBezTo>
                <a:cubicBezTo>
                  <a:pt x="1270752" y="5811639"/>
                  <a:pt x="1270752" y="5811639"/>
                  <a:pt x="1270752" y="5811639"/>
                </a:cubicBezTo>
                <a:cubicBezTo>
                  <a:pt x="1135046" y="5728754"/>
                  <a:pt x="1135046" y="5728754"/>
                  <a:pt x="1135046" y="5728754"/>
                </a:cubicBezTo>
                <a:cubicBezTo>
                  <a:pt x="1135046" y="5728754"/>
                  <a:pt x="1135046" y="5728754"/>
                  <a:pt x="1138816" y="5728754"/>
                </a:cubicBezTo>
                <a:cubicBezTo>
                  <a:pt x="1266982" y="5807872"/>
                  <a:pt x="1266982" y="5807872"/>
                  <a:pt x="1266982" y="5807872"/>
                </a:cubicBezTo>
                <a:cubicBezTo>
                  <a:pt x="1266982" y="5804104"/>
                  <a:pt x="1266982" y="5804104"/>
                  <a:pt x="1266982" y="5804104"/>
                </a:cubicBezTo>
                <a:cubicBezTo>
                  <a:pt x="1266982" y="5800337"/>
                  <a:pt x="1266982" y="5800337"/>
                  <a:pt x="1266982" y="5800337"/>
                </a:cubicBezTo>
                <a:cubicBezTo>
                  <a:pt x="1270752" y="5800337"/>
                  <a:pt x="1270752" y="5800337"/>
                  <a:pt x="1270752" y="5800337"/>
                </a:cubicBezTo>
                <a:cubicBezTo>
                  <a:pt x="1274522" y="5800337"/>
                  <a:pt x="1274522" y="5800337"/>
                  <a:pt x="1274522" y="5800337"/>
                </a:cubicBezTo>
                <a:cubicBezTo>
                  <a:pt x="1278291" y="5804104"/>
                  <a:pt x="1278291" y="5804104"/>
                  <a:pt x="1278291" y="5804104"/>
                </a:cubicBezTo>
                <a:cubicBezTo>
                  <a:pt x="1229286" y="5698614"/>
                  <a:pt x="1229286" y="5698614"/>
                  <a:pt x="1229286" y="5698614"/>
                </a:cubicBezTo>
                <a:cubicBezTo>
                  <a:pt x="1229286" y="5698614"/>
                  <a:pt x="1229286" y="5694846"/>
                  <a:pt x="1233056" y="5694846"/>
                </a:cubicBezTo>
                <a:cubicBezTo>
                  <a:pt x="1285830" y="5807872"/>
                  <a:pt x="1285830" y="5807872"/>
                  <a:pt x="1285830" y="5807872"/>
                </a:cubicBezTo>
                <a:cubicBezTo>
                  <a:pt x="1289600" y="5807872"/>
                  <a:pt x="1289600" y="5807872"/>
                  <a:pt x="1289600" y="5807872"/>
                </a:cubicBezTo>
                <a:cubicBezTo>
                  <a:pt x="1289600" y="5811639"/>
                  <a:pt x="1289600" y="5811639"/>
                  <a:pt x="1289600" y="5811639"/>
                </a:cubicBezTo>
                <a:cubicBezTo>
                  <a:pt x="1293370" y="5811639"/>
                  <a:pt x="1293370" y="5811639"/>
                  <a:pt x="1293370" y="5811639"/>
                </a:cubicBezTo>
                <a:cubicBezTo>
                  <a:pt x="1372531" y="5781499"/>
                  <a:pt x="1451693" y="5702381"/>
                  <a:pt x="1527085" y="5570518"/>
                </a:cubicBezTo>
                <a:close/>
                <a:moveTo>
                  <a:pt x="5763726" y="5525917"/>
                </a:moveTo>
                <a:lnTo>
                  <a:pt x="5762252" y="5527860"/>
                </a:lnTo>
                <a:lnTo>
                  <a:pt x="5733810" y="5561129"/>
                </a:lnTo>
                <a:cubicBezTo>
                  <a:pt x="5720536" y="5576512"/>
                  <a:pt x="5708554" y="5590221"/>
                  <a:pt x="5697277" y="5602882"/>
                </a:cubicBezTo>
                <a:lnTo>
                  <a:pt x="5650937" y="5652490"/>
                </a:lnTo>
                <a:lnTo>
                  <a:pt x="5675861" y="5625145"/>
                </a:lnTo>
                <a:cubicBezTo>
                  <a:pt x="5689469" y="5610005"/>
                  <a:pt x="5704426" y="5593185"/>
                  <a:pt x="5721260" y="5574142"/>
                </a:cubicBezTo>
                <a:close/>
                <a:moveTo>
                  <a:pt x="1394643" y="5518152"/>
                </a:moveTo>
                <a:lnTo>
                  <a:pt x="1438015" y="5522261"/>
                </a:lnTo>
                <a:cubicBezTo>
                  <a:pt x="1469827" y="5525275"/>
                  <a:pt x="1469827" y="5525275"/>
                  <a:pt x="1469827" y="5525275"/>
                </a:cubicBezTo>
                <a:cubicBezTo>
                  <a:pt x="1469827" y="5528846"/>
                  <a:pt x="1477368" y="5532418"/>
                  <a:pt x="1481138" y="5532418"/>
                </a:cubicBezTo>
                <a:cubicBezTo>
                  <a:pt x="1390650" y="5525275"/>
                  <a:pt x="1390650" y="5525275"/>
                  <a:pt x="1390650" y="5525275"/>
                </a:cubicBezTo>
                <a:lnTo>
                  <a:pt x="1391290" y="5524063"/>
                </a:lnTo>
                <a:lnTo>
                  <a:pt x="1391643" y="5524150"/>
                </a:lnTo>
                <a:close/>
                <a:moveTo>
                  <a:pt x="5778097" y="5506974"/>
                </a:moveTo>
                <a:lnTo>
                  <a:pt x="5778097" y="5509326"/>
                </a:lnTo>
                <a:lnTo>
                  <a:pt x="5770136" y="5518639"/>
                </a:lnTo>
                <a:lnTo>
                  <a:pt x="5763726" y="5525917"/>
                </a:lnTo>
                <a:close/>
                <a:moveTo>
                  <a:pt x="5835650" y="5453043"/>
                </a:moveTo>
                <a:cubicBezTo>
                  <a:pt x="5835650" y="5453043"/>
                  <a:pt x="5835650" y="5453043"/>
                  <a:pt x="5734050" y="5573693"/>
                </a:cubicBezTo>
                <a:lnTo>
                  <a:pt x="5764373" y="5533183"/>
                </a:lnTo>
                <a:lnTo>
                  <a:pt x="5774631" y="5521545"/>
                </a:lnTo>
                <a:cubicBezTo>
                  <a:pt x="5782825" y="5512248"/>
                  <a:pt x="5792384" y="5501402"/>
                  <a:pt x="5803536" y="5488748"/>
                </a:cubicBezTo>
                <a:lnTo>
                  <a:pt x="5832510" y="5455875"/>
                </a:lnTo>
                <a:close/>
                <a:moveTo>
                  <a:pt x="5812776" y="5449221"/>
                </a:moveTo>
                <a:lnTo>
                  <a:pt x="5812776" y="5449221"/>
                </a:lnTo>
                <a:cubicBezTo>
                  <a:pt x="5812776" y="5449221"/>
                  <a:pt x="5812776" y="5449221"/>
                  <a:pt x="5812776" y="5452989"/>
                </a:cubicBezTo>
                <a:cubicBezTo>
                  <a:pt x="5812776" y="5452989"/>
                  <a:pt x="5812776" y="5452989"/>
                  <a:pt x="5809008" y="5452989"/>
                </a:cubicBezTo>
                <a:close/>
                <a:moveTo>
                  <a:pt x="5812776" y="5445453"/>
                </a:moveTo>
                <a:lnTo>
                  <a:pt x="5816543" y="5445453"/>
                </a:lnTo>
                <a:lnTo>
                  <a:pt x="5812776" y="5449221"/>
                </a:lnTo>
                <a:close/>
                <a:moveTo>
                  <a:pt x="5842001" y="5445106"/>
                </a:moveTo>
                <a:lnTo>
                  <a:pt x="5832510" y="5455875"/>
                </a:lnTo>
                <a:lnTo>
                  <a:pt x="5813895" y="5472661"/>
                </a:lnTo>
                <a:cubicBezTo>
                  <a:pt x="5798020" y="5486976"/>
                  <a:pt x="5798020" y="5486976"/>
                  <a:pt x="5798020" y="5486976"/>
                </a:cubicBezTo>
                <a:cubicBezTo>
                  <a:pt x="5798020" y="5490746"/>
                  <a:pt x="5798020" y="5490746"/>
                  <a:pt x="5798020" y="5490746"/>
                </a:cubicBezTo>
                <a:cubicBezTo>
                  <a:pt x="5798020" y="5490746"/>
                  <a:pt x="5794257" y="5494517"/>
                  <a:pt x="5790494" y="5498287"/>
                </a:cubicBezTo>
                <a:lnTo>
                  <a:pt x="5764373" y="5533183"/>
                </a:lnTo>
                <a:lnTo>
                  <a:pt x="5753919" y="5545044"/>
                </a:lnTo>
                <a:cubicBezTo>
                  <a:pt x="5725469" y="5577324"/>
                  <a:pt x="5725469" y="5577324"/>
                  <a:pt x="5725469" y="5577324"/>
                </a:cubicBezTo>
                <a:lnTo>
                  <a:pt x="5722118" y="5580766"/>
                </a:lnTo>
                <a:lnTo>
                  <a:pt x="5762252" y="5527860"/>
                </a:lnTo>
                <a:lnTo>
                  <a:pt x="5770136" y="5518639"/>
                </a:lnTo>
                <a:lnTo>
                  <a:pt x="5777922" y="5509797"/>
                </a:lnTo>
                <a:cubicBezTo>
                  <a:pt x="5777922" y="5509797"/>
                  <a:pt x="5777922" y="5509797"/>
                  <a:pt x="5781676" y="5506027"/>
                </a:cubicBezTo>
                <a:cubicBezTo>
                  <a:pt x="5781676" y="5506027"/>
                  <a:pt x="5781676" y="5506027"/>
                  <a:pt x="5781676" y="5502256"/>
                </a:cubicBezTo>
                <a:lnTo>
                  <a:pt x="5778097" y="5506974"/>
                </a:lnTo>
                <a:lnTo>
                  <a:pt x="5778097" y="5505549"/>
                </a:lnTo>
                <a:cubicBezTo>
                  <a:pt x="5785615" y="5494216"/>
                  <a:pt x="5796892" y="5479105"/>
                  <a:pt x="5800651" y="5479105"/>
                </a:cubicBezTo>
                <a:cubicBezTo>
                  <a:pt x="5808169" y="5467772"/>
                  <a:pt x="5811928" y="5467772"/>
                  <a:pt x="5811928" y="5463995"/>
                </a:cubicBezTo>
                <a:cubicBezTo>
                  <a:pt x="5811928" y="5467772"/>
                  <a:pt x="5811928" y="5467772"/>
                  <a:pt x="5811928" y="5471550"/>
                </a:cubicBezTo>
                <a:cubicBezTo>
                  <a:pt x="5808169" y="5471550"/>
                  <a:pt x="5808169" y="5471550"/>
                  <a:pt x="5808169" y="5471550"/>
                </a:cubicBezTo>
                <a:cubicBezTo>
                  <a:pt x="5808169" y="5475328"/>
                  <a:pt x="5808169" y="5475328"/>
                  <a:pt x="5808169" y="5475328"/>
                </a:cubicBezTo>
                <a:cubicBezTo>
                  <a:pt x="5804410" y="5479105"/>
                  <a:pt x="5804410" y="5479105"/>
                  <a:pt x="5804410" y="5479105"/>
                </a:cubicBezTo>
                <a:cubicBezTo>
                  <a:pt x="5842001" y="5445106"/>
                  <a:pt x="5842001" y="5445106"/>
                  <a:pt x="5842001" y="5445106"/>
                </a:cubicBezTo>
                <a:close/>
                <a:moveTo>
                  <a:pt x="5824015" y="5437981"/>
                </a:moveTo>
                <a:lnTo>
                  <a:pt x="5824015" y="5438167"/>
                </a:lnTo>
                <a:lnTo>
                  <a:pt x="5823824" y="5438172"/>
                </a:lnTo>
                <a:close/>
                <a:moveTo>
                  <a:pt x="4146238" y="5430818"/>
                </a:moveTo>
                <a:cubicBezTo>
                  <a:pt x="4146238" y="5434589"/>
                  <a:pt x="4146238" y="5434589"/>
                  <a:pt x="4146238" y="5434589"/>
                </a:cubicBezTo>
                <a:cubicBezTo>
                  <a:pt x="4142472" y="5434589"/>
                  <a:pt x="4142472" y="5434589"/>
                  <a:pt x="4142472" y="5434589"/>
                </a:cubicBezTo>
                <a:cubicBezTo>
                  <a:pt x="4138706" y="5434589"/>
                  <a:pt x="4138706" y="5434589"/>
                  <a:pt x="4138706" y="5434589"/>
                </a:cubicBezTo>
                <a:cubicBezTo>
                  <a:pt x="4138706" y="5438359"/>
                  <a:pt x="4138706" y="5438359"/>
                  <a:pt x="4138706" y="5438359"/>
                </a:cubicBezTo>
                <a:cubicBezTo>
                  <a:pt x="4134940" y="5438359"/>
                  <a:pt x="4134940" y="5438359"/>
                  <a:pt x="4134940" y="5438359"/>
                </a:cubicBezTo>
                <a:cubicBezTo>
                  <a:pt x="4063387" y="5743754"/>
                  <a:pt x="3976769" y="6007676"/>
                  <a:pt x="3875088" y="6215043"/>
                </a:cubicBezTo>
                <a:cubicBezTo>
                  <a:pt x="3878854" y="6215043"/>
                  <a:pt x="3878854" y="6215043"/>
                  <a:pt x="3878854" y="6215043"/>
                </a:cubicBezTo>
                <a:cubicBezTo>
                  <a:pt x="3882620" y="6215043"/>
                  <a:pt x="3882620" y="6215043"/>
                  <a:pt x="3882620" y="6215043"/>
                </a:cubicBezTo>
                <a:cubicBezTo>
                  <a:pt x="4153770" y="6049149"/>
                  <a:pt x="4165068" y="6041609"/>
                  <a:pt x="4375962" y="5868174"/>
                </a:cubicBezTo>
                <a:cubicBezTo>
                  <a:pt x="4372196" y="5853093"/>
                  <a:pt x="4383494" y="5838012"/>
                  <a:pt x="4391026" y="5830471"/>
                </a:cubicBezTo>
                <a:cubicBezTo>
                  <a:pt x="4281813" y="5660807"/>
                  <a:pt x="4274281" y="5645726"/>
                  <a:pt x="4146238" y="5430818"/>
                </a:cubicBezTo>
                <a:close/>
                <a:moveTo>
                  <a:pt x="4113002" y="5430818"/>
                </a:moveTo>
                <a:cubicBezTo>
                  <a:pt x="3860095" y="5653099"/>
                  <a:pt x="3844996" y="5664401"/>
                  <a:pt x="3626062" y="5818867"/>
                </a:cubicBezTo>
                <a:cubicBezTo>
                  <a:pt x="3633612" y="5833937"/>
                  <a:pt x="3629837" y="5845239"/>
                  <a:pt x="3618513" y="5856542"/>
                </a:cubicBezTo>
                <a:cubicBezTo>
                  <a:pt x="3614738" y="5856542"/>
                  <a:pt x="3614738" y="5856542"/>
                  <a:pt x="3614738" y="5856542"/>
                </a:cubicBezTo>
                <a:cubicBezTo>
                  <a:pt x="3614738" y="5860309"/>
                  <a:pt x="3614738" y="5860309"/>
                  <a:pt x="3614738" y="5860309"/>
                </a:cubicBezTo>
                <a:cubicBezTo>
                  <a:pt x="3720430" y="6037380"/>
                  <a:pt x="3746853" y="6071287"/>
                  <a:pt x="3852546" y="6218218"/>
                </a:cubicBezTo>
                <a:cubicBezTo>
                  <a:pt x="3852546" y="6214451"/>
                  <a:pt x="3852546" y="6214451"/>
                  <a:pt x="3852546" y="6214451"/>
                </a:cubicBezTo>
                <a:cubicBezTo>
                  <a:pt x="3856320" y="6214451"/>
                  <a:pt x="3856320" y="6214451"/>
                  <a:pt x="3856320" y="6214451"/>
                </a:cubicBezTo>
                <a:cubicBezTo>
                  <a:pt x="3856320" y="6214451"/>
                  <a:pt x="3860095" y="6214451"/>
                  <a:pt x="3863870" y="6214451"/>
                </a:cubicBezTo>
                <a:cubicBezTo>
                  <a:pt x="3965788" y="6007240"/>
                  <a:pt x="4052606" y="5743518"/>
                  <a:pt x="4124326" y="5438353"/>
                </a:cubicBezTo>
                <a:cubicBezTo>
                  <a:pt x="4120551" y="5438353"/>
                  <a:pt x="4120551" y="5438353"/>
                  <a:pt x="4120551" y="5438353"/>
                </a:cubicBezTo>
                <a:cubicBezTo>
                  <a:pt x="4120551" y="5434586"/>
                  <a:pt x="4120551" y="5434586"/>
                  <a:pt x="4120551" y="5434586"/>
                </a:cubicBezTo>
                <a:cubicBezTo>
                  <a:pt x="4116777" y="5434586"/>
                  <a:pt x="4116777" y="5434586"/>
                  <a:pt x="4116777" y="5434586"/>
                </a:cubicBezTo>
                <a:cubicBezTo>
                  <a:pt x="4113002" y="5430818"/>
                  <a:pt x="4113002" y="5430818"/>
                  <a:pt x="4113002" y="5430818"/>
                </a:cubicBezTo>
                <a:close/>
                <a:moveTo>
                  <a:pt x="4874026" y="5381606"/>
                </a:moveTo>
                <a:cubicBezTo>
                  <a:pt x="4651672" y="5622971"/>
                  <a:pt x="4632829" y="5641827"/>
                  <a:pt x="4429319" y="5822851"/>
                </a:cubicBezTo>
                <a:cubicBezTo>
                  <a:pt x="4436856" y="5841707"/>
                  <a:pt x="4425550" y="5853021"/>
                  <a:pt x="4418013" y="5864335"/>
                </a:cubicBezTo>
                <a:cubicBezTo>
                  <a:pt x="4508462" y="5992560"/>
                  <a:pt x="4531074" y="6026502"/>
                  <a:pt x="4617754" y="6124556"/>
                </a:cubicBezTo>
                <a:cubicBezTo>
                  <a:pt x="4621523" y="6120785"/>
                  <a:pt x="4621523" y="6120785"/>
                  <a:pt x="4621523" y="6120785"/>
                </a:cubicBezTo>
                <a:cubicBezTo>
                  <a:pt x="4625291" y="6120785"/>
                  <a:pt x="4629060" y="6117014"/>
                  <a:pt x="4629060" y="6117014"/>
                </a:cubicBezTo>
                <a:cubicBezTo>
                  <a:pt x="4727046" y="5928448"/>
                  <a:pt x="4813726" y="5675769"/>
                  <a:pt x="4881563" y="5385378"/>
                </a:cubicBezTo>
                <a:cubicBezTo>
                  <a:pt x="4877794" y="5385378"/>
                  <a:pt x="4877794" y="5385378"/>
                  <a:pt x="4877794" y="5385378"/>
                </a:cubicBezTo>
                <a:cubicBezTo>
                  <a:pt x="4874026" y="5381606"/>
                  <a:pt x="4874026" y="5381606"/>
                  <a:pt x="4874026" y="5381606"/>
                </a:cubicBezTo>
                <a:close/>
                <a:moveTo>
                  <a:pt x="4900639" y="5378431"/>
                </a:moveTo>
                <a:cubicBezTo>
                  <a:pt x="4896865" y="5382198"/>
                  <a:pt x="4896865" y="5382198"/>
                  <a:pt x="4896865" y="5382198"/>
                </a:cubicBezTo>
                <a:cubicBezTo>
                  <a:pt x="4893092" y="5385964"/>
                  <a:pt x="4893092" y="5385964"/>
                  <a:pt x="4893092" y="5385964"/>
                </a:cubicBezTo>
                <a:cubicBezTo>
                  <a:pt x="4821394" y="5675966"/>
                  <a:pt x="4738376" y="5924539"/>
                  <a:pt x="4640263" y="6116618"/>
                </a:cubicBezTo>
                <a:cubicBezTo>
                  <a:pt x="4640263" y="6116618"/>
                  <a:pt x="4644037" y="6116618"/>
                  <a:pt x="4644037" y="6116618"/>
                </a:cubicBezTo>
                <a:cubicBezTo>
                  <a:pt x="4647810" y="6116618"/>
                  <a:pt x="4647810" y="6116618"/>
                  <a:pt x="4647810" y="6116618"/>
                </a:cubicBezTo>
                <a:cubicBezTo>
                  <a:pt x="4889318" y="5917006"/>
                  <a:pt x="4900639" y="5909474"/>
                  <a:pt x="5089317" y="5717395"/>
                </a:cubicBezTo>
                <a:cubicBezTo>
                  <a:pt x="5089317" y="5713628"/>
                  <a:pt x="5089317" y="5713628"/>
                  <a:pt x="5089317" y="5713628"/>
                </a:cubicBezTo>
                <a:cubicBezTo>
                  <a:pt x="5089317" y="5706096"/>
                  <a:pt x="5085544" y="5698563"/>
                  <a:pt x="5100638" y="5679732"/>
                </a:cubicBezTo>
                <a:cubicBezTo>
                  <a:pt x="5017620" y="5562978"/>
                  <a:pt x="5002525" y="5544147"/>
                  <a:pt x="4904413" y="5378431"/>
                </a:cubicBezTo>
                <a:cubicBezTo>
                  <a:pt x="4900639" y="5378431"/>
                  <a:pt x="4900639" y="5378431"/>
                  <a:pt x="4900639" y="5378431"/>
                </a:cubicBezTo>
                <a:close/>
                <a:moveTo>
                  <a:pt x="5878624" y="5366881"/>
                </a:moveTo>
                <a:lnTo>
                  <a:pt x="5843166" y="5415934"/>
                </a:lnTo>
                <a:lnTo>
                  <a:pt x="5842918" y="5415934"/>
                </a:lnTo>
                <a:lnTo>
                  <a:pt x="5842918" y="5415308"/>
                </a:lnTo>
                <a:close/>
                <a:moveTo>
                  <a:pt x="3313215" y="5351443"/>
                </a:moveTo>
                <a:cubicBezTo>
                  <a:pt x="3245375" y="5656682"/>
                  <a:pt x="3162460" y="5916701"/>
                  <a:pt x="3060700" y="6123962"/>
                </a:cubicBezTo>
                <a:cubicBezTo>
                  <a:pt x="3064469" y="6123962"/>
                  <a:pt x="3064469" y="6123962"/>
                  <a:pt x="3064469" y="6123962"/>
                </a:cubicBezTo>
                <a:cubicBezTo>
                  <a:pt x="3068238" y="6123962"/>
                  <a:pt x="3068238" y="6123962"/>
                  <a:pt x="3068238" y="6123962"/>
                </a:cubicBezTo>
                <a:cubicBezTo>
                  <a:pt x="3072007" y="6127730"/>
                  <a:pt x="3072007" y="6127730"/>
                  <a:pt x="3072007" y="6127730"/>
                </a:cubicBezTo>
                <a:cubicBezTo>
                  <a:pt x="3339597" y="6003374"/>
                  <a:pt x="3350904" y="5999605"/>
                  <a:pt x="3573268" y="5856407"/>
                </a:cubicBezTo>
                <a:cubicBezTo>
                  <a:pt x="3565731" y="5841333"/>
                  <a:pt x="3573268" y="5830028"/>
                  <a:pt x="3580806" y="5822491"/>
                </a:cubicBezTo>
                <a:cubicBezTo>
                  <a:pt x="3580806" y="5818723"/>
                  <a:pt x="3580806" y="5818723"/>
                  <a:pt x="3580806" y="5818723"/>
                </a:cubicBezTo>
                <a:cubicBezTo>
                  <a:pt x="3584575" y="5818723"/>
                  <a:pt x="3584575" y="5818723"/>
                  <a:pt x="3584575" y="5818723"/>
                </a:cubicBezTo>
                <a:cubicBezTo>
                  <a:pt x="3467740" y="5611462"/>
                  <a:pt x="3456433" y="5592620"/>
                  <a:pt x="3324522" y="5351443"/>
                </a:cubicBezTo>
                <a:cubicBezTo>
                  <a:pt x="3320753" y="5351443"/>
                  <a:pt x="3320753" y="5351443"/>
                  <a:pt x="3320753" y="5351443"/>
                </a:cubicBezTo>
                <a:cubicBezTo>
                  <a:pt x="3316984" y="5351443"/>
                  <a:pt x="3316984" y="5351443"/>
                  <a:pt x="3316984" y="5351443"/>
                </a:cubicBezTo>
                <a:cubicBezTo>
                  <a:pt x="3313215" y="5351443"/>
                  <a:pt x="3313215" y="5351443"/>
                  <a:pt x="3313215" y="5351443"/>
                </a:cubicBezTo>
                <a:close/>
                <a:moveTo>
                  <a:pt x="3290695" y="5343506"/>
                </a:moveTo>
                <a:cubicBezTo>
                  <a:pt x="3041954" y="5528392"/>
                  <a:pt x="3026879" y="5539712"/>
                  <a:pt x="2823363" y="5656681"/>
                </a:cubicBezTo>
                <a:cubicBezTo>
                  <a:pt x="2827132" y="5671774"/>
                  <a:pt x="2823363" y="5686866"/>
                  <a:pt x="2808288" y="5694413"/>
                </a:cubicBezTo>
                <a:cubicBezTo>
                  <a:pt x="2910046" y="5886845"/>
                  <a:pt x="2940196" y="5950990"/>
                  <a:pt x="3038185" y="6124556"/>
                </a:cubicBezTo>
                <a:cubicBezTo>
                  <a:pt x="3041954" y="6120783"/>
                  <a:pt x="3041954" y="6120783"/>
                  <a:pt x="3041954" y="6120783"/>
                </a:cubicBezTo>
                <a:cubicBezTo>
                  <a:pt x="3045723" y="6120783"/>
                  <a:pt x="3049492" y="6120783"/>
                  <a:pt x="3053260" y="6120783"/>
                </a:cubicBezTo>
                <a:cubicBezTo>
                  <a:pt x="3151249" y="5917031"/>
                  <a:pt x="3234163" y="5652908"/>
                  <a:pt x="3302001" y="5351053"/>
                </a:cubicBezTo>
                <a:cubicBezTo>
                  <a:pt x="3298232" y="5351053"/>
                  <a:pt x="3298232" y="5351053"/>
                  <a:pt x="3298232" y="5351053"/>
                </a:cubicBezTo>
                <a:cubicBezTo>
                  <a:pt x="3294463" y="5347279"/>
                  <a:pt x="3294463" y="5347279"/>
                  <a:pt x="3294463" y="5347279"/>
                </a:cubicBezTo>
                <a:cubicBezTo>
                  <a:pt x="3290695" y="5343506"/>
                  <a:pt x="3290695" y="5343506"/>
                  <a:pt x="3290695" y="5343506"/>
                </a:cubicBezTo>
                <a:close/>
                <a:moveTo>
                  <a:pt x="5934254" y="5289103"/>
                </a:moveTo>
                <a:lnTo>
                  <a:pt x="5925985" y="5301263"/>
                </a:lnTo>
                <a:cubicBezTo>
                  <a:pt x="5914240" y="5317896"/>
                  <a:pt x="5901715" y="5335338"/>
                  <a:pt x="5888006" y="5354157"/>
                </a:cubicBezTo>
                <a:lnTo>
                  <a:pt x="5878624" y="5366881"/>
                </a:lnTo>
                <a:lnTo>
                  <a:pt x="5896890" y="5341612"/>
                </a:lnTo>
                <a:close/>
                <a:moveTo>
                  <a:pt x="654036" y="5278159"/>
                </a:moveTo>
                <a:lnTo>
                  <a:pt x="670099" y="5297063"/>
                </a:lnTo>
                <a:cubicBezTo>
                  <a:pt x="699437" y="5330985"/>
                  <a:pt x="740704" y="5377097"/>
                  <a:pt x="810404" y="5454481"/>
                </a:cubicBezTo>
                <a:lnTo>
                  <a:pt x="832553" y="5479052"/>
                </a:lnTo>
                <a:lnTo>
                  <a:pt x="827089" y="5473704"/>
                </a:lnTo>
                <a:cubicBezTo>
                  <a:pt x="755631" y="5403127"/>
                  <a:pt x="722809" y="5366570"/>
                  <a:pt x="664229" y="5291395"/>
                </a:cubicBezTo>
                <a:close/>
                <a:moveTo>
                  <a:pt x="822964" y="5267128"/>
                </a:moveTo>
                <a:lnTo>
                  <a:pt x="866391" y="5297475"/>
                </a:lnTo>
                <a:cubicBezTo>
                  <a:pt x="925302" y="5334577"/>
                  <a:pt x="987041" y="5367674"/>
                  <a:pt x="1045952" y="5405718"/>
                </a:cubicBezTo>
                <a:lnTo>
                  <a:pt x="1067019" y="5420962"/>
                </a:lnTo>
                <a:lnTo>
                  <a:pt x="1059795" y="5417569"/>
                </a:lnTo>
                <a:cubicBezTo>
                  <a:pt x="966870" y="5373142"/>
                  <a:pt x="932133" y="5350443"/>
                  <a:pt x="834976" y="5276340"/>
                </a:cubicBezTo>
                <a:close/>
                <a:moveTo>
                  <a:pt x="585986" y="5209332"/>
                </a:moveTo>
                <a:lnTo>
                  <a:pt x="586335" y="5209849"/>
                </a:lnTo>
                <a:cubicBezTo>
                  <a:pt x="611188" y="5246668"/>
                  <a:pt x="611188" y="5246668"/>
                  <a:pt x="611188" y="5246668"/>
                </a:cubicBezTo>
                <a:lnTo>
                  <a:pt x="608259" y="5241613"/>
                </a:lnTo>
                <a:lnTo>
                  <a:pt x="614959" y="5252776"/>
                </a:lnTo>
                <a:close/>
                <a:moveTo>
                  <a:pt x="587446" y="5205702"/>
                </a:moveTo>
                <a:lnTo>
                  <a:pt x="608259" y="5241613"/>
                </a:lnTo>
                <a:lnTo>
                  <a:pt x="590923" y="5212730"/>
                </a:lnTo>
                <a:close/>
                <a:moveTo>
                  <a:pt x="5515365" y="5200631"/>
                </a:moveTo>
                <a:cubicBezTo>
                  <a:pt x="5322888" y="5453089"/>
                  <a:pt x="5307792" y="5471929"/>
                  <a:pt x="5134185" y="5667867"/>
                </a:cubicBezTo>
                <a:cubicBezTo>
                  <a:pt x="5137959" y="5675403"/>
                  <a:pt x="5137959" y="5682939"/>
                  <a:pt x="5122863" y="5701779"/>
                </a:cubicBezTo>
                <a:cubicBezTo>
                  <a:pt x="5209666" y="5807284"/>
                  <a:pt x="5213440" y="5807284"/>
                  <a:pt x="5281373" y="5856268"/>
                </a:cubicBezTo>
                <a:cubicBezTo>
                  <a:pt x="5285147" y="5856268"/>
                  <a:pt x="5285147" y="5856268"/>
                  <a:pt x="5285147" y="5856268"/>
                </a:cubicBezTo>
                <a:cubicBezTo>
                  <a:pt x="5285147" y="5852500"/>
                  <a:pt x="5285147" y="5852500"/>
                  <a:pt x="5285147" y="5852500"/>
                </a:cubicBezTo>
                <a:cubicBezTo>
                  <a:pt x="5288921" y="5852500"/>
                  <a:pt x="5288921" y="5848732"/>
                  <a:pt x="5288921" y="5848732"/>
                </a:cubicBezTo>
                <a:cubicBezTo>
                  <a:pt x="5383273" y="5682939"/>
                  <a:pt x="5458754" y="5460625"/>
                  <a:pt x="5522913" y="5204399"/>
                </a:cubicBezTo>
                <a:cubicBezTo>
                  <a:pt x="5519139" y="5204399"/>
                  <a:pt x="5519139" y="5204399"/>
                  <a:pt x="5519139" y="5204399"/>
                </a:cubicBezTo>
                <a:cubicBezTo>
                  <a:pt x="5515365" y="5204399"/>
                  <a:pt x="5515365" y="5204399"/>
                  <a:pt x="5515365" y="5204399"/>
                </a:cubicBezTo>
                <a:cubicBezTo>
                  <a:pt x="5515365" y="5200631"/>
                  <a:pt x="5515365" y="5200631"/>
                  <a:pt x="5515365" y="5200631"/>
                </a:cubicBezTo>
                <a:close/>
                <a:moveTo>
                  <a:pt x="572363" y="5176273"/>
                </a:moveTo>
                <a:lnTo>
                  <a:pt x="573403" y="5177313"/>
                </a:lnTo>
                <a:lnTo>
                  <a:pt x="587446" y="5205702"/>
                </a:lnTo>
                <a:lnTo>
                  <a:pt x="587153" y="5205195"/>
                </a:lnTo>
                <a:close/>
                <a:moveTo>
                  <a:pt x="569715" y="5171095"/>
                </a:moveTo>
                <a:lnTo>
                  <a:pt x="572363" y="5176273"/>
                </a:lnTo>
                <a:lnTo>
                  <a:pt x="570657" y="5174568"/>
                </a:lnTo>
                <a:cubicBezTo>
                  <a:pt x="569715" y="5173626"/>
                  <a:pt x="569715" y="5173626"/>
                  <a:pt x="569715" y="5173626"/>
                </a:cubicBezTo>
                <a:close/>
                <a:moveTo>
                  <a:pt x="570119" y="5170674"/>
                </a:moveTo>
                <a:lnTo>
                  <a:pt x="573681" y="5174234"/>
                </a:lnTo>
                <a:cubicBezTo>
                  <a:pt x="577449" y="5178000"/>
                  <a:pt x="577449" y="5178000"/>
                  <a:pt x="577449" y="5178000"/>
                </a:cubicBezTo>
                <a:cubicBezTo>
                  <a:pt x="595347" y="5201538"/>
                  <a:pt x="611184" y="5222369"/>
                  <a:pt x="625476" y="5241075"/>
                </a:cubicBezTo>
                <a:lnTo>
                  <a:pt x="654036" y="5278159"/>
                </a:lnTo>
                <a:lnTo>
                  <a:pt x="644127" y="5266498"/>
                </a:lnTo>
                <a:cubicBezTo>
                  <a:pt x="620909" y="5238583"/>
                  <a:pt x="604119" y="5216499"/>
                  <a:pt x="577255" y="5181164"/>
                </a:cubicBezTo>
                <a:lnTo>
                  <a:pt x="573403" y="5177313"/>
                </a:lnTo>
                <a:close/>
                <a:moveTo>
                  <a:pt x="569913" y="5170468"/>
                </a:moveTo>
                <a:lnTo>
                  <a:pt x="570078" y="5170591"/>
                </a:lnTo>
                <a:lnTo>
                  <a:pt x="570119" y="5170674"/>
                </a:lnTo>
                <a:close/>
                <a:moveTo>
                  <a:pt x="2525542" y="5143481"/>
                </a:moveTo>
                <a:cubicBezTo>
                  <a:pt x="2525542" y="5147252"/>
                  <a:pt x="2525542" y="5147252"/>
                  <a:pt x="2525542" y="5147252"/>
                </a:cubicBezTo>
                <a:cubicBezTo>
                  <a:pt x="2521781" y="5147252"/>
                  <a:pt x="2521781" y="5147252"/>
                  <a:pt x="2521781" y="5147252"/>
                </a:cubicBezTo>
                <a:cubicBezTo>
                  <a:pt x="2518019" y="5147252"/>
                  <a:pt x="2518019" y="5147252"/>
                  <a:pt x="2518019" y="5147252"/>
                </a:cubicBezTo>
                <a:cubicBezTo>
                  <a:pt x="2457841" y="5426255"/>
                  <a:pt x="2382618" y="5671325"/>
                  <a:pt x="2292350" y="5859841"/>
                </a:cubicBezTo>
                <a:cubicBezTo>
                  <a:pt x="2292350" y="5859841"/>
                  <a:pt x="2296111" y="5863611"/>
                  <a:pt x="2296111" y="5863611"/>
                </a:cubicBezTo>
                <a:cubicBezTo>
                  <a:pt x="2299873" y="5863611"/>
                  <a:pt x="2299873" y="5863611"/>
                  <a:pt x="2299873" y="5863611"/>
                </a:cubicBezTo>
                <a:cubicBezTo>
                  <a:pt x="2299873" y="5867381"/>
                  <a:pt x="2299873" y="5867381"/>
                  <a:pt x="2299873" y="5867381"/>
                </a:cubicBezTo>
                <a:cubicBezTo>
                  <a:pt x="2303634" y="5867381"/>
                  <a:pt x="2303634" y="5867381"/>
                  <a:pt x="2303634" y="5867381"/>
                </a:cubicBezTo>
                <a:cubicBezTo>
                  <a:pt x="2548109" y="5791975"/>
                  <a:pt x="2563153" y="5788205"/>
                  <a:pt x="2770017" y="5686406"/>
                </a:cubicBezTo>
                <a:cubicBezTo>
                  <a:pt x="2762494" y="5663784"/>
                  <a:pt x="2773778" y="5652473"/>
                  <a:pt x="2781300" y="5648703"/>
                </a:cubicBezTo>
                <a:cubicBezTo>
                  <a:pt x="2691033" y="5471498"/>
                  <a:pt x="2691033" y="5471498"/>
                  <a:pt x="2529303" y="5143481"/>
                </a:cubicBezTo>
                <a:cubicBezTo>
                  <a:pt x="2525542" y="5143481"/>
                  <a:pt x="2525542" y="5143481"/>
                  <a:pt x="2525542" y="5143481"/>
                </a:cubicBezTo>
                <a:close/>
                <a:moveTo>
                  <a:pt x="2498542" y="5137131"/>
                </a:moveTo>
                <a:cubicBezTo>
                  <a:pt x="2268853" y="5272675"/>
                  <a:pt x="2253791" y="5280206"/>
                  <a:pt x="2065521" y="5359273"/>
                </a:cubicBezTo>
                <a:cubicBezTo>
                  <a:pt x="2065521" y="5363038"/>
                  <a:pt x="2065521" y="5363038"/>
                  <a:pt x="2065521" y="5363038"/>
                </a:cubicBezTo>
                <a:cubicBezTo>
                  <a:pt x="2069287" y="5363038"/>
                  <a:pt x="2069287" y="5363038"/>
                  <a:pt x="2069287" y="5363038"/>
                </a:cubicBezTo>
                <a:cubicBezTo>
                  <a:pt x="2069287" y="5370568"/>
                  <a:pt x="2069287" y="5385629"/>
                  <a:pt x="2054225" y="5393159"/>
                </a:cubicBezTo>
                <a:cubicBezTo>
                  <a:pt x="2189780" y="5679308"/>
                  <a:pt x="2208607" y="5724489"/>
                  <a:pt x="2272618" y="5856268"/>
                </a:cubicBezTo>
                <a:cubicBezTo>
                  <a:pt x="2276384" y="5856268"/>
                  <a:pt x="2276384" y="5856268"/>
                  <a:pt x="2276384" y="5856268"/>
                </a:cubicBezTo>
                <a:cubicBezTo>
                  <a:pt x="2276384" y="5856268"/>
                  <a:pt x="2280149" y="5856268"/>
                  <a:pt x="2283914" y="5856268"/>
                </a:cubicBezTo>
                <a:cubicBezTo>
                  <a:pt x="2370519" y="5664247"/>
                  <a:pt x="2445826" y="5423280"/>
                  <a:pt x="2509838" y="5144661"/>
                </a:cubicBezTo>
                <a:cubicBezTo>
                  <a:pt x="2506073" y="5144661"/>
                  <a:pt x="2506073" y="5144661"/>
                  <a:pt x="2506073" y="5144661"/>
                </a:cubicBezTo>
                <a:cubicBezTo>
                  <a:pt x="2502307" y="5140896"/>
                  <a:pt x="2502307" y="5140896"/>
                  <a:pt x="2502307" y="5140896"/>
                </a:cubicBezTo>
                <a:cubicBezTo>
                  <a:pt x="2498542" y="5137131"/>
                  <a:pt x="2498542" y="5137131"/>
                  <a:pt x="2498542" y="5137131"/>
                </a:cubicBezTo>
                <a:close/>
                <a:moveTo>
                  <a:pt x="6035542" y="5135852"/>
                </a:moveTo>
                <a:lnTo>
                  <a:pt x="6027237" y="5149519"/>
                </a:lnTo>
                <a:cubicBezTo>
                  <a:pt x="6000991" y="5191973"/>
                  <a:pt x="5976331" y="5229322"/>
                  <a:pt x="5938989" y="5282450"/>
                </a:cubicBezTo>
                <a:lnTo>
                  <a:pt x="5934254" y="5289103"/>
                </a:lnTo>
                <a:lnTo>
                  <a:pt x="5990331" y="5206647"/>
                </a:lnTo>
                <a:cubicBezTo>
                  <a:pt x="6000574" y="5190986"/>
                  <a:pt x="6010847" y="5175000"/>
                  <a:pt x="6021555" y="5158125"/>
                </a:cubicBezTo>
                <a:close/>
                <a:moveTo>
                  <a:pt x="500343" y="5078766"/>
                </a:moveTo>
                <a:lnTo>
                  <a:pt x="542127" y="5134478"/>
                </a:lnTo>
                <a:lnTo>
                  <a:pt x="516962" y="5105397"/>
                </a:lnTo>
                <a:lnTo>
                  <a:pt x="507625" y="5091411"/>
                </a:lnTo>
                <a:close/>
                <a:moveTo>
                  <a:pt x="491737" y="5067610"/>
                </a:moveTo>
                <a:lnTo>
                  <a:pt x="507625" y="5091411"/>
                </a:lnTo>
                <a:lnTo>
                  <a:pt x="509390" y="5094475"/>
                </a:lnTo>
                <a:cubicBezTo>
                  <a:pt x="509390" y="5094475"/>
                  <a:pt x="509390" y="5094475"/>
                  <a:pt x="580113" y="5200525"/>
                </a:cubicBezTo>
                <a:lnTo>
                  <a:pt x="585986" y="5209332"/>
                </a:lnTo>
                <a:lnTo>
                  <a:pt x="568242" y="5183044"/>
                </a:lnTo>
                <a:cubicBezTo>
                  <a:pt x="553927" y="5161836"/>
                  <a:pt x="534839" y="5133559"/>
                  <a:pt x="509390" y="5095856"/>
                </a:cubicBezTo>
                <a:cubicBezTo>
                  <a:pt x="509390" y="5095856"/>
                  <a:pt x="509390" y="5095856"/>
                  <a:pt x="501437" y="5083131"/>
                </a:cubicBezTo>
                <a:close/>
                <a:moveTo>
                  <a:pt x="949570" y="5042621"/>
                </a:moveTo>
                <a:lnTo>
                  <a:pt x="1010841" y="5109551"/>
                </a:lnTo>
                <a:cubicBezTo>
                  <a:pt x="1078707" y="5305543"/>
                  <a:pt x="1090018" y="5328158"/>
                  <a:pt x="1131491" y="5433692"/>
                </a:cubicBezTo>
                <a:cubicBezTo>
                  <a:pt x="1146573" y="5448768"/>
                  <a:pt x="1206898" y="5478921"/>
                  <a:pt x="1395413" y="5516612"/>
                </a:cubicBezTo>
                <a:lnTo>
                  <a:pt x="1394643" y="5518152"/>
                </a:lnTo>
                <a:lnTo>
                  <a:pt x="1394421" y="5518131"/>
                </a:lnTo>
                <a:lnTo>
                  <a:pt x="1391290" y="5524063"/>
                </a:lnTo>
                <a:lnTo>
                  <a:pt x="1331672" y="5509309"/>
                </a:lnTo>
                <a:cubicBezTo>
                  <a:pt x="1269108" y="5493762"/>
                  <a:pt x="1201242" y="5476094"/>
                  <a:pt x="1150343" y="5456306"/>
                </a:cubicBezTo>
                <a:cubicBezTo>
                  <a:pt x="1150343" y="5467614"/>
                  <a:pt x="1154113" y="5516612"/>
                  <a:pt x="1233290" y="5693758"/>
                </a:cubicBezTo>
                <a:cubicBezTo>
                  <a:pt x="1229519" y="5693758"/>
                  <a:pt x="1229519" y="5697527"/>
                  <a:pt x="1229519" y="5697527"/>
                </a:cubicBezTo>
                <a:cubicBezTo>
                  <a:pt x="1195587" y="5629684"/>
                  <a:pt x="1157883" y="5535457"/>
                  <a:pt x="1131491" y="5467614"/>
                </a:cubicBezTo>
                <a:lnTo>
                  <a:pt x="1067019" y="5420962"/>
                </a:lnTo>
                <a:lnTo>
                  <a:pt x="1111665" y="5441931"/>
                </a:lnTo>
                <a:cubicBezTo>
                  <a:pt x="1104141" y="5430626"/>
                  <a:pt x="1111665" y="5426857"/>
                  <a:pt x="1119188" y="5430626"/>
                </a:cubicBezTo>
                <a:cubicBezTo>
                  <a:pt x="1047716" y="5238435"/>
                  <a:pt x="1047716" y="5238435"/>
                  <a:pt x="998814" y="5099002"/>
                </a:cubicBezTo>
                <a:close/>
                <a:moveTo>
                  <a:pt x="946151" y="5038706"/>
                </a:moveTo>
                <a:lnTo>
                  <a:pt x="949570" y="5042621"/>
                </a:lnTo>
                <a:lnTo>
                  <a:pt x="946083" y="5038812"/>
                </a:lnTo>
                <a:close/>
                <a:moveTo>
                  <a:pt x="448489" y="4979674"/>
                </a:moveTo>
                <a:lnTo>
                  <a:pt x="471731" y="5016938"/>
                </a:lnTo>
                <a:cubicBezTo>
                  <a:pt x="482027" y="5033271"/>
                  <a:pt x="493452" y="5051265"/>
                  <a:pt x="506410" y="5071651"/>
                </a:cubicBezTo>
                <a:lnTo>
                  <a:pt x="547264" y="5135957"/>
                </a:lnTo>
                <a:lnTo>
                  <a:pt x="546508" y="5135957"/>
                </a:lnTo>
                <a:cubicBezTo>
                  <a:pt x="519210" y="5093631"/>
                  <a:pt x="498031" y="5060711"/>
                  <a:pt x="479969" y="5031906"/>
                </a:cubicBezTo>
                <a:close/>
                <a:moveTo>
                  <a:pt x="438241" y="4962670"/>
                </a:moveTo>
                <a:lnTo>
                  <a:pt x="448489" y="4979674"/>
                </a:lnTo>
                <a:lnTo>
                  <a:pt x="443829" y="4972201"/>
                </a:lnTo>
                <a:close/>
                <a:moveTo>
                  <a:pt x="429496" y="4947754"/>
                </a:moveTo>
                <a:lnTo>
                  <a:pt x="438241" y="4962670"/>
                </a:lnTo>
                <a:lnTo>
                  <a:pt x="432139" y="4952545"/>
                </a:lnTo>
                <a:close/>
                <a:moveTo>
                  <a:pt x="1237061" y="4944461"/>
                </a:moveTo>
                <a:cubicBezTo>
                  <a:pt x="1252397" y="4944380"/>
                  <a:pt x="1267666" y="4945131"/>
                  <a:pt x="1282832" y="4947162"/>
                </a:cubicBezTo>
                <a:lnTo>
                  <a:pt x="1327459" y="4957428"/>
                </a:lnTo>
                <a:lnTo>
                  <a:pt x="1296571" y="4960289"/>
                </a:lnTo>
                <a:cubicBezTo>
                  <a:pt x="1217388" y="4967247"/>
                  <a:pt x="1180434" y="4967763"/>
                  <a:pt x="1109180" y="4959074"/>
                </a:cubicBezTo>
                <a:lnTo>
                  <a:pt x="1084969" y="4955841"/>
                </a:lnTo>
                <a:lnTo>
                  <a:pt x="1098249" y="4955524"/>
                </a:lnTo>
                <a:cubicBezTo>
                  <a:pt x="1144453" y="4952433"/>
                  <a:pt x="1191055" y="4944704"/>
                  <a:pt x="1237061" y="4944461"/>
                </a:cubicBezTo>
                <a:close/>
                <a:moveTo>
                  <a:pt x="479112" y="4914638"/>
                </a:moveTo>
                <a:lnTo>
                  <a:pt x="487911" y="4932147"/>
                </a:lnTo>
                <a:cubicBezTo>
                  <a:pt x="493324" y="4946079"/>
                  <a:pt x="497560" y="4960305"/>
                  <a:pt x="501325" y="4974649"/>
                </a:cubicBezTo>
                <a:lnTo>
                  <a:pt x="522414" y="5054989"/>
                </a:lnTo>
                <a:lnTo>
                  <a:pt x="518084" y="5043608"/>
                </a:lnTo>
                <a:cubicBezTo>
                  <a:pt x="509588" y="5019233"/>
                  <a:pt x="501093" y="4991414"/>
                  <a:pt x="488616" y="4948029"/>
                </a:cubicBezTo>
                <a:close/>
                <a:moveTo>
                  <a:pt x="4632926" y="4906943"/>
                </a:moveTo>
                <a:cubicBezTo>
                  <a:pt x="4625392" y="4914482"/>
                  <a:pt x="4617857" y="4914482"/>
                  <a:pt x="4610323" y="4910713"/>
                </a:cubicBezTo>
                <a:cubicBezTo>
                  <a:pt x="4414427" y="5136882"/>
                  <a:pt x="4365453" y="5189655"/>
                  <a:pt x="4165790" y="5385669"/>
                </a:cubicBezTo>
                <a:cubicBezTo>
                  <a:pt x="4165790" y="5389438"/>
                  <a:pt x="4165790" y="5389438"/>
                  <a:pt x="4165790" y="5389438"/>
                </a:cubicBezTo>
                <a:cubicBezTo>
                  <a:pt x="4165790" y="5393208"/>
                  <a:pt x="4165790" y="5393208"/>
                  <a:pt x="4165790" y="5393208"/>
                </a:cubicBezTo>
                <a:cubicBezTo>
                  <a:pt x="4165790" y="5396977"/>
                  <a:pt x="4165790" y="5396977"/>
                  <a:pt x="4165790" y="5396977"/>
                </a:cubicBezTo>
                <a:cubicBezTo>
                  <a:pt x="4165790" y="5404516"/>
                  <a:pt x="4165790" y="5404516"/>
                  <a:pt x="4165790" y="5404516"/>
                </a:cubicBezTo>
                <a:cubicBezTo>
                  <a:pt x="4162022" y="5408286"/>
                  <a:pt x="4162022" y="5408286"/>
                  <a:pt x="4162022" y="5408286"/>
                </a:cubicBezTo>
                <a:cubicBezTo>
                  <a:pt x="4162022" y="5412055"/>
                  <a:pt x="4162022" y="5412055"/>
                  <a:pt x="4162022" y="5412055"/>
                </a:cubicBezTo>
                <a:cubicBezTo>
                  <a:pt x="4162022" y="5415825"/>
                  <a:pt x="4162022" y="5415825"/>
                  <a:pt x="4162022" y="5415825"/>
                </a:cubicBezTo>
                <a:cubicBezTo>
                  <a:pt x="4158255" y="5415825"/>
                  <a:pt x="4158255" y="5415825"/>
                  <a:pt x="4158255" y="5415825"/>
                </a:cubicBezTo>
                <a:cubicBezTo>
                  <a:pt x="4158255" y="5419594"/>
                  <a:pt x="4158255" y="5419594"/>
                  <a:pt x="4158255" y="5419594"/>
                </a:cubicBezTo>
                <a:cubicBezTo>
                  <a:pt x="4158255" y="5423364"/>
                  <a:pt x="4158255" y="5423364"/>
                  <a:pt x="4158255" y="5423364"/>
                </a:cubicBezTo>
                <a:cubicBezTo>
                  <a:pt x="4154488" y="5423364"/>
                  <a:pt x="4154488" y="5423364"/>
                  <a:pt x="4154488" y="5423364"/>
                </a:cubicBezTo>
                <a:cubicBezTo>
                  <a:pt x="4259970" y="5600530"/>
                  <a:pt x="4301410" y="5664611"/>
                  <a:pt x="4399358" y="5822930"/>
                </a:cubicBezTo>
                <a:cubicBezTo>
                  <a:pt x="4406892" y="5819161"/>
                  <a:pt x="4414427" y="5815391"/>
                  <a:pt x="4421961" y="5819161"/>
                </a:cubicBezTo>
                <a:cubicBezTo>
                  <a:pt x="4644228" y="5615608"/>
                  <a:pt x="4678133" y="5585452"/>
                  <a:pt x="4870261" y="5374360"/>
                </a:cubicBezTo>
                <a:cubicBezTo>
                  <a:pt x="4870261" y="5370591"/>
                  <a:pt x="4870261" y="5370591"/>
                  <a:pt x="4870261" y="5370591"/>
                </a:cubicBezTo>
                <a:cubicBezTo>
                  <a:pt x="4870261" y="5366821"/>
                  <a:pt x="4870261" y="5366821"/>
                  <a:pt x="4870261" y="5366821"/>
                </a:cubicBezTo>
                <a:cubicBezTo>
                  <a:pt x="4870261" y="5363052"/>
                  <a:pt x="4870261" y="5363052"/>
                  <a:pt x="4870261" y="5363052"/>
                </a:cubicBezTo>
                <a:cubicBezTo>
                  <a:pt x="4870261" y="5359282"/>
                  <a:pt x="4870261" y="5359282"/>
                  <a:pt x="4870261" y="5359282"/>
                </a:cubicBezTo>
                <a:cubicBezTo>
                  <a:pt x="4870261" y="5351744"/>
                  <a:pt x="4870261" y="5351744"/>
                  <a:pt x="4870261" y="5351744"/>
                </a:cubicBezTo>
                <a:cubicBezTo>
                  <a:pt x="4874029" y="5351744"/>
                  <a:pt x="4874029" y="5351744"/>
                  <a:pt x="4874029" y="5351744"/>
                </a:cubicBezTo>
                <a:cubicBezTo>
                  <a:pt x="4874029" y="5347974"/>
                  <a:pt x="4874029" y="5347974"/>
                  <a:pt x="4874029" y="5347974"/>
                </a:cubicBezTo>
                <a:cubicBezTo>
                  <a:pt x="4874029" y="5344205"/>
                  <a:pt x="4874029" y="5344205"/>
                  <a:pt x="4874029" y="5344205"/>
                </a:cubicBezTo>
                <a:cubicBezTo>
                  <a:pt x="4877796" y="5340435"/>
                  <a:pt x="4877796" y="5340435"/>
                  <a:pt x="4877796" y="5340435"/>
                </a:cubicBezTo>
                <a:cubicBezTo>
                  <a:pt x="4881563" y="5336666"/>
                  <a:pt x="4881563" y="5336666"/>
                  <a:pt x="4881563" y="5336666"/>
                </a:cubicBezTo>
                <a:cubicBezTo>
                  <a:pt x="4764779" y="5144421"/>
                  <a:pt x="4764779" y="5144421"/>
                  <a:pt x="4632926" y="4906943"/>
                </a:cubicBezTo>
                <a:close/>
                <a:moveTo>
                  <a:pt x="6176850" y="4888751"/>
                </a:moveTo>
                <a:lnTo>
                  <a:pt x="6152165" y="4936323"/>
                </a:lnTo>
                <a:lnTo>
                  <a:pt x="6151025" y="4937839"/>
                </a:lnTo>
                <a:lnTo>
                  <a:pt x="6151213" y="4936719"/>
                </a:lnTo>
                <a:close/>
                <a:moveTo>
                  <a:pt x="3803213" y="4884718"/>
                </a:moveTo>
                <a:cubicBezTo>
                  <a:pt x="3591915" y="5091997"/>
                  <a:pt x="3546637" y="5137221"/>
                  <a:pt x="3342884" y="5303044"/>
                </a:cubicBezTo>
                <a:cubicBezTo>
                  <a:pt x="3342884" y="5306813"/>
                  <a:pt x="3342884" y="5306813"/>
                  <a:pt x="3342884" y="5306813"/>
                </a:cubicBezTo>
                <a:cubicBezTo>
                  <a:pt x="3342884" y="5310581"/>
                  <a:pt x="3342884" y="5310581"/>
                  <a:pt x="3342884" y="5310581"/>
                </a:cubicBezTo>
                <a:cubicBezTo>
                  <a:pt x="3342884" y="5314350"/>
                  <a:pt x="3342884" y="5314350"/>
                  <a:pt x="3342884" y="5314350"/>
                </a:cubicBezTo>
                <a:cubicBezTo>
                  <a:pt x="3342884" y="5318119"/>
                  <a:pt x="3342884" y="5318119"/>
                  <a:pt x="3342884" y="5318119"/>
                </a:cubicBezTo>
                <a:cubicBezTo>
                  <a:pt x="3342884" y="5325656"/>
                  <a:pt x="3342884" y="5325656"/>
                  <a:pt x="3342884" y="5325656"/>
                </a:cubicBezTo>
                <a:cubicBezTo>
                  <a:pt x="3339111" y="5329425"/>
                  <a:pt x="3339111" y="5329425"/>
                  <a:pt x="3339111" y="5329425"/>
                </a:cubicBezTo>
                <a:cubicBezTo>
                  <a:pt x="3339111" y="5333193"/>
                  <a:pt x="3339111" y="5333193"/>
                  <a:pt x="3339111" y="5333193"/>
                </a:cubicBezTo>
                <a:cubicBezTo>
                  <a:pt x="3335338" y="5336962"/>
                  <a:pt x="3335338" y="5336962"/>
                  <a:pt x="3335338" y="5336962"/>
                </a:cubicBezTo>
                <a:cubicBezTo>
                  <a:pt x="3335338" y="5340731"/>
                  <a:pt x="3335338" y="5340731"/>
                  <a:pt x="3335338" y="5340731"/>
                </a:cubicBezTo>
                <a:cubicBezTo>
                  <a:pt x="3335338" y="5344500"/>
                  <a:pt x="3335338" y="5344500"/>
                  <a:pt x="3335338" y="5344500"/>
                </a:cubicBezTo>
                <a:cubicBezTo>
                  <a:pt x="3444760" y="5544241"/>
                  <a:pt x="3486266" y="5619615"/>
                  <a:pt x="3595688" y="5811818"/>
                </a:cubicBezTo>
                <a:cubicBezTo>
                  <a:pt x="3599461" y="5811818"/>
                  <a:pt x="3599461" y="5811818"/>
                  <a:pt x="3603234" y="5811818"/>
                </a:cubicBezTo>
                <a:cubicBezTo>
                  <a:pt x="3610781" y="5808050"/>
                  <a:pt x="3610781" y="5808050"/>
                  <a:pt x="3618327" y="5811818"/>
                </a:cubicBezTo>
                <a:cubicBezTo>
                  <a:pt x="3852265" y="5642227"/>
                  <a:pt x="3897543" y="5612077"/>
                  <a:pt x="4108842" y="5423642"/>
                </a:cubicBezTo>
                <a:cubicBezTo>
                  <a:pt x="4108842" y="5419874"/>
                  <a:pt x="4108842" y="5419874"/>
                  <a:pt x="4108842" y="5419874"/>
                </a:cubicBezTo>
                <a:cubicBezTo>
                  <a:pt x="4108842" y="5416105"/>
                  <a:pt x="4108842" y="5416105"/>
                  <a:pt x="4108842" y="5416105"/>
                </a:cubicBezTo>
                <a:cubicBezTo>
                  <a:pt x="4108842" y="5412336"/>
                  <a:pt x="4108842" y="5412336"/>
                  <a:pt x="4108842" y="5412336"/>
                </a:cubicBezTo>
                <a:cubicBezTo>
                  <a:pt x="4108842" y="5404799"/>
                  <a:pt x="4108842" y="5404799"/>
                  <a:pt x="4108842" y="5404799"/>
                </a:cubicBezTo>
                <a:cubicBezTo>
                  <a:pt x="4108842" y="5397261"/>
                  <a:pt x="4108842" y="5397261"/>
                  <a:pt x="4108842" y="5397261"/>
                </a:cubicBezTo>
                <a:cubicBezTo>
                  <a:pt x="4112615" y="5397261"/>
                  <a:pt x="4112615" y="5397261"/>
                  <a:pt x="4112615" y="5397261"/>
                </a:cubicBezTo>
                <a:cubicBezTo>
                  <a:pt x="4112615" y="5393493"/>
                  <a:pt x="4112615" y="5393493"/>
                  <a:pt x="4112615" y="5393493"/>
                </a:cubicBezTo>
                <a:cubicBezTo>
                  <a:pt x="4112615" y="5389724"/>
                  <a:pt x="4112615" y="5389724"/>
                  <a:pt x="4112615" y="5389724"/>
                </a:cubicBezTo>
                <a:cubicBezTo>
                  <a:pt x="4116388" y="5389724"/>
                  <a:pt x="4116388" y="5389724"/>
                  <a:pt x="4116388" y="5389724"/>
                </a:cubicBezTo>
                <a:cubicBezTo>
                  <a:pt x="4116388" y="5385955"/>
                  <a:pt x="4116388" y="5385955"/>
                  <a:pt x="4116388" y="5385955"/>
                </a:cubicBezTo>
                <a:cubicBezTo>
                  <a:pt x="3991873" y="5171139"/>
                  <a:pt x="3973007" y="5137221"/>
                  <a:pt x="3829626" y="4884718"/>
                </a:cubicBezTo>
                <a:cubicBezTo>
                  <a:pt x="3829626" y="4884718"/>
                  <a:pt x="3825852" y="4884718"/>
                  <a:pt x="3822079" y="4884718"/>
                </a:cubicBezTo>
                <a:cubicBezTo>
                  <a:pt x="3814533" y="4888487"/>
                  <a:pt x="3810760" y="4888487"/>
                  <a:pt x="3803213" y="4884718"/>
                </a:cubicBezTo>
                <a:close/>
                <a:moveTo>
                  <a:pt x="382586" y="4868612"/>
                </a:moveTo>
                <a:lnTo>
                  <a:pt x="440405" y="4974689"/>
                </a:lnTo>
                <a:lnTo>
                  <a:pt x="500343" y="5078766"/>
                </a:lnTo>
                <a:lnTo>
                  <a:pt x="490538" y="5065693"/>
                </a:lnTo>
                <a:lnTo>
                  <a:pt x="491737" y="5067610"/>
                </a:lnTo>
                <a:lnTo>
                  <a:pt x="482701" y="5054076"/>
                </a:lnTo>
                <a:cubicBezTo>
                  <a:pt x="460174" y="5012642"/>
                  <a:pt x="433892" y="4964617"/>
                  <a:pt x="408079" y="4916591"/>
                </a:cubicBezTo>
                <a:close/>
                <a:moveTo>
                  <a:pt x="369852" y="4844620"/>
                </a:moveTo>
                <a:lnTo>
                  <a:pt x="370240" y="4845377"/>
                </a:lnTo>
                <a:lnTo>
                  <a:pt x="382586" y="4868612"/>
                </a:lnTo>
                <a:lnTo>
                  <a:pt x="373188" y="4851369"/>
                </a:lnTo>
                <a:close/>
                <a:moveTo>
                  <a:pt x="647174" y="4844515"/>
                </a:moveTo>
                <a:lnTo>
                  <a:pt x="650607" y="4850576"/>
                </a:lnTo>
                <a:cubicBezTo>
                  <a:pt x="653960" y="4859343"/>
                  <a:pt x="656430" y="4868876"/>
                  <a:pt x="658547" y="4878526"/>
                </a:cubicBezTo>
                <a:lnTo>
                  <a:pt x="662654" y="4896026"/>
                </a:lnTo>
                <a:lnTo>
                  <a:pt x="661432" y="4891942"/>
                </a:lnTo>
                <a:close/>
                <a:moveTo>
                  <a:pt x="1782970" y="4843443"/>
                </a:moveTo>
                <a:cubicBezTo>
                  <a:pt x="1733799" y="5080442"/>
                  <a:pt x="1669498" y="5291108"/>
                  <a:pt x="1593850" y="5452870"/>
                </a:cubicBezTo>
                <a:cubicBezTo>
                  <a:pt x="1597633" y="5456631"/>
                  <a:pt x="1597633" y="5456631"/>
                  <a:pt x="1597633" y="5456631"/>
                </a:cubicBezTo>
                <a:cubicBezTo>
                  <a:pt x="1597633" y="5460393"/>
                  <a:pt x="1597633" y="5460393"/>
                  <a:pt x="1597633" y="5460393"/>
                </a:cubicBezTo>
                <a:cubicBezTo>
                  <a:pt x="1601415" y="5464155"/>
                  <a:pt x="1601415" y="5464155"/>
                  <a:pt x="1601415" y="5464155"/>
                </a:cubicBezTo>
                <a:cubicBezTo>
                  <a:pt x="1820794" y="5437822"/>
                  <a:pt x="1832141" y="5437822"/>
                  <a:pt x="2021260" y="5377632"/>
                </a:cubicBezTo>
                <a:cubicBezTo>
                  <a:pt x="2017478" y="5373870"/>
                  <a:pt x="2017478" y="5373870"/>
                  <a:pt x="2017478" y="5373870"/>
                </a:cubicBezTo>
                <a:cubicBezTo>
                  <a:pt x="2017478" y="5366346"/>
                  <a:pt x="2013696" y="5351299"/>
                  <a:pt x="2028825" y="5343775"/>
                </a:cubicBezTo>
                <a:cubicBezTo>
                  <a:pt x="1911571" y="5087966"/>
                  <a:pt x="1873747" y="5008966"/>
                  <a:pt x="1794317" y="4843443"/>
                </a:cubicBezTo>
                <a:cubicBezTo>
                  <a:pt x="1790535" y="4843443"/>
                  <a:pt x="1790535" y="4843443"/>
                  <a:pt x="1790535" y="4843443"/>
                </a:cubicBezTo>
                <a:cubicBezTo>
                  <a:pt x="1786752" y="4843443"/>
                  <a:pt x="1786752" y="4843443"/>
                  <a:pt x="1786752" y="4843443"/>
                </a:cubicBezTo>
                <a:cubicBezTo>
                  <a:pt x="1782970" y="4843443"/>
                  <a:pt x="1782970" y="4843443"/>
                  <a:pt x="1782970" y="4843443"/>
                </a:cubicBezTo>
                <a:close/>
                <a:moveTo>
                  <a:pt x="5326053" y="4827568"/>
                </a:moveTo>
                <a:cubicBezTo>
                  <a:pt x="5318519" y="4835109"/>
                  <a:pt x="5314753" y="4835109"/>
                  <a:pt x="5307220" y="4835109"/>
                </a:cubicBezTo>
                <a:cubicBezTo>
                  <a:pt x="5137722" y="5065098"/>
                  <a:pt x="5096289" y="5121653"/>
                  <a:pt x="4919258" y="5329020"/>
                </a:cubicBezTo>
                <a:cubicBezTo>
                  <a:pt x="4919258" y="5332790"/>
                  <a:pt x="4919258" y="5332790"/>
                  <a:pt x="4919258" y="5332790"/>
                </a:cubicBezTo>
                <a:cubicBezTo>
                  <a:pt x="4919258" y="5336560"/>
                  <a:pt x="4919258" y="5336560"/>
                  <a:pt x="4919258" y="5336560"/>
                </a:cubicBezTo>
                <a:cubicBezTo>
                  <a:pt x="4919258" y="5340331"/>
                  <a:pt x="4919258" y="5340331"/>
                  <a:pt x="4919258" y="5340331"/>
                </a:cubicBezTo>
                <a:cubicBezTo>
                  <a:pt x="4919258" y="5344101"/>
                  <a:pt x="4919258" y="5344101"/>
                  <a:pt x="4919258" y="5344101"/>
                </a:cubicBezTo>
                <a:cubicBezTo>
                  <a:pt x="4919258" y="5347871"/>
                  <a:pt x="4919258" y="5347871"/>
                  <a:pt x="4919258" y="5347871"/>
                </a:cubicBezTo>
                <a:cubicBezTo>
                  <a:pt x="4915492" y="5351642"/>
                  <a:pt x="4915492" y="5351642"/>
                  <a:pt x="4915492" y="5351642"/>
                </a:cubicBezTo>
                <a:cubicBezTo>
                  <a:pt x="4915492" y="5355412"/>
                  <a:pt x="4915492" y="5355412"/>
                  <a:pt x="4915492" y="5355412"/>
                </a:cubicBezTo>
                <a:cubicBezTo>
                  <a:pt x="4915492" y="5359182"/>
                  <a:pt x="4915492" y="5359182"/>
                  <a:pt x="4915492" y="5359182"/>
                </a:cubicBezTo>
                <a:cubicBezTo>
                  <a:pt x="4911725" y="5362953"/>
                  <a:pt x="4911725" y="5362953"/>
                  <a:pt x="4911725" y="5362953"/>
                </a:cubicBezTo>
                <a:cubicBezTo>
                  <a:pt x="4911725" y="5366723"/>
                  <a:pt x="4911725" y="5366723"/>
                  <a:pt x="4911725" y="5366723"/>
                </a:cubicBezTo>
                <a:cubicBezTo>
                  <a:pt x="4998357" y="5513765"/>
                  <a:pt x="5024723" y="5555239"/>
                  <a:pt x="5111356" y="5672118"/>
                </a:cubicBezTo>
                <a:cubicBezTo>
                  <a:pt x="5115122" y="5668348"/>
                  <a:pt x="5122655" y="5664578"/>
                  <a:pt x="5130189" y="5664578"/>
                </a:cubicBezTo>
                <a:cubicBezTo>
                  <a:pt x="5318519" y="5445899"/>
                  <a:pt x="5348652" y="5415737"/>
                  <a:pt x="5510617" y="5197059"/>
                </a:cubicBezTo>
                <a:cubicBezTo>
                  <a:pt x="5510617" y="5193289"/>
                  <a:pt x="5510617" y="5193289"/>
                  <a:pt x="5510617" y="5193289"/>
                </a:cubicBezTo>
                <a:cubicBezTo>
                  <a:pt x="5510617" y="5189518"/>
                  <a:pt x="5510617" y="5189518"/>
                  <a:pt x="5510617" y="5189518"/>
                </a:cubicBezTo>
                <a:cubicBezTo>
                  <a:pt x="5510617" y="5185748"/>
                  <a:pt x="5510617" y="5185748"/>
                  <a:pt x="5510617" y="5185748"/>
                </a:cubicBezTo>
                <a:cubicBezTo>
                  <a:pt x="5510617" y="5181978"/>
                  <a:pt x="5510617" y="5181978"/>
                  <a:pt x="5510617" y="5181978"/>
                </a:cubicBezTo>
                <a:cubicBezTo>
                  <a:pt x="5514383" y="5178207"/>
                  <a:pt x="5514383" y="5178207"/>
                  <a:pt x="5514383" y="5178207"/>
                </a:cubicBezTo>
                <a:cubicBezTo>
                  <a:pt x="5514383" y="5174437"/>
                  <a:pt x="5514383" y="5174437"/>
                  <a:pt x="5514383" y="5174437"/>
                </a:cubicBezTo>
                <a:cubicBezTo>
                  <a:pt x="5518150" y="5170667"/>
                  <a:pt x="5518150" y="5170667"/>
                  <a:pt x="5518150" y="5170667"/>
                </a:cubicBezTo>
                <a:cubicBezTo>
                  <a:pt x="5518150" y="5166896"/>
                  <a:pt x="5518150" y="5166896"/>
                  <a:pt x="5518150" y="5166896"/>
                </a:cubicBezTo>
                <a:cubicBezTo>
                  <a:pt x="5518150" y="5163126"/>
                  <a:pt x="5518150" y="5163126"/>
                  <a:pt x="5518150" y="5163126"/>
                </a:cubicBezTo>
                <a:cubicBezTo>
                  <a:pt x="5435284" y="5027395"/>
                  <a:pt x="5427751" y="5008543"/>
                  <a:pt x="5326053" y="4827568"/>
                </a:cubicBezTo>
                <a:close/>
                <a:moveTo>
                  <a:pt x="329928" y="4763828"/>
                </a:moveTo>
                <a:lnTo>
                  <a:pt x="369852" y="4844620"/>
                </a:lnTo>
                <a:lnTo>
                  <a:pt x="336273" y="4779107"/>
                </a:lnTo>
                <a:cubicBezTo>
                  <a:pt x="336273" y="4779107"/>
                  <a:pt x="336273" y="4779107"/>
                  <a:pt x="335283" y="4776723"/>
                </a:cubicBezTo>
                <a:close/>
                <a:moveTo>
                  <a:pt x="2985140" y="4756131"/>
                </a:moveTo>
                <a:cubicBezTo>
                  <a:pt x="2781703" y="4933375"/>
                  <a:pt x="2740262" y="4971087"/>
                  <a:pt x="2548127" y="5103077"/>
                </a:cubicBezTo>
                <a:cubicBezTo>
                  <a:pt x="2548127" y="5106848"/>
                  <a:pt x="2548127" y="5106848"/>
                  <a:pt x="2548127" y="5106848"/>
                </a:cubicBezTo>
                <a:cubicBezTo>
                  <a:pt x="2548127" y="5110619"/>
                  <a:pt x="2548127" y="5110619"/>
                  <a:pt x="2548127" y="5110619"/>
                </a:cubicBezTo>
                <a:cubicBezTo>
                  <a:pt x="2548127" y="5114390"/>
                  <a:pt x="2548127" y="5114390"/>
                  <a:pt x="2548127" y="5114390"/>
                </a:cubicBezTo>
                <a:cubicBezTo>
                  <a:pt x="2548127" y="5118161"/>
                  <a:pt x="2548127" y="5118161"/>
                  <a:pt x="2548127" y="5118161"/>
                </a:cubicBezTo>
                <a:cubicBezTo>
                  <a:pt x="2548127" y="5121933"/>
                  <a:pt x="2548127" y="5121933"/>
                  <a:pt x="2548127" y="5121933"/>
                </a:cubicBezTo>
                <a:cubicBezTo>
                  <a:pt x="2544360" y="5129475"/>
                  <a:pt x="2544360" y="5129475"/>
                  <a:pt x="2544360" y="5129475"/>
                </a:cubicBezTo>
                <a:cubicBezTo>
                  <a:pt x="2544360" y="5133246"/>
                  <a:pt x="2544360" y="5133246"/>
                  <a:pt x="2544360" y="5133246"/>
                </a:cubicBezTo>
                <a:cubicBezTo>
                  <a:pt x="2540593" y="5137017"/>
                  <a:pt x="2540593" y="5137017"/>
                  <a:pt x="2540593" y="5137017"/>
                </a:cubicBezTo>
                <a:cubicBezTo>
                  <a:pt x="2540593" y="5140788"/>
                  <a:pt x="2540593" y="5140788"/>
                  <a:pt x="2540593" y="5140788"/>
                </a:cubicBezTo>
                <a:cubicBezTo>
                  <a:pt x="2536825" y="5140788"/>
                  <a:pt x="2536825" y="5140788"/>
                  <a:pt x="2536825" y="5140788"/>
                </a:cubicBezTo>
                <a:cubicBezTo>
                  <a:pt x="2713891" y="5487734"/>
                  <a:pt x="2713891" y="5487734"/>
                  <a:pt x="2793005" y="5642351"/>
                </a:cubicBezTo>
                <a:cubicBezTo>
                  <a:pt x="2800540" y="5642351"/>
                  <a:pt x="2804307" y="5642351"/>
                  <a:pt x="2815609" y="5649893"/>
                </a:cubicBezTo>
                <a:cubicBezTo>
                  <a:pt x="3068022" y="5499047"/>
                  <a:pt x="3075557" y="5491505"/>
                  <a:pt x="3286528" y="5333117"/>
                </a:cubicBezTo>
                <a:cubicBezTo>
                  <a:pt x="3286528" y="5329346"/>
                  <a:pt x="3286528" y="5329346"/>
                  <a:pt x="3286528" y="5329346"/>
                </a:cubicBezTo>
                <a:cubicBezTo>
                  <a:pt x="3286528" y="5325575"/>
                  <a:pt x="3286528" y="5325575"/>
                  <a:pt x="3286528" y="5325575"/>
                </a:cubicBezTo>
                <a:cubicBezTo>
                  <a:pt x="3286528" y="5321803"/>
                  <a:pt x="3286528" y="5321803"/>
                  <a:pt x="3286528" y="5321803"/>
                </a:cubicBezTo>
                <a:cubicBezTo>
                  <a:pt x="3286528" y="5318032"/>
                  <a:pt x="3286528" y="5318032"/>
                  <a:pt x="3286528" y="5318032"/>
                </a:cubicBezTo>
                <a:cubicBezTo>
                  <a:pt x="3286528" y="5310490"/>
                  <a:pt x="3286528" y="5310490"/>
                  <a:pt x="3286528" y="5310490"/>
                </a:cubicBezTo>
                <a:cubicBezTo>
                  <a:pt x="3290296" y="5310490"/>
                  <a:pt x="3290296" y="5310490"/>
                  <a:pt x="3290296" y="5310490"/>
                </a:cubicBezTo>
                <a:cubicBezTo>
                  <a:pt x="3290296" y="5306719"/>
                  <a:pt x="3290296" y="5306719"/>
                  <a:pt x="3290296" y="5306719"/>
                </a:cubicBezTo>
                <a:cubicBezTo>
                  <a:pt x="3290296" y="5302948"/>
                  <a:pt x="3290296" y="5302948"/>
                  <a:pt x="3290296" y="5302948"/>
                </a:cubicBezTo>
                <a:cubicBezTo>
                  <a:pt x="3294063" y="5299176"/>
                  <a:pt x="3294063" y="5299176"/>
                  <a:pt x="3294063" y="5299176"/>
                </a:cubicBezTo>
                <a:cubicBezTo>
                  <a:pt x="3199879" y="5118161"/>
                  <a:pt x="3105696" y="4940917"/>
                  <a:pt x="3007744" y="4759902"/>
                </a:cubicBezTo>
                <a:cubicBezTo>
                  <a:pt x="2996442" y="4763674"/>
                  <a:pt x="2988908" y="4759902"/>
                  <a:pt x="2985140" y="4756131"/>
                </a:cubicBezTo>
                <a:close/>
                <a:moveTo>
                  <a:pt x="320831" y="4741381"/>
                </a:moveTo>
                <a:lnTo>
                  <a:pt x="356091" y="4810357"/>
                </a:lnTo>
                <a:cubicBezTo>
                  <a:pt x="372009" y="4841330"/>
                  <a:pt x="385461" y="4867177"/>
                  <a:pt x="397714" y="4890131"/>
                </a:cubicBezTo>
                <a:lnTo>
                  <a:pt x="429496" y="4947754"/>
                </a:lnTo>
                <a:lnTo>
                  <a:pt x="398671" y="4895175"/>
                </a:lnTo>
                <a:cubicBezTo>
                  <a:pt x="384371" y="4869353"/>
                  <a:pt x="369749" y="4841441"/>
                  <a:pt x="351577" y="4805613"/>
                </a:cubicBezTo>
                <a:lnTo>
                  <a:pt x="326694" y="4756041"/>
                </a:lnTo>
                <a:lnTo>
                  <a:pt x="320913" y="4742124"/>
                </a:lnTo>
                <a:close/>
                <a:moveTo>
                  <a:pt x="320032" y="4739349"/>
                </a:moveTo>
                <a:lnTo>
                  <a:pt x="320786" y="4740969"/>
                </a:lnTo>
                <a:lnTo>
                  <a:pt x="320831" y="4741381"/>
                </a:lnTo>
                <a:lnTo>
                  <a:pt x="320594" y="4740917"/>
                </a:lnTo>
                <a:close/>
                <a:moveTo>
                  <a:pt x="298422" y="4698798"/>
                </a:moveTo>
                <a:lnTo>
                  <a:pt x="300391" y="4698798"/>
                </a:lnTo>
                <a:lnTo>
                  <a:pt x="302079" y="4702636"/>
                </a:lnTo>
                <a:cubicBezTo>
                  <a:pt x="302079" y="4704519"/>
                  <a:pt x="303027" y="4706401"/>
                  <a:pt x="304448" y="4709226"/>
                </a:cubicBezTo>
                <a:lnTo>
                  <a:pt x="304776" y="4709996"/>
                </a:lnTo>
                <a:lnTo>
                  <a:pt x="304801" y="4710093"/>
                </a:lnTo>
                <a:cubicBezTo>
                  <a:pt x="302930" y="4706328"/>
                  <a:pt x="301995" y="4704446"/>
                  <a:pt x="301059" y="4703034"/>
                </a:cubicBezTo>
                <a:lnTo>
                  <a:pt x="299581" y="4701361"/>
                </a:lnTo>
                <a:close/>
                <a:moveTo>
                  <a:pt x="2205465" y="4552931"/>
                </a:moveTo>
                <a:cubicBezTo>
                  <a:pt x="1994208" y="4707360"/>
                  <a:pt x="1982891" y="4714894"/>
                  <a:pt x="1809358" y="4809058"/>
                </a:cubicBezTo>
                <a:cubicBezTo>
                  <a:pt x="1809358" y="4812824"/>
                  <a:pt x="1809358" y="4812824"/>
                  <a:pt x="1809358" y="4812824"/>
                </a:cubicBezTo>
                <a:cubicBezTo>
                  <a:pt x="1809358" y="4816591"/>
                  <a:pt x="1809358" y="4816591"/>
                  <a:pt x="1809358" y="4816591"/>
                </a:cubicBezTo>
                <a:cubicBezTo>
                  <a:pt x="1809358" y="4820357"/>
                  <a:pt x="1809358" y="4820357"/>
                  <a:pt x="1809358" y="4820357"/>
                </a:cubicBezTo>
                <a:cubicBezTo>
                  <a:pt x="1809358" y="4824124"/>
                  <a:pt x="1809358" y="4824124"/>
                  <a:pt x="1809358" y="4824124"/>
                </a:cubicBezTo>
                <a:cubicBezTo>
                  <a:pt x="1809358" y="4827891"/>
                  <a:pt x="1809358" y="4827891"/>
                  <a:pt x="1809358" y="4827891"/>
                </a:cubicBezTo>
                <a:cubicBezTo>
                  <a:pt x="1805586" y="4831657"/>
                  <a:pt x="1805586" y="4831657"/>
                  <a:pt x="1805586" y="4831657"/>
                </a:cubicBezTo>
                <a:cubicBezTo>
                  <a:pt x="1805586" y="4835424"/>
                  <a:pt x="1805586" y="4835424"/>
                  <a:pt x="1805586" y="4835424"/>
                </a:cubicBezTo>
                <a:cubicBezTo>
                  <a:pt x="1801813" y="4835424"/>
                  <a:pt x="1801813" y="4835424"/>
                  <a:pt x="1801813" y="4835424"/>
                </a:cubicBezTo>
                <a:cubicBezTo>
                  <a:pt x="1922532" y="5084017"/>
                  <a:pt x="1922532" y="5084017"/>
                  <a:pt x="2039477" y="5340144"/>
                </a:cubicBezTo>
                <a:cubicBezTo>
                  <a:pt x="2043250" y="5340144"/>
                  <a:pt x="2050795" y="5340144"/>
                  <a:pt x="2058340" y="5351443"/>
                </a:cubicBezTo>
                <a:cubicBezTo>
                  <a:pt x="2288459" y="5249746"/>
                  <a:pt x="2299776" y="5245979"/>
                  <a:pt x="2495943" y="5125449"/>
                </a:cubicBezTo>
                <a:cubicBezTo>
                  <a:pt x="2495943" y="5121683"/>
                  <a:pt x="2495943" y="5121683"/>
                  <a:pt x="2495943" y="5121683"/>
                </a:cubicBezTo>
                <a:cubicBezTo>
                  <a:pt x="2492171" y="5117916"/>
                  <a:pt x="2492171" y="5117916"/>
                  <a:pt x="2492171" y="5117916"/>
                </a:cubicBezTo>
                <a:cubicBezTo>
                  <a:pt x="2492171" y="5114150"/>
                  <a:pt x="2492171" y="5114150"/>
                  <a:pt x="2492171" y="5114150"/>
                </a:cubicBezTo>
                <a:cubicBezTo>
                  <a:pt x="2495943" y="5114150"/>
                  <a:pt x="2495943" y="5114150"/>
                  <a:pt x="2495943" y="5114150"/>
                </a:cubicBezTo>
                <a:cubicBezTo>
                  <a:pt x="2495943" y="5106616"/>
                  <a:pt x="2495943" y="5106616"/>
                  <a:pt x="2495943" y="5106616"/>
                </a:cubicBezTo>
                <a:cubicBezTo>
                  <a:pt x="2495943" y="5102850"/>
                  <a:pt x="2495943" y="5102850"/>
                  <a:pt x="2495943" y="5102850"/>
                </a:cubicBezTo>
                <a:cubicBezTo>
                  <a:pt x="2495943" y="5099083"/>
                  <a:pt x="2495943" y="5099083"/>
                  <a:pt x="2495943" y="5099083"/>
                </a:cubicBezTo>
                <a:cubicBezTo>
                  <a:pt x="2499716" y="5099083"/>
                  <a:pt x="2499716" y="5099083"/>
                  <a:pt x="2499716" y="5099083"/>
                </a:cubicBezTo>
                <a:cubicBezTo>
                  <a:pt x="2499716" y="5095317"/>
                  <a:pt x="2499716" y="5095317"/>
                  <a:pt x="2499716" y="5095317"/>
                </a:cubicBezTo>
                <a:cubicBezTo>
                  <a:pt x="2499716" y="5091550"/>
                  <a:pt x="2499716" y="5091550"/>
                  <a:pt x="2499716" y="5091550"/>
                </a:cubicBezTo>
                <a:cubicBezTo>
                  <a:pt x="2503488" y="5091550"/>
                  <a:pt x="2503488" y="5091550"/>
                  <a:pt x="2503488" y="5091550"/>
                </a:cubicBezTo>
                <a:cubicBezTo>
                  <a:pt x="2386542" y="4861790"/>
                  <a:pt x="2345045" y="4778925"/>
                  <a:pt x="2228100" y="4556698"/>
                </a:cubicBezTo>
                <a:cubicBezTo>
                  <a:pt x="2216782" y="4560464"/>
                  <a:pt x="2209237" y="4556698"/>
                  <a:pt x="2205465" y="4552931"/>
                </a:cubicBezTo>
                <a:close/>
                <a:moveTo>
                  <a:pt x="6380199" y="4534930"/>
                </a:moveTo>
                <a:lnTo>
                  <a:pt x="6378022" y="4541215"/>
                </a:lnTo>
                <a:lnTo>
                  <a:pt x="6374735" y="4548527"/>
                </a:lnTo>
                <a:lnTo>
                  <a:pt x="6377937" y="4541098"/>
                </a:lnTo>
                <a:close/>
                <a:moveTo>
                  <a:pt x="396467" y="4525943"/>
                </a:moveTo>
                <a:lnTo>
                  <a:pt x="409125" y="4545338"/>
                </a:lnTo>
                <a:lnTo>
                  <a:pt x="396467" y="4527123"/>
                </a:lnTo>
                <a:close/>
                <a:moveTo>
                  <a:pt x="6367463" y="4495781"/>
                </a:moveTo>
                <a:cubicBezTo>
                  <a:pt x="6350390" y="4561733"/>
                  <a:pt x="6331421" y="4622975"/>
                  <a:pt x="6311029" y="4679034"/>
                </a:cubicBezTo>
                <a:lnTo>
                  <a:pt x="6280830" y="4755635"/>
                </a:lnTo>
                <a:lnTo>
                  <a:pt x="6249988" y="4819630"/>
                </a:lnTo>
                <a:cubicBezTo>
                  <a:pt x="6272582" y="4774482"/>
                  <a:pt x="6294235" y="4724630"/>
                  <a:pt x="6314005" y="4670076"/>
                </a:cubicBezTo>
                <a:lnTo>
                  <a:pt x="6364955" y="4498272"/>
                </a:lnTo>
                <a:close/>
                <a:moveTo>
                  <a:pt x="263525" y="4481493"/>
                </a:moveTo>
                <a:cubicBezTo>
                  <a:pt x="263525" y="4489026"/>
                  <a:pt x="263525" y="4489026"/>
                  <a:pt x="263525" y="4489026"/>
                </a:cubicBezTo>
                <a:cubicBezTo>
                  <a:pt x="263525" y="4492793"/>
                  <a:pt x="263525" y="4492793"/>
                  <a:pt x="263525" y="4492793"/>
                </a:cubicBezTo>
                <a:cubicBezTo>
                  <a:pt x="357877" y="4696179"/>
                  <a:pt x="361651" y="4707479"/>
                  <a:pt x="456002" y="4861902"/>
                </a:cubicBezTo>
                <a:cubicBezTo>
                  <a:pt x="456002" y="4858135"/>
                  <a:pt x="456002" y="4858135"/>
                  <a:pt x="456002" y="4858135"/>
                </a:cubicBezTo>
                <a:cubicBezTo>
                  <a:pt x="459776" y="4858135"/>
                  <a:pt x="459776" y="4858135"/>
                  <a:pt x="463550" y="4865668"/>
                </a:cubicBezTo>
                <a:cubicBezTo>
                  <a:pt x="429584" y="4718778"/>
                  <a:pt x="425810" y="4699946"/>
                  <a:pt x="384295" y="4522924"/>
                </a:cubicBezTo>
                <a:cubicBezTo>
                  <a:pt x="384295" y="4519157"/>
                  <a:pt x="384295" y="4519157"/>
                  <a:pt x="384295" y="4519157"/>
                </a:cubicBezTo>
                <a:cubicBezTo>
                  <a:pt x="380521" y="4519157"/>
                  <a:pt x="380521" y="4519157"/>
                  <a:pt x="380521" y="4519157"/>
                </a:cubicBezTo>
                <a:cubicBezTo>
                  <a:pt x="380521" y="4515391"/>
                  <a:pt x="380521" y="4515391"/>
                  <a:pt x="380521" y="4515391"/>
                </a:cubicBezTo>
                <a:cubicBezTo>
                  <a:pt x="339006" y="4530457"/>
                  <a:pt x="297492" y="4519157"/>
                  <a:pt x="263525" y="4481493"/>
                </a:cubicBezTo>
                <a:close/>
                <a:moveTo>
                  <a:pt x="6411913" y="4443393"/>
                </a:moveTo>
                <a:cubicBezTo>
                  <a:pt x="6411913" y="4443393"/>
                  <a:pt x="6411913" y="4443393"/>
                  <a:pt x="6411383" y="4444922"/>
                </a:cubicBezTo>
                <a:lnTo>
                  <a:pt x="6408146" y="4454265"/>
                </a:lnTo>
                <a:lnTo>
                  <a:pt x="6402549" y="4461959"/>
                </a:lnTo>
                <a:close/>
                <a:moveTo>
                  <a:pt x="1123745" y="4443393"/>
                </a:moveTo>
                <a:cubicBezTo>
                  <a:pt x="961521" y="4469785"/>
                  <a:pt x="950204" y="4473556"/>
                  <a:pt x="821934" y="4454704"/>
                </a:cubicBezTo>
                <a:cubicBezTo>
                  <a:pt x="821934" y="4458474"/>
                  <a:pt x="821934" y="4458474"/>
                  <a:pt x="821934" y="4458474"/>
                </a:cubicBezTo>
                <a:cubicBezTo>
                  <a:pt x="825706" y="4469785"/>
                  <a:pt x="821934" y="4477326"/>
                  <a:pt x="814388" y="4477326"/>
                </a:cubicBezTo>
                <a:cubicBezTo>
                  <a:pt x="893614" y="4684693"/>
                  <a:pt x="901159" y="4703545"/>
                  <a:pt x="984157" y="4922223"/>
                </a:cubicBezTo>
                <a:cubicBezTo>
                  <a:pt x="987930" y="4922223"/>
                  <a:pt x="987930" y="4922223"/>
                  <a:pt x="987930" y="4922223"/>
                </a:cubicBezTo>
                <a:cubicBezTo>
                  <a:pt x="987930" y="4925993"/>
                  <a:pt x="987930" y="4925993"/>
                  <a:pt x="991703" y="4925993"/>
                </a:cubicBezTo>
                <a:cubicBezTo>
                  <a:pt x="1048292" y="4797803"/>
                  <a:pt x="1093564" y="4635679"/>
                  <a:pt x="1135063" y="4454704"/>
                </a:cubicBezTo>
                <a:cubicBezTo>
                  <a:pt x="1131291" y="4450934"/>
                  <a:pt x="1131291" y="4450934"/>
                  <a:pt x="1131291" y="4450934"/>
                </a:cubicBezTo>
                <a:cubicBezTo>
                  <a:pt x="1127518" y="4447164"/>
                  <a:pt x="1127518" y="4447164"/>
                  <a:pt x="1127518" y="4447164"/>
                </a:cubicBezTo>
                <a:cubicBezTo>
                  <a:pt x="1123745" y="4443393"/>
                  <a:pt x="1123745" y="4443393"/>
                  <a:pt x="1123745" y="4443393"/>
                </a:cubicBezTo>
                <a:close/>
                <a:moveTo>
                  <a:pt x="6414226" y="4440608"/>
                </a:moveTo>
                <a:lnTo>
                  <a:pt x="6403899" y="4470092"/>
                </a:lnTo>
                <a:cubicBezTo>
                  <a:pt x="6400220" y="4480278"/>
                  <a:pt x="6396319" y="4490964"/>
                  <a:pt x="6392044" y="4502637"/>
                </a:cubicBezTo>
                <a:lnTo>
                  <a:pt x="6380199" y="4534930"/>
                </a:lnTo>
                <a:lnTo>
                  <a:pt x="6389208" y="4508926"/>
                </a:lnTo>
                <a:cubicBezTo>
                  <a:pt x="6398939" y="4480840"/>
                  <a:pt x="6404499" y="4464792"/>
                  <a:pt x="6407677" y="4455621"/>
                </a:cubicBezTo>
                <a:lnTo>
                  <a:pt x="6408146" y="4454265"/>
                </a:lnTo>
                <a:lnTo>
                  <a:pt x="6408796" y="4453372"/>
                </a:lnTo>
                <a:close/>
                <a:moveTo>
                  <a:pt x="6420136" y="4423734"/>
                </a:moveTo>
                <a:lnTo>
                  <a:pt x="6416278" y="4435785"/>
                </a:lnTo>
                <a:lnTo>
                  <a:pt x="6414226" y="4440608"/>
                </a:lnTo>
                <a:close/>
                <a:moveTo>
                  <a:pt x="494507" y="4397356"/>
                </a:moveTo>
                <a:cubicBezTo>
                  <a:pt x="460574" y="4453883"/>
                  <a:pt x="426641" y="4491568"/>
                  <a:pt x="388938" y="4510410"/>
                </a:cubicBezTo>
                <a:cubicBezTo>
                  <a:pt x="392709" y="4514178"/>
                  <a:pt x="392709" y="4514178"/>
                  <a:pt x="392709" y="4514178"/>
                </a:cubicBezTo>
                <a:cubicBezTo>
                  <a:pt x="392709" y="4517947"/>
                  <a:pt x="392709" y="4517947"/>
                  <a:pt x="392709" y="4517947"/>
                </a:cubicBezTo>
                <a:cubicBezTo>
                  <a:pt x="392709" y="4521715"/>
                  <a:pt x="392709" y="4521715"/>
                  <a:pt x="392709" y="4521715"/>
                </a:cubicBezTo>
                <a:lnTo>
                  <a:pt x="396467" y="4527123"/>
                </a:lnTo>
                <a:lnTo>
                  <a:pt x="396467" y="4529709"/>
                </a:lnTo>
                <a:cubicBezTo>
                  <a:pt x="396467" y="4533475"/>
                  <a:pt x="396467" y="4533475"/>
                  <a:pt x="396467" y="4533475"/>
                </a:cubicBezTo>
                <a:cubicBezTo>
                  <a:pt x="392702" y="4533475"/>
                  <a:pt x="392702" y="4533475"/>
                  <a:pt x="392702" y="4533475"/>
                </a:cubicBezTo>
                <a:cubicBezTo>
                  <a:pt x="392702" y="4529709"/>
                  <a:pt x="392702" y="4529709"/>
                  <a:pt x="392702" y="4529709"/>
                </a:cubicBezTo>
                <a:cubicBezTo>
                  <a:pt x="388938" y="4529709"/>
                  <a:pt x="388938" y="4529709"/>
                  <a:pt x="388938" y="4529709"/>
                </a:cubicBezTo>
                <a:cubicBezTo>
                  <a:pt x="456693" y="4834747"/>
                  <a:pt x="464222" y="4853577"/>
                  <a:pt x="479278" y="4891236"/>
                </a:cubicBezTo>
                <a:cubicBezTo>
                  <a:pt x="611025" y="5068233"/>
                  <a:pt x="618553" y="5079531"/>
                  <a:pt x="746535" y="5203805"/>
                </a:cubicBezTo>
                <a:cubicBezTo>
                  <a:pt x="746535" y="5200039"/>
                  <a:pt x="746535" y="5200039"/>
                  <a:pt x="746535" y="5200039"/>
                </a:cubicBezTo>
                <a:cubicBezTo>
                  <a:pt x="750299" y="5196273"/>
                  <a:pt x="750299" y="5196273"/>
                  <a:pt x="750299" y="5196273"/>
                </a:cubicBezTo>
                <a:cubicBezTo>
                  <a:pt x="754063" y="5200039"/>
                  <a:pt x="754063" y="5200039"/>
                  <a:pt x="754063" y="5200039"/>
                </a:cubicBezTo>
                <a:cubicBezTo>
                  <a:pt x="742771" y="5162380"/>
                  <a:pt x="723950" y="5109658"/>
                  <a:pt x="712657" y="5071999"/>
                </a:cubicBezTo>
                <a:cubicBezTo>
                  <a:pt x="701365" y="5030574"/>
                  <a:pt x="682544" y="4974085"/>
                  <a:pt x="671251" y="4932660"/>
                </a:cubicBezTo>
                <a:lnTo>
                  <a:pt x="662654" y="4896026"/>
                </a:lnTo>
                <a:lnTo>
                  <a:pt x="676000" y="4940625"/>
                </a:lnTo>
                <a:cubicBezTo>
                  <a:pt x="703357" y="5031996"/>
                  <a:pt x="721713" y="5092085"/>
                  <a:pt x="761247" y="5205194"/>
                </a:cubicBezTo>
                <a:cubicBezTo>
                  <a:pt x="761247" y="5208965"/>
                  <a:pt x="761247" y="5208965"/>
                  <a:pt x="761247" y="5208965"/>
                </a:cubicBezTo>
                <a:cubicBezTo>
                  <a:pt x="765013" y="5212735"/>
                  <a:pt x="765013" y="5212735"/>
                  <a:pt x="765013" y="5212735"/>
                </a:cubicBezTo>
                <a:cubicBezTo>
                  <a:pt x="768778" y="5216505"/>
                  <a:pt x="768778" y="5216505"/>
                  <a:pt x="768778" y="5216505"/>
                </a:cubicBezTo>
                <a:cubicBezTo>
                  <a:pt x="825256" y="5190113"/>
                  <a:pt x="881735" y="5129788"/>
                  <a:pt x="938213" y="5031760"/>
                </a:cubicBezTo>
                <a:cubicBezTo>
                  <a:pt x="919387" y="5009138"/>
                  <a:pt x="900561" y="4990287"/>
                  <a:pt x="881735" y="4963895"/>
                </a:cubicBezTo>
                <a:cubicBezTo>
                  <a:pt x="723595" y="4884718"/>
                  <a:pt x="723595" y="4884718"/>
                  <a:pt x="652056" y="4824393"/>
                </a:cubicBezTo>
                <a:cubicBezTo>
                  <a:pt x="652056" y="4828164"/>
                  <a:pt x="652056" y="4828164"/>
                  <a:pt x="652056" y="4828164"/>
                </a:cubicBezTo>
                <a:cubicBezTo>
                  <a:pt x="655821" y="4839474"/>
                  <a:pt x="648290" y="4835704"/>
                  <a:pt x="648290" y="4835704"/>
                </a:cubicBezTo>
                <a:cubicBezTo>
                  <a:pt x="644525" y="4835704"/>
                  <a:pt x="644525" y="4835704"/>
                  <a:pt x="644525" y="4835704"/>
                </a:cubicBezTo>
                <a:lnTo>
                  <a:pt x="647174" y="4844515"/>
                </a:lnTo>
                <a:lnTo>
                  <a:pt x="637374" y="4827215"/>
                </a:lnTo>
                <a:cubicBezTo>
                  <a:pt x="633610" y="4819683"/>
                  <a:pt x="629845" y="4812152"/>
                  <a:pt x="626081" y="4808386"/>
                </a:cubicBezTo>
                <a:cubicBezTo>
                  <a:pt x="510804" y="4689760"/>
                  <a:pt x="490630" y="4669165"/>
                  <a:pt x="426867" y="4572524"/>
                </a:cubicBezTo>
                <a:lnTo>
                  <a:pt x="409125" y="4545338"/>
                </a:lnTo>
                <a:lnTo>
                  <a:pt x="429499" y="4574658"/>
                </a:lnTo>
                <a:cubicBezTo>
                  <a:pt x="506407" y="4684348"/>
                  <a:pt x="527026" y="4704956"/>
                  <a:pt x="622698" y="4800581"/>
                </a:cubicBezTo>
                <a:cubicBezTo>
                  <a:pt x="622698" y="4796813"/>
                  <a:pt x="622698" y="4796813"/>
                  <a:pt x="622698" y="4796813"/>
                </a:cubicBezTo>
                <a:cubicBezTo>
                  <a:pt x="622698" y="4789276"/>
                  <a:pt x="622698" y="4789276"/>
                  <a:pt x="626468" y="4785507"/>
                </a:cubicBezTo>
                <a:cubicBezTo>
                  <a:pt x="626468" y="4785507"/>
                  <a:pt x="626468" y="4785507"/>
                  <a:pt x="630238" y="4789276"/>
                </a:cubicBezTo>
                <a:cubicBezTo>
                  <a:pt x="607616" y="4698833"/>
                  <a:pt x="569913" y="4582011"/>
                  <a:pt x="547291" y="4491568"/>
                </a:cubicBezTo>
                <a:cubicBezTo>
                  <a:pt x="528440" y="4461420"/>
                  <a:pt x="509588" y="4427504"/>
                  <a:pt x="494507" y="4397356"/>
                </a:cubicBezTo>
                <a:close/>
                <a:moveTo>
                  <a:pt x="600147" y="4371415"/>
                </a:moveTo>
                <a:lnTo>
                  <a:pt x="604456" y="4373666"/>
                </a:lnTo>
                <a:cubicBezTo>
                  <a:pt x="652398" y="4392981"/>
                  <a:pt x="702932" y="4405700"/>
                  <a:pt x="748047" y="4428784"/>
                </a:cubicBezTo>
                <a:lnTo>
                  <a:pt x="772008" y="4445822"/>
                </a:lnTo>
                <a:lnTo>
                  <a:pt x="750101" y="4439657"/>
                </a:lnTo>
                <a:cubicBezTo>
                  <a:pt x="688547" y="4421623"/>
                  <a:pt x="661108" y="4409110"/>
                  <a:pt x="610926" y="4378196"/>
                </a:cubicBezTo>
                <a:close/>
                <a:moveTo>
                  <a:pt x="168061" y="4355628"/>
                </a:moveTo>
                <a:lnTo>
                  <a:pt x="171420" y="4365445"/>
                </a:lnTo>
                <a:cubicBezTo>
                  <a:pt x="220841" y="4510193"/>
                  <a:pt x="232301" y="4543961"/>
                  <a:pt x="301059" y="4698798"/>
                </a:cubicBezTo>
                <a:lnTo>
                  <a:pt x="300391" y="4698798"/>
                </a:lnTo>
                <a:lnTo>
                  <a:pt x="270533" y="4630948"/>
                </a:lnTo>
                <a:cubicBezTo>
                  <a:pt x="256618" y="4599142"/>
                  <a:pt x="245286" y="4572846"/>
                  <a:pt x="235610" y="4549604"/>
                </a:cubicBezTo>
                <a:lnTo>
                  <a:pt x="213790" y="4494549"/>
                </a:lnTo>
                <a:lnTo>
                  <a:pt x="199577" y="4454647"/>
                </a:lnTo>
                <a:lnTo>
                  <a:pt x="190051" y="4427128"/>
                </a:lnTo>
                <a:cubicBezTo>
                  <a:pt x="183307" y="4406269"/>
                  <a:pt x="176372" y="4383548"/>
                  <a:pt x="168321" y="4356508"/>
                </a:cubicBezTo>
                <a:close/>
                <a:moveTo>
                  <a:pt x="5066825" y="4325918"/>
                </a:moveTo>
                <a:cubicBezTo>
                  <a:pt x="5066825" y="4329686"/>
                  <a:pt x="5066825" y="4329686"/>
                  <a:pt x="5066825" y="4329686"/>
                </a:cubicBezTo>
                <a:cubicBezTo>
                  <a:pt x="5063057" y="4329686"/>
                  <a:pt x="5059288" y="4329686"/>
                  <a:pt x="5059288" y="4329686"/>
                </a:cubicBezTo>
                <a:cubicBezTo>
                  <a:pt x="5025372" y="4687652"/>
                  <a:pt x="4972614" y="5023010"/>
                  <a:pt x="4908550" y="5316919"/>
                </a:cubicBezTo>
                <a:cubicBezTo>
                  <a:pt x="4908550" y="5320687"/>
                  <a:pt x="4908550" y="5320687"/>
                  <a:pt x="4908550" y="5320687"/>
                </a:cubicBezTo>
                <a:cubicBezTo>
                  <a:pt x="4912318" y="5320687"/>
                  <a:pt x="4912318" y="5320687"/>
                  <a:pt x="4912318" y="5320687"/>
                </a:cubicBezTo>
                <a:cubicBezTo>
                  <a:pt x="4916087" y="5324455"/>
                  <a:pt x="4916087" y="5324455"/>
                  <a:pt x="4916087" y="5324455"/>
                </a:cubicBezTo>
                <a:cubicBezTo>
                  <a:pt x="5112047" y="5087067"/>
                  <a:pt x="5138426" y="5056923"/>
                  <a:pt x="5304238" y="4827071"/>
                </a:cubicBezTo>
                <a:cubicBezTo>
                  <a:pt x="5304238" y="4823303"/>
                  <a:pt x="5304238" y="4823303"/>
                  <a:pt x="5304238" y="4823303"/>
                </a:cubicBezTo>
                <a:cubicBezTo>
                  <a:pt x="5300470" y="4811999"/>
                  <a:pt x="5300470" y="4800694"/>
                  <a:pt x="5311775" y="4778086"/>
                </a:cubicBezTo>
                <a:cubicBezTo>
                  <a:pt x="5240174" y="4646204"/>
                  <a:pt x="5240174" y="4646204"/>
                  <a:pt x="5066825" y="4325918"/>
                </a:cubicBezTo>
                <a:close/>
                <a:moveTo>
                  <a:pt x="5040093" y="4325918"/>
                </a:moveTo>
                <a:cubicBezTo>
                  <a:pt x="4870098" y="4567314"/>
                  <a:pt x="4828544" y="4623891"/>
                  <a:pt x="4650993" y="4846427"/>
                </a:cubicBezTo>
                <a:cubicBezTo>
                  <a:pt x="4658549" y="4869058"/>
                  <a:pt x="4650993" y="4887917"/>
                  <a:pt x="4643438" y="4899233"/>
                </a:cubicBezTo>
                <a:cubicBezTo>
                  <a:pt x="4768101" y="5125541"/>
                  <a:pt x="4805878" y="5189661"/>
                  <a:pt x="4885209" y="5329218"/>
                </a:cubicBezTo>
                <a:cubicBezTo>
                  <a:pt x="4888986" y="5329218"/>
                  <a:pt x="4888986" y="5329218"/>
                  <a:pt x="4888986" y="5329218"/>
                </a:cubicBezTo>
                <a:cubicBezTo>
                  <a:pt x="4888986" y="5325446"/>
                  <a:pt x="4888986" y="5325446"/>
                  <a:pt x="4888986" y="5325446"/>
                </a:cubicBezTo>
                <a:cubicBezTo>
                  <a:pt x="4892764" y="5325446"/>
                  <a:pt x="4892764" y="5325446"/>
                  <a:pt x="4892764" y="5325446"/>
                </a:cubicBezTo>
                <a:cubicBezTo>
                  <a:pt x="4896542" y="5321675"/>
                  <a:pt x="4896542" y="5321675"/>
                  <a:pt x="4896542" y="5321675"/>
                </a:cubicBezTo>
                <a:cubicBezTo>
                  <a:pt x="4964540" y="5023702"/>
                  <a:pt x="5017427" y="4688011"/>
                  <a:pt x="5051426" y="4333462"/>
                </a:cubicBezTo>
                <a:cubicBezTo>
                  <a:pt x="5043871" y="4329690"/>
                  <a:pt x="5043871" y="4329690"/>
                  <a:pt x="5043871" y="4329690"/>
                </a:cubicBezTo>
                <a:cubicBezTo>
                  <a:pt x="5040093" y="4325918"/>
                  <a:pt x="5040093" y="4325918"/>
                  <a:pt x="5040093" y="4325918"/>
                </a:cubicBezTo>
                <a:close/>
                <a:moveTo>
                  <a:pt x="4315548" y="4325918"/>
                </a:moveTo>
                <a:cubicBezTo>
                  <a:pt x="4311779" y="4329687"/>
                  <a:pt x="4311779" y="4329687"/>
                  <a:pt x="4311779" y="4329687"/>
                </a:cubicBezTo>
                <a:cubicBezTo>
                  <a:pt x="4308010" y="4329687"/>
                  <a:pt x="4304242" y="4329687"/>
                  <a:pt x="4304242" y="4329687"/>
                </a:cubicBezTo>
                <a:cubicBezTo>
                  <a:pt x="4270323" y="4706576"/>
                  <a:pt x="4217562" y="5057082"/>
                  <a:pt x="4149725" y="5369899"/>
                </a:cubicBezTo>
                <a:cubicBezTo>
                  <a:pt x="4153494" y="5369899"/>
                  <a:pt x="4153494" y="5369899"/>
                  <a:pt x="4153494" y="5369899"/>
                </a:cubicBezTo>
                <a:cubicBezTo>
                  <a:pt x="4157262" y="5373668"/>
                  <a:pt x="4157262" y="5373668"/>
                  <a:pt x="4157262" y="5373668"/>
                </a:cubicBezTo>
                <a:cubicBezTo>
                  <a:pt x="4379616" y="5158842"/>
                  <a:pt x="4413534" y="5124922"/>
                  <a:pt x="4605738" y="4902558"/>
                </a:cubicBezTo>
                <a:cubicBezTo>
                  <a:pt x="4598200" y="4883713"/>
                  <a:pt x="4598200" y="4868638"/>
                  <a:pt x="4613275" y="4849793"/>
                </a:cubicBezTo>
                <a:cubicBezTo>
                  <a:pt x="4439915" y="4544514"/>
                  <a:pt x="4409765" y="4491749"/>
                  <a:pt x="4315548" y="4325918"/>
                </a:cubicBezTo>
                <a:close/>
                <a:moveTo>
                  <a:pt x="4282852" y="4325918"/>
                </a:moveTo>
                <a:cubicBezTo>
                  <a:pt x="4078813" y="4567127"/>
                  <a:pt x="4041028" y="4612353"/>
                  <a:pt x="3844545" y="4819642"/>
                </a:cubicBezTo>
                <a:cubicBezTo>
                  <a:pt x="3852102" y="4838487"/>
                  <a:pt x="3852102" y="4853562"/>
                  <a:pt x="3840767" y="4868638"/>
                </a:cubicBezTo>
                <a:cubicBezTo>
                  <a:pt x="3840767" y="4872407"/>
                  <a:pt x="3840767" y="4872407"/>
                  <a:pt x="3840767" y="4872407"/>
                </a:cubicBezTo>
                <a:cubicBezTo>
                  <a:pt x="3836988" y="4876175"/>
                  <a:pt x="3836988" y="4876175"/>
                  <a:pt x="3836988" y="4876175"/>
                </a:cubicBezTo>
                <a:cubicBezTo>
                  <a:pt x="3973014" y="5109846"/>
                  <a:pt x="3995686" y="5151304"/>
                  <a:pt x="4127933" y="5373668"/>
                </a:cubicBezTo>
                <a:cubicBezTo>
                  <a:pt x="4131712" y="5373668"/>
                  <a:pt x="4131712" y="5373668"/>
                  <a:pt x="4131712" y="5373668"/>
                </a:cubicBezTo>
                <a:cubicBezTo>
                  <a:pt x="4135490" y="5373668"/>
                  <a:pt x="4135490" y="5373668"/>
                  <a:pt x="4135490" y="5373668"/>
                </a:cubicBezTo>
                <a:cubicBezTo>
                  <a:pt x="4135490" y="5369899"/>
                  <a:pt x="4135490" y="5369899"/>
                  <a:pt x="4135490" y="5369899"/>
                </a:cubicBezTo>
                <a:cubicBezTo>
                  <a:pt x="4139269" y="5369899"/>
                  <a:pt x="4139269" y="5369899"/>
                  <a:pt x="4139269" y="5369899"/>
                </a:cubicBezTo>
                <a:cubicBezTo>
                  <a:pt x="4207282" y="5057082"/>
                  <a:pt x="4260181" y="4706576"/>
                  <a:pt x="4294188" y="4329687"/>
                </a:cubicBezTo>
                <a:cubicBezTo>
                  <a:pt x="4290410" y="4329687"/>
                  <a:pt x="4290410" y="4329687"/>
                  <a:pt x="4290410" y="4329687"/>
                </a:cubicBezTo>
                <a:cubicBezTo>
                  <a:pt x="4286631" y="4329687"/>
                  <a:pt x="4286631" y="4329687"/>
                  <a:pt x="4286631" y="4329687"/>
                </a:cubicBezTo>
                <a:cubicBezTo>
                  <a:pt x="4282852" y="4325918"/>
                  <a:pt x="4282852" y="4325918"/>
                  <a:pt x="4282852" y="4325918"/>
                </a:cubicBezTo>
                <a:close/>
                <a:moveTo>
                  <a:pt x="147639" y="4295940"/>
                </a:moveTo>
                <a:lnTo>
                  <a:pt x="150456" y="4295940"/>
                </a:lnTo>
                <a:lnTo>
                  <a:pt x="168061" y="4355628"/>
                </a:lnTo>
                <a:close/>
                <a:moveTo>
                  <a:pt x="146689" y="4295940"/>
                </a:moveTo>
                <a:lnTo>
                  <a:pt x="147489" y="4295940"/>
                </a:lnTo>
                <a:lnTo>
                  <a:pt x="176365" y="4389480"/>
                </a:lnTo>
                <a:lnTo>
                  <a:pt x="199577" y="4454647"/>
                </a:lnTo>
                <a:lnTo>
                  <a:pt x="210632" y="4486579"/>
                </a:lnTo>
                <a:lnTo>
                  <a:pt x="213790" y="4494549"/>
                </a:lnTo>
                <a:lnTo>
                  <a:pt x="234157" y="4551727"/>
                </a:lnTo>
                <a:cubicBezTo>
                  <a:pt x="246411" y="4581409"/>
                  <a:pt x="258429" y="4609618"/>
                  <a:pt x="270263" y="4636576"/>
                </a:cubicBezTo>
                <a:lnTo>
                  <a:pt x="298422" y="4698798"/>
                </a:lnTo>
                <a:lnTo>
                  <a:pt x="297317" y="4698798"/>
                </a:lnTo>
                <a:lnTo>
                  <a:pt x="299581" y="4701361"/>
                </a:lnTo>
                <a:lnTo>
                  <a:pt x="305263" y="4713915"/>
                </a:lnTo>
                <a:lnTo>
                  <a:pt x="312074" y="4727698"/>
                </a:lnTo>
                <a:lnTo>
                  <a:pt x="328613" y="4770418"/>
                </a:lnTo>
                <a:cubicBezTo>
                  <a:pt x="298289" y="4706401"/>
                  <a:pt x="264174" y="4619790"/>
                  <a:pt x="233849" y="4552008"/>
                </a:cubicBezTo>
                <a:cubicBezTo>
                  <a:pt x="211106" y="4491757"/>
                  <a:pt x="180781" y="4405146"/>
                  <a:pt x="158038" y="4337363"/>
                </a:cubicBezTo>
                <a:cubicBezTo>
                  <a:pt x="156142" y="4329832"/>
                  <a:pt x="153299" y="4320418"/>
                  <a:pt x="150456" y="4311003"/>
                </a:cubicBezTo>
                <a:lnTo>
                  <a:pt x="148220" y="4303228"/>
                </a:lnTo>
                <a:close/>
                <a:moveTo>
                  <a:pt x="146666" y="4295830"/>
                </a:moveTo>
                <a:lnTo>
                  <a:pt x="146689" y="4295940"/>
                </a:lnTo>
                <a:lnTo>
                  <a:pt x="146666" y="4295940"/>
                </a:lnTo>
                <a:close/>
                <a:moveTo>
                  <a:pt x="144985" y="4287828"/>
                </a:moveTo>
                <a:lnTo>
                  <a:pt x="146666" y="4293273"/>
                </a:lnTo>
                <a:lnTo>
                  <a:pt x="146666" y="4295830"/>
                </a:lnTo>
                <a:close/>
                <a:moveTo>
                  <a:pt x="144002" y="4284643"/>
                </a:moveTo>
                <a:lnTo>
                  <a:pt x="144316" y="4284643"/>
                </a:lnTo>
                <a:lnTo>
                  <a:pt x="144985" y="4287828"/>
                </a:lnTo>
                <a:close/>
                <a:moveTo>
                  <a:pt x="6323412" y="4280529"/>
                </a:moveTo>
                <a:lnTo>
                  <a:pt x="6301490" y="4330903"/>
                </a:lnTo>
                <a:lnTo>
                  <a:pt x="6303177" y="4321736"/>
                </a:lnTo>
                <a:cubicBezTo>
                  <a:pt x="6305890" y="4313554"/>
                  <a:pt x="6309665" y="4305195"/>
                  <a:pt x="6313911" y="4296953"/>
                </a:cubicBezTo>
                <a:close/>
                <a:moveTo>
                  <a:pt x="6466454" y="4279071"/>
                </a:moveTo>
                <a:lnTo>
                  <a:pt x="6461850" y="4294123"/>
                </a:lnTo>
                <a:cubicBezTo>
                  <a:pt x="6445844" y="4346097"/>
                  <a:pt x="6434806" y="4380717"/>
                  <a:pt x="6424562" y="4411097"/>
                </a:cubicBezTo>
                <a:lnTo>
                  <a:pt x="6420136" y="4423734"/>
                </a:lnTo>
                <a:lnTo>
                  <a:pt x="6448326" y="4335690"/>
                </a:lnTo>
                <a:close/>
                <a:moveTo>
                  <a:pt x="5669950" y="4262418"/>
                </a:moveTo>
                <a:cubicBezTo>
                  <a:pt x="5526511" y="4496229"/>
                  <a:pt x="5492538" y="4552797"/>
                  <a:pt x="5341549" y="4771523"/>
                </a:cubicBezTo>
                <a:cubicBezTo>
                  <a:pt x="5341549" y="4775294"/>
                  <a:pt x="5341549" y="4775294"/>
                  <a:pt x="5341549" y="4775294"/>
                </a:cubicBezTo>
                <a:cubicBezTo>
                  <a:pt x="5345324" y="4775294"/>
                  <a:pt x="5345324" y="4775294"/>
                  <a:pt x="5345324" y="4775294"/>
                </a:cubicBezTo>
                <a:cubicBezTo>
                  <a:pt x="5345324" y="4782837"/>
                  <a:pt x="5349099" y="4797921"/>
                  <a:pt x="5334000" y="4820548"/>
                </a:cubicBezTo>
                <a:cubicBezTo>
                  <a:pt x="5420819" y="4978936"/>
                  <a:pt x="5447242" y="5024190"/>
                  <a:pt x="5526511" y="5156180"/>
                </a:cubicBezTo>
                <a:cubicBezTo>
                  <a:pt x="5526511" y="5152409"/>
                  <a:pt x="5526511" y="5152409"/>
                  <a:pt x="5526511" y="5152409"/>
                </a:cubicBezTo>
                <a:cubicBezTo>
                  <a:pt x="5530286" y="5152409"/>
                  <a:pt x="5530286" y="5152409"/>
                  <a:pt x="5530286" y="5152409"/>
                </a:cubicBezTo>
                <a:cubicBezTo>
                  <a:pt x="5534060" y="5148638"/>
                  <a:pt x="5534060" y="5148638"/>
                  <a:pt x="5534060" y="5148638"/>
                </a:cubicBezTo>
                <a:cubicBezTo>
                  <a:pt x="5534060" y="5144867"/>
                  <a:pt x="5534060" y="5144867"/>
                  <a:pt x="5534060" y="5144867"/>
                </a:cubicBezTo>
                <a:cubicBezTo>
                  <a:pt x="5598231" y="4884658"/>
                  <a:pt x="5643527" y="4582966"/>
                  <a:pt x="5673725" y="4266189"/>
                </a:cubicBezTo>
                <a:cubicBezTo>
                  <a:pt x="5673725" y="4262418"/>
                  <a:pt x="5673725" y="4262418"/>
                  <a:pt x="5673725" y="4262418"/>
                </a:cubicBezTo>
                <a:cubicBezTo>
                  <a:pt x="5669950" y="4262418"/>
                  <a:pt x="5669950" y="4262418"/>
                  <a:pt x="5669950" y="4262418"/>
                </a:cubicBezTo>
                <a:close/>
                <a:moveTo>
                  <a:pt x="3487209" y="4259243"/>
                </a:moveTo>
                <a:cubicBezTo>
                  <a:pt x="3483442" y="4263007"/>
                  <a:pt x="3483442" y="4263007"/>
                  <a:pt x="3483442" y="4263007"/>
                </a:cubicBezTo>
                <a:cubicBezTo>
                  <a:pt x="3479675" y="4263007"/>
                  <a:pt x="3475908" y="4266771"/>
                  <a:pt x="3475908" y="4266771"/>
                </a:cubicBezTo>
                <a:cubicBezTo>
                  <a:pt x="3442003" y="4631861"/>
                  <a:pt x="3393030" y="4978132"/>
                  <a:pt x="3328988" y="5286766"/>
                </a:cubicBezTo>
                <a:cubicBezTo>
                  <a:pt x="3332755" y="5286766"/>
                  <a:pt x="3332755" y="5286766"/>
                  <a:pt x="3332755" y="5286766"/>
                </a:cubicBezTo>
                <a:cubicBezTo>
                  <a:pt x="3336522" y="5290529"/>
                  <a:pt x="3336522" y="5290529"/>
                  <a:pt x="3336522" y="5290529"/>
                </a:cubicBezTo>
                <a:cubicBezTo>
                  <a:pt x="3336522" y="5294293"/>
                  <a:pt x="3336522" y="5294293"/>
                  <a:pt x="3336522" y="5294293"/>
                </a:cubicBezTo>
                <a:cubicBezTo>
                  <a:pt x="3562552" y="5106102"/>
                  <a:pt x="3596457" y="5075992"/>
                  <a:pt x="3796117" y="4872746"/>
                </a:cubicBezTo>
                <a:cubicBezTo>
                  <a:pt x="3788582" y="4850163"/>
                  <a:pt x="3796117" y="4835107"/>
                  <a:pt x="3799884" y="4823816"/>
                </a:cubicBezTo>
                <a:cubicBezTo>
                  <a:pt x="3803651" y="4823816"/>
                  <a:pt x="3803651" y="4823816"/>
                  <a:pt x="3803651" y="4823816"/>
                </a:cubicBezTo>
                <a:cubicBezTo>
                  <a:pt x="3803651" y="4820052"/>
                  <a:pt x="3803651" y="4820052"/>
                  <a:pt x="3803651" y="4820052"/>
                </a:cubicBezTo>
                <a:cubicBezTo>
                  <a:pt x="3611526" y="4477545"/>
                  <a:pt x="3600224" y="4454962"/>
                  <a:pt x="3487209" y="4259243"/>
                </a:cubicBezTo>
                <a:close/>
                <a:moveTo>
                  <a:pt x="135905" y="4255808"/>
                </a:moveTo>
                <a:lnTo>
                  <a:pt x="137159" y="4259897"/>
                </a:lnTo>
                <a:lnTo>
                  <a:pt x="136011" y="4258759"/>
                </a:lnTo>
                <a:lnTo>
                  <a:pt x="135905" y="4258416"/>
                </a:lnTo>
                <a:close/>
                <a:moveTo>
                  <a:pt x="137251" y="4254880"/>
                </a:moveTo>
                <a:lnTo>
                  <a:pt x="139402" y="4254880"/>
                </a:lnTo>
                <a:lnTo>
                  <a:pt x="139700" y="4262415"/>
                </a:lnTo>
                <a:close/>
                <a:moveTo>
                  <a:pt x="3452624" y="4254481"/>
                </a:moveTo>
                <a:cubicBezTo>
                  <a:pt x="3256743" y="4477015"/>
                  <a:pt x="3215306" y="4522276"/>
                  <a:pt x="3026959" y="4703321"/>
                </a:cubicBezTo>
                <a:cubicBezTo>
                  <a:pt x="3030726" y="4714636"/>
                  <a:pt x="3034493" y="4733495"/>
                  <a:pt x="3019425" y="4752353"/>
                </a:cubicBezTo>
                <a:cubicBezTo>
                  <a:pt x="3113599" y="4933398"/>
                  <a:pt x="3211539" y="5110671"/>
                  <a:pt x="3305713" y="5287943"/>
                </a:cubicBezTo>
                <a:cubicBezTo>
                  <a:pt x="3309480" y="5287943"/>
                  <a:pt x="3309480" y="5287943"/>
                  <a:pt x="3309480" y="5287943"/>
                </a:cubicBezTo>
                <a:cubicBezTo>
                  <a:pt x="3313247" y="5287943"/>
                  <a:pt x="3313247" y="5287943"/>
                  <a:pt x="3313247" y="5287943"/>
                </a:cubicBezTo>
                <a:cubicBezTo>
                  <a:pt x="3317014" y="5284171"/>
                  <a:pt x="3317014" y="5284171"/>
                  <a:pt x="3317014" y="5284171"/>
                </a:cubicBezTo>
                <a:cubicBezTo>
                  <a:pt x="3381052" y="4978659"/>
                  <a:pt x="3430022" y="4631657"/>
                  <a:pt x="3463925" y="4265797"/>
                </a:cubicBezTo>
                <a:cubicBezTo>
                  <a:pt x="3460158" y="4262025"/>
                  <a:pt x="3460158" y="4262025"/>
                  <a:pt x="3460158" y="4262025"/>
                </a:cubicBezTo>
                <a:cubicBezTo>
                  <a:pt x="3456391" y="4262025"/>
                  <a:pt x="3456391" y="4262025"/>
                  <a:pt x="3456391" y="4262025"/>
                </a:cubicBezTo>
                <a:cubicBezTo>
                  <a:pt x="3452624" y="4258253"/>
                  <a:pt x="3452624" y="4258253"/>
                  <a:pt x="3452624" y="4258253"/>
                </a:cubicBezTo>
                <a:cubicBezTo>
                  <a:pt x="3452624" y="4254481"/>
                  <a:pt x="3452624" y="4254481"/>
                  <a:pt x="3452624" y="4254481"/>
                </a:cubicBezTo>
                <a:close/>
                <a:moveTo>
                  <a:pt x="135508" y="4249515"/>
                </a:moveTo>
                <a:lnTo>
                  <a:pt x="137251" y="4254880"/>
                </a:lnTo>
                <a:lnTo>
                  <a:pt x="135920" y="4254880"/>
                </a:lnTo>
                <a:cubicBezTo>
                  <a:pt x="135920" y="4254880"/>
                  <a:pt x="135920" y="4254880"/>
                  <a:pt x="135920" y="4251111"/>
                </a:cubicBezTo>
                <a:close/>
                <a:moveTo>
                  <a:pt x="6485791" y="4213468"/>
                </a:moveTo>
                <a:lnTo>
                  <a:pt x="6480374" y="4235595"/>
                </a:lnTo>
                <a:lnTo>
                  <a:pt x="6466454" y="4279071"/>
                </a:lnTo>
                <a:lnTo>
                  <a:pt x="6479666" y="4235878"/>
                </a:lnTo>
                <a:close/>
                <a:moveTo>
                  <a:pt x="126063" y="4212994"/>
                </a:moveTo>
                <a:lnTo>
                  <a:pt x="135508" y="4249515"/>
                </a:lnTo>
                <a:lnTo>
                  <a:pt x="132387" y="4239915"/>
                </a:lnTo>
                <a:close/>
                <a:moveTo>
                  <a:pt x="164689" y="4192994"/>
                </a:moveTo>
                <a:lnTo>
                  <a:pt x="179488" y="4247366"/>
                </a:lnTo>
                <a:cubicBezTo>
                  <a:pt x="190799" y="4285466"/>
                  <a:pt x="204230" y="4325683"/>
                  <a:pt x="225350" y="4386273"/>
                </a:cubicBezTo>
                <a:lnTo>
                  <a:pt x="232649" y="4407069"/>
                </a:lnTo>
                <a:lnTo>
                  <a:pt x="227349" y="4392614"/>
                </a:lnTo>
                <a:cubicBezTo>
                  <a:pt x="202139" y="4323382"/>
                  <a:pt x="188654" y="4283481"/>
                  <a:pt x="173762" y="4228149"/>
                </a:cubicBezTo>
                <a:close/>
                <a:moveTo>
                  <a:pt x="115293" y="4187318"/>
                </a:moveTo>
                <a:lnTo>
                  <a:pt x="132387" y="4239915"/>
                </a:lnTo>
                <a:lnTo>
                  <a:pt x="135905" y="4254889"/>
                </a:lnTo>
                <a:lnTo>
                  <a:pt x="135905" y="4255808"/>
                </a:lnTo>
                <a:lnTo>
                  <a:pt x="117486" y="4195746"/>
                </a:lnTo>
                <a:close/>
                <a:moveTo>
                  <a:pt x="107665" y="4163850"/>
                </a:moveTo>
                <a:lnTo>
                  <a:pt x="108356" y="4165975"/>
                </a:lnTo>
                <a:lnTo>
                  <a:pt x="117486" y="4195746"/>
                </a:lnTo>
                <a:lnTo>
                  <a:pt x="122461" y="4214866"/>
                </a:lnTo>
                <a:lnTo>
                  <a:pt x="135905" y="4258416"/>
                </a:lnTo>
                <a:lnTo>
                  <a:pt x="135905" y="4258654"/>
                </a:lnTo>
                <a:lnTo>
                  <a:pt x="136011" y="4258759"/>
                </a:lnTo>
                <a:lnTo>
                  <a:pt x="139171" y="4268996"/>
                </a:lnTo>
                <a:lnTo>
                  <a:pt x="139171" y="4270236"/>
                </a:lnTo>
                <a:lnTo>
                  <a:pt x="139730" y="4270806"/>
                </a:lnTo>
                <a:lnTo>
                  <a:pt x="144002" y="4284643"/>
                </a:lnTo>
                <a:lnTo>
                  <a:pt x="142875" y="4284643"/>
                </a:lnTo>
                <a:lnTo>
                  <a:pt x="148220" y="4303228"/>
                </a:lnTo>
                <a:lnTo>
                  <a:pt x="153988" y="4330681"/>
                </a:lnTo>
                <a:cubicBezTo>
                  <a:pt x="135467" y="4266458"/>
                  <a:pt x="125281" y="4231513"/>
                  <a:pt x="115094" y="4192790"/>
                </a:cubicBezTo>
                <a:close/>
                <a:moveTo>
                  <a:pt x="2669382" y="4141768"/>
                </a:moveTo>
                <a:cubicBezTo>
                  <a:pt x="2665611" y="4145539"/>
                  <a:pt x="2665611" y="4145539"/>
                  <a:pt x="2665611" y="4145539"/>
                </a:cubicBezTo>
                <a:cubicBezTo>
                  <a:pt x="2635449" y="4481167"/>
                  <a:pt x="2590205" y="4801710"/>
                  <a:pt x="2533650" y="5084542"/>
                </a:cubicBezTo>
                <a:cubicBezTo>
                  <a:pt x="2537421" y="5088313"/>
                  <a:pt x="2537421" y="5088313"/>
                  <a:pt x="2537421" y="5088313"/>
                </a:cubicBezTo>
                <a:cubicBezTo>
                  <a:pt x="2537421" y="5092084"/>
                  <a:pt x="2537421" y="5092084"/>
                  <a:pt x="2537421" y="5092084"/>
                </a:cubicBezTo>
                <a:cubicBezTo>
                  <a:pt x="2541191" y="5092084"/>
                  <a:pt x="2541191" y="5092084"/>
                  <a:pt x="2541191" y="5092084"/>
                </a:cubicBezTo>
                <a:cubicBezTo>
                  <a:pt x="2541191" y="5095855"/>
                  <a:pt x="2541191" y="5095855"/>
                  <a:pt x="2541191" y="5095855"/>
                </a:cubicBezTo>
                <a:cubicBezTo>
                  <a:pt x="2752329" y="4941240"/>
                  <a:pt x="2786261" y="4918614"/>
                  <a:pt x="2978548" y="4748914"/>
                </a:cubicBezTo>
                <a:cubicBezTo>
                  <a:pt x="2971007" y="4730059"/>
                  <a:pt x="2974777" y="4714975"/>
                  <a:pt x="2986088" y="4696119"/>
                </a:cubicBezTo>
                <a:cubicBezTo>
                  <a:pt x="2861668" y="4469853"/>
                  <a:pt x="2816424" y="4383118"/>
                  <a:pt x="2673152" y="4141768"/>
                </a:cubicBezTo>
                <a:cubicBezTo>
                  <a:pt x="2669382" y="4141768"/>
                  <a:pt x="2669382" y="4141768"/>
                  <a:pt x="2669382" y="4141768"/>
                </a:cubicBezTo>
                <a:close/>
                <a:moveTo>
                  <a:pt x="211138" y="4138593"/>
                </a:moveTo>
                <a:lnTo>
                  <a:pt x="213512" y="4142712"/>
                </a:lnTo>
                <a:lnTo>
                  <a:pt x="226558" y="4210679"/>
                </a:lnTo>
                <a:cubicBezTo>
                  <a:pt x="230486" y="4237771"/>
                  <a:pt x="233418" y="4265099"/>
                  <a:pt x="235997" y="4292426"/>
                </a:cubicBezTo>
                <a:lnTo>
                  <a:pt x="247855" y="4409498"/>
                </a:lnTo>
                <a:lnTo>
                  <a:pt x="242570" y="4376313"/>
                </a:lnTo>
                <a:cubicBezTo>
                  <a:pt x="231027" y="4301299"/>
                  <a:pt x="225345" y="4248472"/>
                  <a:pt x="211138" y="4138593"/>
                </a:cubicBezTo>
                <a:close/>
                <a:moveTo>
                  <a:pt x="2643001" y="4133831"/>
                </a:moveTo>
                <a:cubicBezTo>
                  <a:pt x="2458432" y="4322189"/>
                  <a:pt x="2416999" y="4359861"/>
                  <a:pt x="2243730" y="4506780"/>
                </a:cubicBezTo>
                <a:cubicBezTo>
                  <a:pt x="2243730" y="4510548"/>
                  <a:pt x="2243730" y="4510548"/>
                  <a:pt x="2243730" y="4510548"/>
                </a:cubicBezTo>
                <a:cubicBezTo>
                  <a:pt x="2247497" y="4510548"/>
                  <a:pt x="2247497" y="4510548"/>
                  <a:pt x="2247497" y="4510548"/>
                </a:cubicBezTo>
                <a:cubicBezTo>
                  <a:pt x="2251263" y="4525616"/>
                  <a:pt x="2251263" y="4540685"/>
                  <a:pt x="2239963" y="4551986"/>
                </a:cubicBezTo>
                <a:cubicBezTo>
                  <a:pt x="2371798" y="4804386"/>
                  <a:pt x="2379331" y="4823222"/>
                  <a:pt x="2511166" y="5083156"/>
                </a:cubicBezTo>
                <a:cubicBezTo>
                  <a:pt x="2514933" y="5083156"/>
                  <a:pt x="2514933" y="5083156"/>
                  <a:pt x="2514933" y="5083156"/>
                </a:cubicBezTo>
                <a:cubicBezTo>
                  <a:pt x="2518700" y="5083156"/>
                  <a:pt x="2518700" y="5083156"/>
                  <a:pt x="2518700" y="5083156"/>
                </a:cubicBezTo>
                <a:cubicBezTo>
                  <a:pt x="2522466" y="5083156"/>
                  <a:pt x="2522466" y="5083156"/>
                  <a:pt x="2522466" y="5083156"/>
                </a:cubicBezTo>
                <a:cubicBezTo>
                  <a:pt x="2582734" y="4796852"/>
                  <a:pt x="2627934" y="4480410"/>
                  <a:pt x="2654301" y="4141366"/>
                </a:cubicBezTo>
                <a:cubicBezTo>
                  <a:pt x="2650535" y="4141366"/>
                  <a:pt x="2650535" y="4141366"/>
                  <a:pt x="2646768" y="4141366"/>
                </a:cubicBezTo>
                <a:cubicBezTo>
                  <a:pt x="2646768" y="4137598"/>
                  <a:pt x="2646768" y="4137598"/>
                  <a:pt x="2646768" y="4137598"/>
                </a:cubicBezTo>
                <a:cubicBezTo>
                  <a:pt x="2643001" y="4133831"/>
                  <a:pt x="2643001" y="4133831"/>
                  <a:pt x="2643001" y="4133831"/>
                </a:cubicBezTo>
                <a:close/>
                <a:moveTo>
                  <a:pt x="6147790" y="4130656"/>
                </a:moveTo>
                <a:cubicBezTo>
                  <a:pt x="6038367" y="4345214"/>
                  <a:pt x="6015728" y="4394149"/>
                  <a:pt x="5894986" y="4601178"/>
                </a:cubicBezTo>
                <a:cubicBezTo>
                  <a:pt x="5902533" y="4616235"/>
                  <a:pt x="5894986" y="4635056"/>
                  <a:pt x="5891213" y="4642584"/>
                </a:cubicBezTo>
                <a:cubicBezTo>
                  <a:pt x="5955357" y="4755509"/>
                  <a:pt x="5970450" y="4785623"/>
                  <a:pt x="6027048" y="4860906"/>
                </a:cubicBezTo>
                <a:cubicBezTo>
                  <a:pt x="6030821" y="4857142"/>
                  <a:pt x="6030821" y="4857142"/>
                  <a:pt x="6030821" y="4857142"/>
                </a:cubicBezTo>
                <a:cubicBezTo>
                  <a:pt x="6030821" y="4853378"/>
                  <a:pt x="6030821" y="4853378"/>
                  <a:pt x="6030821" y="4853378"/>
                </a:cubicBezTo>
                <a:cubicBezTo>
                  <a:pt x="6083646" y="4638820"/>
                  <a:pt x="6125151" y="4394149"/>
                  <a:pt x="6151563" y="4134420"/>
                </a:cubicBezTo>
                <a:cubicBezTo>
                  <a:pt x="6147790" y="4134420"/>
                  <a:pt x="6147790" y="4134420"/>
                  <a:pt x="6147790" y="4134420"/>
                </a:cubicBezTo>
                <a:cubicBezTo>
                  <a:pt x="6147790" y="4130656"/>
                  <a:pt x="6147790" y="4130656"/>
                  <a:pt x="6147790" y="4130656"/>
                </a:cubicBezTo>
                <a:close/>
                <a:moveTo>
                  <a:pt x="6163270" y="4122718"/>
                </a:moveTo>
                <a:cubicBezTo>
                  <a:pt x="6163270" y="4126485"/>
                  <a:pt x="6163270" y="4126485"/>
                  <a:pt x="6163270" y="4126485"/>
                </a:cubicBezTo>
                <a:cubicBezTo>
                  <a:pt x="6159500" y="4126485"/>
                  <a:pt x="6159500" y="4130253"/>
                  <a:pt x="6155730" y="4130253"/>
                </a:cubicBezTo>
                <a:cubicBezTo>
                  <a:pt x="6129338" y="4393959"/>
                  <a:pt x="6091634" y="4635061"/>
                  <a:pt x="6038850" y="4849793"/>
                </a:cubicBezTo>
                <a:cubicBezTo>
                  <a:pt x="6042620" y="4849793"/>
                  <a:pt x="6042620" y="4849793"/>
                  <a:pt x="6042620" y="4849793"/>
                </a:cubicBezTo>
                <a:cubicBezTo>
                  <a:pt x="6046391" y="4849793"/>
                  <a:pt x="6046391" y="4849793"/>
                  <a:pt x="6046391" y="4849793"/>
                </a:cubicBezTo>
                <a:cubicBezTo>
                  <a:pt x="6167041" y="4623760"/>
                  <a:pt x="6182122" y="4597389"/>
                  <a:pt x="6276380" y="4393959"/>
                </a:cubicBezTo>
                <a:cubicBezTo>
                  <a:pt x="6276380" y="4390191"/>
                  <a:pt x="6272609" y="4382657"/>
                  <a:pt x="6280150" y="4363821"/>
                </a:cubicBezTo>
                <a:cubicBezTo>
                  <a:pt x="6231136" y="4273407"/>
                  <a:pt x="6227366" y="4262106"/>
                  <a:pt x="6163270" y="4122718"/>
                </a:cubicBezTo>
                <a:close/>
                <a:moveTo>
                  <a:pt x="303614" y="4109623"/>
                </a:moveTo>
                <a:lnTo>
                  <a:pt x="318156" y="4155281"/>
                </a:lnTo>
                <a:cubicBezTo>
                  <a:pt x="323192" y="4176338"/>
                  <a:pt x="326866" y="4197513"/>
                  <a:pt x="329948" y="4218687"/>
                </a:cubicBezTo>
                <a:lnTo>
                  <a:pt x="341015" y="4298257"/>
                </a:lnTo>
                <a:lnTo>
                  <a:pt x="337827" y="4282461"/>
                </a:lnTo>
                <a:cubicBezTo>
                  <a:pt x="331544" y="4251165"/>
                  <a:pt x="324439" y="4215453"/>
                  <a:pt x="315807" y="4171675"/>
                </a:cubicBezTo>
                <a:close/>
                <a:moveTo>
                  <a:pt x="6512616" y="4103910"/>
                </a:moveTo>
                <a:lnTo>
                  <a:pt x="6509359" y="4118234"/>
                </a:lnTo>
                <a:cubicBezTo>
                  <a:pt x="6503199" y="4145369"/>
                  <a:pt x="6498828" y="4164490"/>
                  <a:pt x="6493265" y="4186127"/>
                </a:cubicBezTo>
                <a:lnTo>
                  <a:pt x="6485791" y="4213468"/>
                </a:lnTo>
                <a:lnTo>
                  <a:pt x="6504881" y="4135501"/>
                </a:lnTo>
                <a:close/>
                <a:moveTo>
                  <a:pt x="92918" y="4069678"/>
                </a:moveTo>
                <a:lnTo>
                  <a:pt x="96201" y="4084818"/>
                </a:lnTo>
                <a:cubicBezTo>
                  <a:pt x="102266" y="4111847"/>
                  <a:pt x="109665" y="4143288"/>
                  <a:pt x="119408" y="4184670"/>
                </a:cubicBezTo>
                <a:lnTo>
                  <a:pt x="126063" y="4212994"/>
                </a:lnTo>
                <a:lnTo>
                  <a:pt x="120897" y="4193022"/>
                </a:lnTo>
                <a:cubicBezTo>
                  <a:pt x="107720" y="4141189"/>
                  <a:pt x="99658" y="4106119"/>
                  <a:pt x="92926" y="4069723"/>
                </a:cubicBezTo>
                <a:close/>
                <a:moveTo>
                  <a:pt x="128588" y="4059218"/>
                </a:moveTo>
                <a:lnTo>
                  <a:pt x="129211" y="4060460"/>
                </a:lnTo>
                <a:lnTo>
                  <a:pt x="135448" y="4154999"/>
                </a:lnTo>
                <a:lnTo>
                  <a:pt x="137408" y="4204504"/>
                </a:lnTo>
                <a:lnTo>
                  <a:pt x="134715" y="4174459"/>
                </a:lnTo>
                <a:cubicBezTo>
                  <a:pt x="132359" y="4144826"/>
                  <a:pt x="130474" y="4111900"/>
                  <a:pt x="128588" y="4059218"/>
                </a:cubicBezTo>
                <a:close/>
                <a:moveTo>
                  <a:pt x="6529388" y="4035406"/>
                </a:moveTo>
                <a:lnTo>
                  <a:pt x="6512616" y="4103910"/>
                </a:lnTo>
                <a:lnTo>
                  <a:pt x="6516225" y="4088037"/>
                </a:lnTo>
                <a:cubicBezTo>
                  <a:pt x="6518785" y="4076821"/>
                  <a:pt x="6521655" y="4064325"/>
                  <a:pt x="6524945" y="4050157"/>
                </a:cubicBezTo>
                <a:lnTo>
                  <a:pt x="6528103" y="4036693"/>
                </a:lnTo>
                <a:close/>
                <a:moveTo>
                  <a:pt x="6538878" y="3987896"/>
                </a:moveTo>
                <a:lnTo>
                  <a:pt x="6536391" y="4001636"/>
                </a:lnTo>
                <a:cubicBezTo>
                  <a:pt x="6536391" y="4001636"/>
                  <a:pt x="6536391" y="4001636"/>
                  <a:pt x="6532656" y="4027902"/>
                </a:cubicBezTo>
                <a:cubicBezTo>
                  <a:pt x="6528921" y="4027902"/>
                  <a:pt x="6528921" y="4031654"/>
                  <a:pt x="6528921" y="4035406"/>
                </a:cubicBezTo>
                <a:lnTo>
                  <a:pt x="6528405" y="4035406"/>
                </a:lnTo>
                <a:lnTo>
                  <a:pt x="6536182" y="4002253"/>
                </a:lnTo>
                <a:close/>
                <a:moveTo>
                  <a:pt x="1910812" y="3983018"/>
                </a:moveTo>
                <a:cubicBezTo>
                  <a:pt x="1910812" y="3983018"/>
                  <a:pt x="1903267" y="3983018"/>
                  <a:pt x="1903267" y="3986789"/>
                </a:cubicBezTo>
                <a:cubicBezTo>
                  <a:pt x="1880634" y="4273332"/>
                  <a:pt x="1842913" y="4544794"/>
                  <a:pt x="1793875" y="4789865"/>
                </a:cubicBezTo>
                <a:cubicBezTo>
                  <a:pt x="1797647" y="4789865"/>
                  <a:pt x="1797647" y="4789865"/>
                  <a:pt x="1797647" y="4789865"/>
                </a:cubicBezTo>
                <a:cubicBezTo>
                  <a:pt x="1801420" y="4793635"/>
                  <a:pt x="1801420" y="4793635"/>
                  <a:pt x="1801420" y="4793635"/>
                </a:cubicBezTo>
                <a:cubicBezTo>
                  <a:pt x="1801420" y="4797405"/>
                  <a:pt x="1801420" y="4797405"/>
                  <a:pt x="1801420" y="4797405"/>
                </a:cubicBezTo>
                <a:cubicBezTo>
                  <a:pt x="1805192" y="4797405"/>
                  <a:pt x="1805192" y="4797405"/>
                  <a:pt x="1805192" y="4797405"/>
                </a:cubicBezTo>
                <a:cubicBezTo>
                  <a:pt x="2008887" y="4680526"/>
                  <a:pt x="2023976" y="4672985"/>
                  <a:pt x="2201266" y="4544794"/>
                </a:cubicBezTo>
                <a:cubicBezTo>
                  <a:pt x="2197494" y="4537254"/>
                  <a:pt x="2197494" y="4537254"/>
                  <a:pt x="2197494" y="4537254"/>
                </a:cubicBezTo>
                <a:cubicBezTo>
                  <a:pt x="2193722" y="4529713"/>
                  <a:pt x="2189950" y="4514632"/>
                  <a:pt x="2205038" y="4495780"/>
                </a:cubicBezTo>
                <a:cubicBezTo>
                  <a:pt x="2084330" y="4277102"/>
                  <a:pt x="2046608" y="4209237"/>
                  <a:pt x="1914584" y="3983018"/>
                </a:cubicBezTo>
                <a:cubicBezTo>
                  <a:pt x="1910812" y="3983018"/>
                  <a:pt x="1910812" y="3983018"/>
                  <a:pt x="1910812" y="3983018"/>
                </a:cubicBezTo>
                <a:close/>
                <a:moveTo>
                  <a:pt x="172640" y="3977055"/>
                </a:moveTo>
                <a:lnTo>
                  <a:pt x="174554" y="3985582"/>
                </a:lnTo>
                <a:lnTo>
                  <a:pt x="182341" y="4018567"/>
                </a:lnTo>
                <a:lnTo>
                  <a:pt x="177305" y="3998889"/>
                </a:lnTo>
                <a:close/>
                <a:moveTo>
                  <a:pt x="894054" y="3975081"/>
                </a:moveTo>
                <a:cubicBezTo>
                  <a:pt x="750840" y="4012861"/>
                  <a:pt x="743302" y="4016639"/>
                  <a:pt x="630238" y="4005305"/>
                </a:cubicBezTo>
                <a:cubicBezTo>
                  <a:pt x="634007" y="4009083"/>
                  <a:pt x="634007" y="4009083"/>
                  <a:pt x="634007" y="4009083"/>
                </a:cubicBezTo>
                <a:cubicBezTo>
                  <a:pt x="634007" y="4012861"/>
                  <a:pt x="634007" y="4012861"/>
                  <a:pt x="634007" y="4012861"/>
                </a:cubicBezTo>
                <a:cubicBezTo>
                  <a:pt x="634007" y="4016639"/>
                  <a:pt x="634007" y="4016639"/>
                  <a:pt x="634007" y="4016639"/>
                </a:cubicBezTo>
                <a:cubicBezTo>
                  <a:pt x="634007" y="4020417"/>
                  <a:pt x="634007" y="4020417"/>
                  <a:pt x="634007" y="4020417"/>
                </a:cubicBezTo>
                <a:cubicBezTo>
                  <a:pt x="630238" y="4020417"/>
                  <a:pt x="630238" y="4020417"/>
                  <a:pt x="630238" y="4020417"/>
                </a:cubicBezTo>
                <a:cubicBezTo>
                  <a:pt x="686770" y="4160203"/>
                  <a:pt x="743302" y="4296211"/>
                  <a:pt x="803603" y="4432219"/>
                </a:cubicBezTo>
                <a:cubicBezTo>
                  <a:pt x="807372" y="4439775"/>
                  <a:pt x="814910" y="4443553"/>
                  <a:pt x="818678" y="4447331"/>
                </a:cubicBezTo>
                <a:cubicBezTo>
                  <a:pt x="973199" y="4462443"/>
                  <a:pt x="980737" y="4462443"/>
                  <a:pt x="1120182" y="4435997"/>
                </a:cubicBezTo>
                <a:cubicBezTo>
                  <a:pt x="1120182" y="4432219"/>
                  <a:pt x="1120182" y="4432219"/>
                  <a:pt x="1120182" y="4432219"/>
                </a:cubicBezTo>
                <a:cubicBezTo>
                  <a:pt x="1120182" y="4428441"/>
                  <a:pt x="1120182" y="4428441"/>
                  <a:pt x="1120182" y="4428441"/>
                </a:cubicBezTo>
                <a:cubicBezTo>
                  <a:pt x="1120182" y="4424663"/>
                  <a:pt x="1120182" y="4424663"/>
                  <a:pt x="1120182" y="4424663"/>
                </a:cubicBezTo>
                <a:cubicBezTo>
                  <a:pt x="1120182" y="4420885"/>
                  <a:pt x="1120182" y="4420885"/>
                  <a:pt x="1120182" y="4420885"/>
                </a:cubicBezTo>
                <a:cubicBezTo>
                  <a:pt x="1120182" y="4417107"/>
                  <a:pt x="1120182" y="4417107"/>
                  <a:pt x="1120182" y="4417107"/>
                </a:cubicBezTo>
                <a:cubicBezTo>
                  <a:pt x="1123951" y="4417107"/>
                  <a:pt x="1123951" y="4417107"/>
                  <a:pt x="1123951" y="4417107"/>
                </a:cubicBezTo>
                <a:cubicBezTo>
                  <a:pt x="1123951" y="4413329"/>
                  <a:pt x="1123951" y="4413329"/>
                  <a:pt x="1123951" y="4413329"/>
                </a:cubicBezTo>
                <a:cubicBezTo>
                  <a:pt x="1033500" y="4220651"/>
                  <a:pt x="1007118" y="4171537"/>
                  <a:pt x="909130" y="3986415"/>
                </a:cubicBezTo>
                <a:cubicBezTo>
                  <a:pt x="901592" y="3982637"/>
                  <a:pt x="897823" y="3978859"/>
                  <a:pt x="894054" y="3975081"/>
                </a:cubicBezTo>
                <a:close/>
                <a:moveTo>
                  <a:pt x="6536816" y="3962529"/>
                </a:moveTo>
                <a:lnTo>
                  <a:pt x="6525067" y="4015729"/>
                </a:lnTo>
                <a:lnTo>
                  <a:pt x="6525185" y="4012893"/>
                </a:lnTo>
                <a:cubicBezTo>
                  <a:pt x="6523318" y="4003512"/>
                  <a:pt x="6526119" y="3993193"/>
                  <a:pt x="6529854" y="3982874"/>
                </a:cubicBezTo>
                <a:close/>
                <a:moveTo>
                  <a:pt x="6468162" y="3930631"/>
                </a:moveTo>
                <a:cubicBezTo>
                  <a:pt x="6464429" y="3934396"/>
                  <a:pt x="6464429" y="3934396"/>
                  <a:pt x="6464429" y="3934396"/>
                </a:cubicBezTo>
                <a:cubicBezTo>
                  <a:pt x="6450431" y="4078394"/>
                  <a:pt x="6430134" y="4213921"/>
                  <a:pt x="6405113" y="4337801"/>
                </a:cubicBezTo>
                <a:lnTo>
                  <a:pt x="6379408" y="4453917"/>
                </a:lnTo>
                <a:lnTo>
                  <a:pt x="6378575" y="4453917"/>
                </a:lnTo>
                <a:cubicBezTo>
                  <a:pt x="6378575" y="4453917"/>
                  <a:pt x="6378575" y="4453917"/>
                  <a:pt x="6378575" y="4457681"/>
                </a:cubicBezTo>
                <a:lnTo>
                  <a:pt x="6379408" y="4453917"/>
                </a:lnTo>
                <a:lnTo>
                  <a:pt x="6382308" y="4453917"/>
                </a:lnTo>
                <a:cubicBezTo>
                  <a:pt x="6438300" y="4292037"/>
                  <a:pt x="6475627" y="4194156"/>
                  <a:pt x="6516688" y="4032277"/>
                </a:cubicBezTo>
                <a:cubicBezTo>
                  <a:pt x="6498024" y="4005924"/>
                  <a:pt x="6498024" y="4002159"/>
                  <a:pt x="6468162" y="3930631"/>
                </a:cubicBezTo>
                <a:close/>
                <a:moveTo>
                  <a:pt x="54093" y="3911512"/>
                </a:moveTo>
                <a:lnTo>
                  <a:pt x="73506" y="4012690"/>
                </a:lnTo>
                <a:cubicBezTo>
                  <a:pt x="81194" y="4049527"/>
                  <a:pt x="89133" y="4084583"/>
                  <a:pt x="97299" y="4118173"/>
                </a:cubicBezTo>
                <a:lnTo>
                  <a:pt x="115293" y="4187318"/>
                </a:lnTo>
                <a:lnTo>
                  <a:pt x="108356" y="4165975"/>
                </a:lnTo>
                <a:lnTo>
                  <a:pt x="107465" y="4163070"/>
                </a:lnTo>
                <a:lnTo>
                  <a:pt x="107324" y="4162523"/>
                </a:lnTo>
                <a:lnTo>
                  <a:pt x="100309" y="4133990"/>
                </a:lnTo>
                <a:lnTo>
                  <a:pt x="76200" y="4032231"/>
                </a:lnTo>
                <a:cubicBezTo>
                  <a:pt x="85461" y="4071899"/>
                  <a:pt x="92638" y="4102358"/>
                  <a:pt x="98773" y="4127740"/>
                </a:cubicBezTo>
                <a:lnTo>
                  <a:pt x="100309" y="4133990"/>
                </a:lnTo>
                <a:lnTo>
                  <a:pt x="106297" y="4159261"/>
                </a:lnTo>
                <a:lnTo>
                  <a:pt x="107465" y="4163070"/>
                </a:lnTo>
                <a:lnTo>
                  <a:pt x="107665" y="4163850"/>
                </a:lnTo>
                <a:lnTo>
                  <a:pt x="102688" y="4148538"/>
                </a:lnTo>
                <a:cubicBezTo>
                  <a:pt x="91299" y="4108068"/>
                  <a:pt x="80860" y="4064775"/>
                  <a:pt x="71369" y="4017717"/>
                </a:cubicBezTo>
                <a:cubicBezTo>
                  <a:pt x="71369" y="4017717"/>
                  <a:pt x="71369" y="4017717"/>
                  <a:pt x="56184" y="3927365"/>
                </a:cubicBezTo>
                <a:cubicBezTo>
                  <a:pt x="54286" y="3925483"/>
                  <a:pt x="53337" y="3922660"/>
                  <a:pt x="53812" y="3914189"/>
                </a:cubicBezTo>
                <a:close/>
                <a:moveTo>
                  <a:pt x="392705" y="3900468"/>
                </a:moveTo>
                <a:cubicBezTo>
                  <a:pt x="396472" y="3908013"/>
                  <a:pt x="396472" y="3908013"/>
                  <a:pt x="396472" y="3911785"/>
                </a:cubicBezTo>
                <a:cubicBezTo>
                  <a:pt x="392705" y="3911785"/>
                  <a:pt x="392705" y="3911785"/>
                  <a:pt x="392705" y="3911785"/>
                </a:cubicBezTo>
                <a:cubicBezTo>
                  <a:pt x="388938" y="3911785"/>
                  <a:pt x="388938" y="3911785"/>
                  <a:pt x="388938" y="3911785"/>
                </a:cubicBezTo>
                <a:cubicBezTo>
                  <a:pt x="449209" y="4081530"/>
                  <a:pt x="456743" y="4111707"/>
                  <a:pt x="520781" y="4304086"/>
                </a:cubicBezTo>
                <a:cubicBezTo>
                  <a:pt x="520781" y="4307858"/>
                  <a:pt x="520781" y="4307858"/>
                  <a:pt x="520781" y="4307858"/>
                </a:cubicBezTo>
                <a:cubicBezTo>
                  <a:pt x="520781" y="4307858"/>
                  <a:pt x="520781" y="4307858"/>
                  <a:pt x="524548" y="4311630"/>
                </a:cubicBezTo>
                <a:cubicBezTo>
                  <a:pt x="558451" y="4232416"/>
                  <a:pt x="588587" y="4130568"/>
                  <a:pt x="611188" y="4013632"/>
                </a:cubicBezTo>
                <a:cubicBezTo>
                  <a:pt x="611188" y="4009860"/>
                  <a:pt x="611188" y="4009860"/>
                  <a:pt x="611188" y="4009860"/>
                </a:cubicBezTo>
                <a:cubicBezTo>
                  <a:pt x="607421" y="4009860"/>
                  <a:pt x="607421" y="4009860"/>
                  <a:pt x="607421" y="4009860"/>
                </a:cubicBezTo>
                <a:cubicBezTo>
                  <a:pt x="607421" y="4006088"/>
                  <a:pt x="607421" y="4006088"/>
                  <a:pt x="607421" y="4006088"/>
                </a:cubicBezTo>
                <a:cubicBezTo>
                  <a:pt x="603654" y="4002316"/>
                  <a:pt x="603654" y="4002316"/>
                  <a:pt x="603654" y="4002316"/>
                </a:cubicBezTo>
                <a:cubicBezTo>
                  <a:pt x="486879" y="3968367"/>
                  <a:pt x="479345" y="3964594"/>
                  <a:pt x="392705" y="3900468"/>
                </a:cubicBezTo>
                <a:close/>
                <a:moveTo>
                  <a:pt x="205122" y="3843146"/>
                </a:moveTo>
                <a:lnTo>
                  <a:pt x="211545" y="3865360"/>
                </a:lnTo>
                <a:lnTo>
                  <a:pt x="209139" y="3857727"/>
                </a:lnTo>
                <a:close/>
                <a:moveTo>
                  <a:pt x="6563997" y="3836248"/>
                </a:moveTo>
                <a:lnTo>
                  <a:pt x="6553433" y="3893054"/>
                </a:lnTo>
                <a:cubicBezTo>
                  <a:pt x="6549231" y="3913926"/>
                  <a:pt x="6544795" y="3934095"/>
                  <a:pt x="6540126" y="3952856"/>
                </a:cubicBezTo>
                <a:lnTo>
                  <a:pt x="6536816" y="3962529"/>
                </a:lnTo>
                <a:lnTo>
                  <a:pt x="6538670" y="3954136"/>
                </a:lnTo>
                <a:cubicBezTo>
                  <a:pt x="6546844" y="3917235"/>
                  <a:pt x="6553053" y="3889266"/>
                  <a:pt x="6558057" y="3865528"/>
                </a:cubicBezTo>
                <a:close/>
                <a:moveTo>
                  <a:pt x="198753" y="3820026"/>
                </a:moveTo>
                <a:lnTo>
                  <a:pt x="205122" y="3843146"/>
                </a:lnTo>
                <a:lnTo>
                  <a:pt x="200474" y="3827071"/>
                </a:lnTo>
                <a:close/>
                <a:moveTo>
                  <a:pt x="6571885" y="3800006"/>
                </a:moveTo>
                <a:lnTo>
                  <a:pt x="6570091" y="3813846"/>
                </a:lnTo>
                <a:cubicBezTo>
                  <a:pt x="6555962" y="3904281"/>
                  <a:pt x="6550311" y="3929010"/>
                  <a:pt x="6543600" y="3962746"/>
                </a:cubicBezTo>
                <a:lnTo>
                  <a:pt x="6538878" y="3987896"/>
                </a:lnTo>
                <a:lnTo>
                  <a:pt x="6543811" y="3960639"/>
                </a:lnTo>
                <a:cubicBezTo>
                  <a:pt x="6558978" y="3876814"/>
                  <a:pt x="6560204" y="3869837"/>
                  <a:pt x="6570009" y="3814022"/>
                </a:cubicBezTo>
                <a:close/>
                <a:moveTo>
                  <a:pt x="1236266" y="3798868"/>
                </a:moveTo>
                <a:cubicBezTo>
                  <a:pt x="1232487" y="3802633"/>
                  <a:pt x="1232487" y="3802633"/>
                  <a:pt x="1232487" y="3802633"/>
                </a:cubicBezTo>
                <a:cubicBezTo>
                  <a:pt x="1232487" y="3802633"/>
                  <a:pt x="1228708" y="3802633"/>
                  <a:pt x="1228708" y="3802633"/>
                </a:cubicBezTo>
                <a:cubicBezTo>
                  <a:pt x="1209813" y="4020966"/>
                  <a:pt x="1183361" y="4228007"/>
                  <a:pt x="1149350" y="4416225"/>
                </a:cubicBezTo>
                <a:cubicBezTo>
                  <a:pt x="1149350" y="4419989"/>
                  <a:pt x="1149350" y="4419989"/>
                  <a:pt x="1149350" y="4419989"/>
                </a:cubicBezTo>
                <a:cubicBezTo>
                  <a:pt x="1153129" y="4419989"/>
                  <a:pt x="1153129" y="4419989"/>
                  <a:pt x="1153129" y="4419989"/>
                </a:cubicBezTo>
                <a:cubicBezTo>
                  <a:pt x="1153129" y="4423754"/>
                  <a:pt x="1153129" y="4423754"/>
                  <a:pt x="1153129" y="4423754"/>
                </a:cubicBezTo>
                <a:cubicBezTo>
                  <a:pt x="1153129" y="4427518"/>
                  <a:pt x="1153129" y="4427518"/>
                  <a:pt x="1153129" y="4427518"/>
                </a:cubicBezTo>
                <a:cubicBezTo>
                  <a:pt x="1330740" y="4367288"/>
                  <a:pt x="1338298" y="4363524"/>
                  <a:pt x="1493234" y="4276943"/>
                </a:cubicBezTo>
                <a:cubicBezTo>
                  <a:pt x="1489455" y="4269415"/>
                  <a:pt x="1481897" y="4254357"/>
                  <a:pt x="1497013" y="4243064"/>
                </a:cubicBezTo>
                <a:cubicBezTo>
                  <a:pt x="1383645" y="4043552"/>
                  <a:pt x="1353413" y="3990851"/>
                  <a:pt x="1236266" y="3798868"/>
                </a:cubicBezTo>
                <a:close/>
                <a:moveTo>
                  <a:pt x="1210073" y="3790931"/>
                </a:moveTo>
                <a:cubicBezTo>
                  <a:pt x="1051719" y="3900305"/>
                  <a:pt x="1044179" y="3904077"/>
                  <a:pt x="919759" y="3960649"/>
                </a:cubicBezTo>
                <a:cubicBezTo>
                  <a:pt x="923529" y="3971964"/>
                  <a:pt x="923529" y="3979507"/>
                  <a:pt x="915988" y="3983279"/>
                </a:cubicBezTo>
                <a:cubicBezTo>
                  <a:pt x="1014016" y="4168083"/>
                  <a:pt x="1029098" y="4198255"/>
                  <a:pt x="1134666" y="4409460"/>
                </a:cubicBezTo>
                <a:cubicBezTo>
                  <a:pt x="1138437" y="4413231"/>
                  <a:pt x="1138437" y="4413231"/>
                  <a:pt x="1138437" y="4413231"/>
                </a:cubicBezTo>
                <a:cubicBezTo>
                  <a:pt x="1176140" y="4224655"/>
                  <a:pt x="1202532" y="4017222"/>
                  <a:pt x="1217613" y="3798474"/>
                </a:cubicBezTo>
                <a:cubicBezTo>
                  <a:pt x="1217613" y="3798474"/>
                  <a:pt x="1217613" y="3798474"/>
                  <a:pt x="1217613" y="3794703"/>
                </a:cubicBezTo>
                <a:cubicBezTo>
                  <a:pt x="1213843" y="3794703"/>
                  <a:pt x="1213843" y="3794703"/>
                  <a:pt x="1213843" y="3794703"/>
                </a:cubicBezTo>
                <a:cubicBezTo>
                  <a:pt x="1210073" y="3790931"/>
                  <a:pt x="1210073" y="3790931"/>
                  <a:pt x="1210073" y="3790931"/>
                </a:cubicBezTo>
                <a:close/>
                <a:moveTo>
                  <a:pt x="31341" y="3772628"/>
                </a:moveTo>
                <a:lnTo>
                  <a:pt x="51216" y="3896519"/>
                </a:lnTo>
                <a:lnTo>
                  <a:pt x="54021" y="3911137"/>
                </a:lnTo>
                <a:lnTo>
                  <a:pt x="52917" y="3922693"/>
                </a:lnTo>
                <a:cubicBezTo>
                  <a:pt x="49213" y="3900071"/>
                  <a:pt x="45509" y="3872737"/>
                  <a:pt x="41805" y="3845402"/>
                </a:cubicBezTo>
                <a:close/>
                <a:moveTo>
                  <a:pt x="6576208" y="3762626"/>
                </a:moveTo>
                <a:lnTo>
                  <a:pt x="6575030" y="3771396"/>
                </a:lnTo>
                <a:cubicBezTo>
                  <a:pt x="6571919" y="3793020"/>
                  <a:pt x="6568749" y="3811822"/>
                  <a:pt x="6564757" y="3832505"/>
                </a:cubicBezTo>
                <a:lnTo>
                  <a:pt x="6563997" y="3836248"/>
                </a:lnTo>
                <a:lnTo>
                  <a:pt x="6565340" y="3829031"/>
                </a:lnTo>
                <a:cubicBezTo>
                  <a:pt x="6569075" y="3807456"/>
                  <a:pt x="6572577" y="3785880"/>
                  <a:pt x="6575845" y="3765008"/>
                </a:cubicBezTo>
                <a:close/>
                <a:moveTo>
                  <a:pt x="6578239" y="3747500"/>
                </a:moveTo>
                <a:lnTo>
                  <a:pt x="6578098" y="3748845"/>
                </a:lnTo>
                <a:lnTo>
                  <a:pt x="6577439" y="3754539"/>
                </a:lnTo>
                <a:lnTo>
                  <a:pt x="6576208" y="3762626"/>
                </a:lnTo>
                <a:close/>
                <a:moveTo>
                  <a:pt x="5412752" y="3741718"/>
                </a:moveTo>
                <a:cubicBezTo>
                  <a:pt x="5269576" y="3979248"/>
                  <a:pt x="5231898" y="4039573"/>
                  <a:pt x="5081186" y="4269562"/>
                </a:cubicBezTo>
                <a:cubicBezTo>
                  <a:pt x="5081186" y="4273332"/>
                  <a:pt x="5081186" y="4273332"/>
                  <a:pt x="5081186" y="4273332"/>
                </a:cubicBezTo>
                <a:cubicBezTo>
                  <a:pt x="5081186" y="4277103"/>
                  <a:pt x="5081186" y="4277103"/>
                  <a:pt x="5081186" y="4277103"/>
                </a:cubicBezTo>
                <a:cubicBezTo>
                  <a:pt x="5081186" y="4280873"/>
                  <a:pt x="5081186" y="4280873"/>
                  <a:pt x="5081186" y="4280873"/>
                </a:cubicBezTo>
                <a:cubicBezTo>
                  <a:pt x="5081186" y="4284643"/>
                  <a:pt x="5081186" y="4284643"/>
                  <a:pt x="5081186" y="4284643"/>
                </a:cubicBezTo>
                <a:cubicBezTo>
                  <a:pt x="5081186" y="4295954"/>
                  <a:pt x="5081186" y="4295954"/>
                  <a:pt x="5077418" y="4307265"/>
                </a:cubicBezTo>
                <a:cubicBezTo>
                  <a:pt x="5077418" y="4311035"/>
                  <a:pt x="5077418" y="4311035"/>
                  <a:pt x="5077418" y="4311035"/>
                </a:cubicBezTo>
                <a:cubicBezTo>
                  <a:pt x="5073650" y="4314806"/>
                  <a:pt x="5073650" y="4314806"/>
                  <a:pt x="5073650" y="4314806"/>
                </a:cubicBezTo>
                <a:cubicBezTo>
                  <a:pt x="5254505" y="4650364"/>
                  <a:pt x="5254505" y="4650364"/>
                  <a:pt x="5318557" y="4767243"/>
                </a:cubicBezTo>
                <a:cubicBezTo>
                  <a:pt x="5326093" y="4763473"/>
                  <a:pt x="5329861" y="4759703"/>
                  <a:pt x="5337396" y="4763473"/>
                </a:cubicBezTo>
                <a:cubicBezTo>
                  <a:pt x="5503180" y="4514632"/>
                  <a:pt x="5525786" y="4484470"/>
                  <a:pt x="5665195" y="4254481"/>
                </a:cubicBezTo>
                <a:cubicBezTo>
                  <a:pt x="5661427" y="4250710"/>
                  <a:pt x="5661427" y="4250710"/>
                  <a:pt x="5661427" y="4250710"/>
                </a:cubicBezTo>
                <a:cubicBezTo>
                  <a:pt x="5661427" y="4246940"/>
                  <a:pt x="5661427" y="4246940"/>
                  <a:pt x="5661427" y="4246940"/>
                </a:cubicBezTo>
                <a:cubicBezTo>
                  <a:pt x="5661427" y="4243170"/>
                  <a:pt x="5661427" y="4243170"/>
                  <a:pt x="5661427" y="4243170"/>
                </a:cubicBezTo>
                <a:cubicBezTo>
                  <a:pt x="5661427" y="4239399"/>
                  <a:pt x="5661427" y="4239399"/>
                  <a:pt x="5661427" y="4239399"/>
                </a:cubicBezTo>
                <a:cubicBezTo>
                  <a:pt x="5661427" y="4235629"/>
                  <a:pt x="5661427" y="4235629"/>
                  <a:pt x="5661427" y="4235629"/>
                </a:cubicBezTo>
                <a:cubicBezTo>
                  <a:pt x="5665195" y="4224318"/>
                  <a:pt x="5665195" y="4224318"/>
                  <a:pt x="5665195" y="4216778"/>
                </a:cubicBezTo>
                <a:cubicBezTo>
                  <a:pt x="5668963" y="4213007"/>
                  <a:pt x="5668963" y="4213007"/>
                  <a:pt x="5668963" y="4213007"/>
                </a:cubicBezTo>
                <a:cubicBezTo>
                  <a:pt x="5529554" y="3934004"/>
                  <a:pt x="5514483" y="3903842"/>
                  <a:pt x="5431591" y="3741718"/>
                </a:cubicBezTo>
                <a:cubicBezTo>
                  <a:pt x="5424056" y="3745489"/>
                  <a:pt x="5420288" y="3745489"/>
                  <a:pt x="5412752" y="3741718"/>
                </a:cubicBezTo>
                <a:close/>
                <a:moveTo>
                  <a:pt x="173373" y="3734960"/>
                </a:moveTo>
                <a:lnTo>
                  <a:pt x="174649" y="3734960"/>
                </a:lnTo>
                <a:lnTo>
                  <a:pt x="178294" y="3779330"/>
                </a:lnTo>
                <a:cubicBezTo>
                  <a:pt x="188257" y="3898300"/>
                  <a:pt x="192986" y="3938285"/>
                  <a:pt x="202739" y="4043256"/>
                </a:cubicBezTo>
                <a:lnTo>
                  <a:pt x="204654" y="4064235"/>
                </a:lnTo>
                <a:lnTo>
                  <a:pt x="202429" y="4045054"/>
                </a:lnTo>
                <a:cubicBezTo>
                  <a:pt x="197452" y="3999351"/>
                  <a:pt x="190297" y="3924467"/>
                  <a:pt x="178423" y="3791716"/>
                </a:cubicBezTo>
                <a:close/>
                <a:moveTo>
                  <a:pt x="173038" y="3731196"/>
                </a:moveTo>
                <a:lnTo>
                  <a:pt x="173373" y="3734960"/>
                </a:lnTo>
                <a:lnTo>
                  <a:pt x="173038" y="3734960"/>
                </a:lnTo>
                <a:cubicBezTo>
                  <a:pt x="173038" y="3731196"/>
                  <a:pt x="173038" y="3731196"/>
                  <a:pt x="173038" y="3731196"/>
                </a:cubicBezTo>
                <a:close/>
                <a:moveTo>
                  <a:pt x="174062" y="3727818"/>
                </a:moveTo>
                <a:lnTo>
                  <a:pt x="175943" y="3734960"/>
                </a:lnTo>
                <a:lnTo>
                  <a:pt x="174649" y="3734960"/>
                </a:lnTo>
                <a:close/>
                <a:moveTo>
                  <a:pt x="4742623" y="3727431"/>
                </a:moveTo>
                <a:cubicBezTo>
                  <a:pt x="4742623" y="3731198"/>
                  <a:pt x="4742623" y="3731198"/>
                  <a:pt x="4742623" y="3731198"/>
                </a:cubicBezTo>
                <a:cubicBezTo>
                  <a:pt x="4735087" y="3734965"/>
                  <a:pt x="4727550" y="3734965"/>
                  <a:pt x="4720014" y="3731198"/>
                </a:cubicBezTo>
                <a:cubicBezTo>
                  <a:pt x="4546675" y="3979817"/>
                  <a:pt x="4505225" y="4040088"/>
                  <a:pt x="4328118" y="4266105"/>
                </a:cubicBezTo>
                <a:cubicBezTo>
                  <a:pt x="4331886" y="4273639"/>
                  <a:pt x="4331886" y="4273639"/>
                  <a:pt x="4331886" y="4273639"/>
                </a:cubicBezTo>
                <a:cubicBezTo>
                  <a:pt x="4331886" y="4277406"/>
                  <a:pt x="4331886" y="4277406"/>
                  <a:pt x="4331886" y="4277406"/>
                </a:cubicBezTo>
                <a:cubicBezTo>
                  <a:pt x="4331886" y="4281173"/>
                  <a:pt x="4331886" y="4281173"/>
                  <a:pt x="4331886" y="4281173"/>
                </a:cubicBezTo>
                <a:cubicBezTo>
                  <a:pt x="4331886" y="4284940"/>
                  <a:pt x="4331886" y="4284940"/>
                  <a:pt x="4331886" y="4284940"/>
                </a:cubicBezTo>
                <a:cubicBezTo>
                  <a:pt x="4331886" y="4292474"/>
                  <a:pt x="4331886" y="4296241"/>
                  <a:pt x="4328118" y="4307541"/>
                </a:cubicBezTo>
                <a:cubicBezTo>
                  <a:pt x="4328118" y="4311308"/>
                  <a:pt x="4328118" y="4311308"/>
                  <a:pt x="4328118" y="4311308"/>
                </a:cubicBezTo>
                <a:cubicBezTo>
                  <a:pt x="4324350" y="4311308"/>
                  <a:pt x="4324350" y="4311308"/>
                  <a:pt x="4324350" y="4311308"/>
                </a:cubicBezTo>
                <a:cubicBezTo>
                  <a:pt x="4324350" y="4315075"/>
                  <a:pt x="4324350" y="4315075"/>
                  <a:pt x="4324350" y="4315075"/>
                </a:cubicBezTo>
                <a:cubicBezTo>
                  <a:pt x="4471311" y="4571228"/>
                  <a:pt x="4471311" y="4571228"/>
                  <a:pt x="4622040" y="4838681"/>
                </a:cubicBezTo>
                <a:cubicBezTo>
                  <a:pt x="4629576" y="4834914"/>
                  <a:pt x="4633345" y="4834914"/>
                  <a:pt x="4644649" y="4838681"/>
                </a:cubicBezTo>
                <a:cubicBezTo>
                  <a:pt x="4840597" y="4590063"/>
                  <a:pt x="4866975" y="4556160"/>
                  <a:pt x="5036545" y="4315075"/>
                </a:cubicBezTo>
                <a:cubicBezTo>
                  <a:pt x="5036545" y="4311308"/>
                  <a:pt x="5036545" y="4311308"/>
                  <a:pt x="5036545" y="4311308"/>
                </a:cubicBezTo>
                <a:cubicBezTo>
                  <a:pt x="5036545" y="4307541"/>
                  <a:pt x="5036545" y="4307541"/>
                  <a:pt x="5036545" y="4307541"/>
                </a:cubicBezTo>
                <a:cubicBezTo>
                  <a:pt x="5036545" y="4303774"/>
                  <a:pt x="5036545" y="4303774"/>
                  <a:pt x="5036545" y="4303774"/>
                </a:cubicBezTo>
                <a:cubicBezTo>
                  <a:pt x="5036545" y="4300007"/>
                  <a:pt x="5036545" y="4300007"/>
                  <a:pt x="5036545" y="4300007"/>
                </a:cubicBezTo>
                <a:cubicBezTo>
                  <a:pt x="5036545" y="4296241"/>
                  <a:pt x="5036545" y="4296241"/>
                  <a:pt x="5036545" y="4296241"/>
                </a:cubicBezTo>
                <a:cubicBezTo>
                  <a:pt x="5036545" y="4284940"/>
                  <a:pt x="5036545" y="4284940"/>
                  <a:pt x="5040313" y="4277406"/>
                </a:cubicBezTo>
                <a:cubicBezTo>
                  <a:pt x="5040313" y="4273639"/>
                  <a:pt x="5040313" y="4273639"/>
                  <a:pt x="5040313" y="4273639"/>
                </a:cubicBezTo>
                <a:cubicBezTo>
                  <a:pt x="4912193" y="4032554"/>
                  <a:pt x="4866975" y="3949681"/>
                  <a:pt x="4742623" y="3727431"/>
                </a:cubicBezTo>
                <a:close/>
                <a:moveTo>
                  <a:pt x="176831" y="3727431"/>
                </a:moveTo>
                <a:cubicBezTo>
                  <a:pt x="181571" y="3748136"/>
                  <a:pt x="185778" y="3766369"/>
                  <a:pt x="189652" y="3782765"/>
                </a:cubicBezTo>
                <a:lnTo>
                  <a:pt x="198753" y="3820026"/>
                </a:lnTo>
                <a:lnTo>
                  <a:pt x="189588" y="3786755"/>
                </a:lnTo>
                <a:lnTo>
                  <a:pt x="175943" y="3734960"/>
                </a:lnTo>
                <a:lnTo>
                  <a:pt x="176831" y="3734960"/>
                </a:lnTo>
                <a:cubicBezTo>
                  <a:pt x="176831" y="3734960"/>
                  <a:pt x="176831" y="3734960"/>
                  <a:pt x="176831" y="3731196"/>
                </a:cubicBezTo>
                <a:cubicBezTo>
                  <a:pt x="176831" y="3731196"/>
                  <a:pt x="176831" y="3731196"/>
                  <a:pt x="176831" y="3727431"/>
                </a:cubicBezTo>
                <a:close/>
                <a:moveTo>
                  <a:pt x="173038" y="3719314"/>
                </a:moveTo>
                <a:lnTo>
                  <a:pt x="173673" y="3719314"/>
                </a:lnTo>
                <a:cubicBezTo>
                  <a:pt x="173673" y="3719314"/>
                  <a:pt x="173673" y="3719314"/>
                  <a:pt x="173673" y="3723088"/>
                </a:cubicBezTo>
                <a:lnTo>
                  <a:pt x="174062" y="3727818"/>
                </a:lnTo>
                <a:lnTo>
                  <a:pt x="173038" y="3723932"/>
                </a:lnTo>
                <a:cubicBezTo>
                  <a:pt x="173038" y="3723932"/>
                  <a:pt x="173038" y="3723932"/>
                  <a:pt x="173038" y="3720171"/>
                </a:cubicBezTo>
                <a:close/>
                <a:moveTo>
                  <a:pt x="52029" y="3715990"/>
                </a:moveTo>
                <a:lnTo>
                  <a:pt x="52512" y="3735827"/>
                </a:lnTo>
                <a:cubicBezTo>
                  <a:pt x="52946" y="3749495"/>
                  <a:pt x="53510" y="3764635"/>
                  <a:pt x="54198" y="3781778"/>
                </a:cubicBezTo>
                <a:lnTo>
                  <a:pt x="56268" y="3831293"/>
                </a:lnTo>
                <a:lnTo>
                  <a:pt x="54263" y="3790106"/>
                </a:lnTo>
                <a:cubicBezTo>
                  <a:pt x="53567" y="3775163"/>
                  <a:pt x="52995" y="3761900"/>
                  <a:pt x="52555" y="3749756"/>
                </a:cubicBezTo>
                <a:close/>
                <a:moveTo>
                  <a:pt x="6584950" y="3705206"/>
                </a:moveTo>
                <a:cubicBezTo>
                  <a:pt x="6583082" y="3720215"/>
                  <a:pt x="6580281" y="3738977"/>
                  <a:pt x="6577480" y="3758207"/>
                </a:cubicBezTo>
                <a:lnTo>
                  <a:pt x="6571885" y="3800006"/>
                </a:lnTo>
                <a:lnTo>
                  <a:pt x="6574624" y="3778873"/>
                </a:lnTo>
                <a:lnTo>
                  <a:pt x="6577439" y="3754539"/>
                </a:lnTo>
                <a:close/>
                <a:moveTo>
                  <a:pt x="244604" y="3697198"/>
                </a:moveTo>
                <a:lnTo>
                  <a:pt x="260145" y="3724030"/>
                </a:lnTo>
                <a:cubicBezTo>
                  <a:pt x="273632" y="3744758"/>
                  <a:pt x="287885" y="3764780"/>
                  <a:pt x="302256" y="3784566"/>
                </a:cubicBezTo>
                <a:lnTo>
                  <a:pt x="353735" y="3859270"/>
                </a:lnTo>
                <a:lnTo>
                  <a:pt x="326503" y="3829575"/>
                </a:lnTo>
                <a:cubicBezTo>
                  <a:pt x="295054" y="3792565"/>
                  <a:pt x="279478" y="3764770"/>
                  <a:pt x="245630" y="3699192"/>
                </a:cubicBezTo>
                <a:close/>
                <a:moveTo>
                  <a:pt x="51578" y="3687118"/>
                </a:moveTo>
                <a:lnTo>
                  <a:pt x="52029" y="3715990"/>
                </a:lnTo>
                <a:lnTo>
                  <a:pt x="51608" y="3698713"/>
                </a:lnTo>
                <a:close/>
                <a:moveTo>
                  <a:pt x="3908509" y="3686156"/>
                </a:moveTo>
                <a:cubicBezTo>
                  <a:pt x="3723903" y="3931183"/>
                  <a:pt x="3682461" y="3987728"/>
                  <a:pt x="3497855" y="4202598"/>
                </a:cubicBezTo>
                <a:cubicBezTo>
                  <a:pt x="3501623" y="4210137"/>
                  <a:pt x="3501623" y="4210137"/>
                  <a:pt x="3501623" y="4210137"/>
                </a:cubicBezTo>
                <a:cubicBezTo>
                  <a:pt x="3501623" y="4213907"/>
                  <a:pt x="3501623" y="4213907"/>
                  <a:pt x="3501623" y="4213907"/>
                </a:cubicBezTo>
                <a:cubicBezTo>
                  <a:pt x="3501623" y="4217677"/>
                  <a:pt x="3501623" y="4217677"/>
                  <a:pt x="3501623" y="4217677"/>
                </a:cubicBezTo>
                <a:cubicBezTo>
                  <a:pt x="3501623" y="4221446"/>
                  <a:pt x="3501623" y="4221446"/>
                  <a:pt x="3501623" y="4221446"/>
                </a:cubicBezTo>
                <a:cubicBezTo>
                  <a:pt x="3501623" y="4232755"/>
                  <a:pt x="3501623" y="4236525"/>
                  <a:pt x="3494088" y="4247834"/>
                </a:cubicBezTo>
                <a:cubicBezTo>
                  <a:pt x="3494088" y="4251604"/>
                  <a:pt x="3494088" y="4251604"/>
                  <a:pt x="3494088" y="4251604"/>
                </a:cubicBezTo>
                <a:cubicBezTo>
                  <a:pt x="3637252" y="4504170"/>
                  <a:pt x="3637252" y="4504170"/>
                  <a:pt x="3814322" y="4813281"/>
                </a:cubicBezTo>
                <a:cubicBezTo>
                  <a:pt x="3814322" y="4813281"/>
                  <a:pt x="3818090" y="4809512"/>
                  <a:pt x="3818090" y="4809512"/>
                </a:cubicBezTo>
                <a:cubicBezTo>
                  <a:pt x="3829392" y="4809512"/>
                  <a:pt x="3829392" y="4809512"/>
                  <a:pt x="3836927" y="4813281"/>
                </a:cubicBezTo>
                <a:cubicBezTo>
                  <a:pt x="4044138" y="4590872"/>
                  <a:pt x="4089347" y="4541867"/>
                  <a:pt x="4277721" y="4315688"/>
                </a:cubicBezTo>
                <a:cubicBezTo>
                  <a:pt x="4273953" y="4308148"/>
                  <a:pt x="4273953" y="4308148"/>
                  <a:pt x="4273953" y="4308148"/>
                </a:cubicBezTo>
                <a:cubicBezTo>
                  <a:pt x="4273953" y="4304379"/>
                  <a:pt x="4273953" y="4304379"/>
                  <a:pt x="4273953" y="4304379"/>
                </a:cubicBezTo>
                <a:cubicBezTo>
                  <a:pt x="4273953" y="4300609"/>
                  <a:pt x="4273953" y="4300609"/>
                  <a:pt x="4273953" y="4300609"/>
                </a:cubicBezTo>
                <a:cubicBezTo>
                  <a:pt x="4273953" y="4296839"/>
                  <a:pt x="4273953" y="4296839"/>
                  <a:pt x="4273953" y="4296839"/>
                </a:cubicBezTo>
                <a:cubicBezTo>
                  <a:pt x="4273953" y="4293070"/>
                  <a:pt x="4273953" y="4293070"/>
                  <a:pt x="4273953" y="4293070"/>
                </a:cubicBezTo>
                <a:cubicBezTo>
                  <a:pt x="4273953" y="4281761"/>
                  <a:pt x="4273953" y="4281761"/>
                  <a:pt x="4277721" y="4274221"/>
                </a:cubicBezTo>
                <a:cubicBezTo>
                  <a:pt x="4277721" y="4270452"/>
                  <a:pt x="4277721" y="4270452"/>
                  <a:pt x="4277721" y="4270452"/>
                </a:cubicBezTo>
                <a:cubicBezTo>
                  <a:pt x="4281488" y="4266682"/>
                  <a:pt x="4281488" y="4266682"/>
                  <a:pt x="4281488" y="4266682"/>
                </a:cubicBezTo>
                <a:cubicBezTo>
                  <a:pt x="4142092" y="4032964"/>
                  <a:pt x="4096882" y="3953801"/>
                  <a:pt x="3934881" y="3686156"/>
                </a:cubicBezTo>
                <a:cubicBezTo>
                  <a:pt x="3927346" y="3689926"/>
                  <a:pt x="3927346" y="3689926"/>
                  <a:pt x="3927346" y="3689926"/>
                </a:cubicBezTo>
                <a:cubicBezTo>
                  <a:pt x="3919811" y="3689926"/>
                  <a:pt x="3919811" y="3689926"/>
                  <a:pt x="3908509" y="3686156"/>
                </a:cubicBezTo>
                <a:close/>
                <a:moveTo>
                  <a:pt x="51574" y="3685465"/>
                </a:moveTo>
                <a:lnTo>
                  <a:pt x="51578" y="3687118"/>
                </a:lnTo>
                <a:lnTo>
                  <a:pt x="51559" y="3685857"/>
                </a:lnTo>
                <a:close/>
                <a:moveTo>
                  <a:pt x="6584951" y="3682894"/>
                </a:moveTo>
                <a:lnTo>
                  <a:pt x="6584951" y="3683493"/>
                </a:lnTo>
                <a:cubicBezTo>
                  <a:pt x="6584951" y="3684904"/>
                  <a:pt x="6584951" y="3687724"/>
                  <a:pt x="6584951" y="3693365"/>
                </a:cubicBezTo>
                <a:cubicBezTo>
                  <a:pt x="6583072" y="3709347"/>
                  <a:pt x="6581370" y="3723449"/>
                  <a:pt x="6579748" y="3736259"/>
                </a:cubicBezTo>
                <a:lnTo>
                  <a:pt x="6578239" y="3747500"/>
                </a:lnTo>
                <a:lnTo>
                  <a:pt x="6582278" y="3708926"/>
                </a:lnTo>
                <a:close/>
                <a:moveTo>
                  <a:pt x="169453" y="3677625"/>
                </a:moveTo>
                <a:lnTo>
                  <a:pt x="169863" y="3677625"/>
                </a:lnTo>
                <a:cubicBezTo>
                  <a:pt x="169863" y="3681393"/>
                  <a:pt x="169863" y="3681393"/>
                  <a:pt x="169863" y="3681393"/>
                </a:cubicBezTo>
                <a:close/>
                <a:moveTo>
                  <a:pt x="168442" y="3677625"/>
                </a:moveTo>
                <a:lnTo>
                  <a:pt x="168553" y="3677625"/>
                </a:lnTo>
                <a:lnTo>
                  <a:pt x="169863" y="3690083"/>
                </a:lnTo>
                <a:cubicBezTo>
                  <a:pt x="169863" y="3690083"/>
                  <a:pt x="169863" y="3690083"/>
                  <a:pt x="169863" y="3693864"/>
                </a:cubicBezTo>
                <a:lnTo>
                  <a:pt x="169863" y="3696962"/>
                </a:lnTo>
                <a:lnTo>
                  <a:pt x="169583" y="3696679"/>
                </a:lnTo>
                <a:cubicBezTo>
                  <a:pt x="169583" y="3696679"/>
                  <a:pt x="169583" y="3696679"/>
                  <a:pt x="169583" y="3692915"/>
                </a:cubicBezTo>
                <a:cubicBezTo>
                  <a:pt x="169583" y="3692915"/>
                  <a:pt x="169583" y="3692915"/>
                  <a:pt x="169583" y="3689151"/>
                </a:cubicBezTo>
                <a:close/>
                <a:moveTo>
                  <a:pt x="224661" y="3662766"/>
                </a:moveTo>
                <a:lnTo>
                  <a:pt x="226397" y="3665763"/>
                </a:lnTo>
                <a:lnTo>
                  <a:pt x="226397" y="3666792"/>
                </a:lnTo>
                <a:close/>
                <a:moveTo>
                  <a:pt x="6355700" y="3662343"/>
                </a:moveTo>
                <a:cubicBezTo>
                  <a:pt x="6280395" y="3843318"/>
                  <a:pt x="6261569" y="3892332"/>
                  <a:pt x="6171203" y="4080848"/>
                </a:cubicBezTo>
                <a:cubicBezTo>
                  <a:pt x="6171203" y="4084618"/>
                  <a:pt x="6171203" y="4084618"/>
                  <a:pt x="6171203" y="4084618"/>
                </a:cubicBezTo>
                <a:cubicBezTo>
                  <a:pt x="6171203" y="4088388"/>
                  <a:pt x="6171203" y="4088388"/>
                  <a:pt x="6171203" y="4088388"/>
                </a:cubicBezTo>
                <a:cubicBezTo>
                  <a:pt x="6171203" y="4092159"/>
                  <a:pt x="6171203" y="4092159"/>
                  <a:pt x="6171203" y="4092159"/>
                </a:cubicBezTo>
                <a:cubicBezTo>
                  <a:pt x="6171203" y="4099699"/>
                  <a:pt x="6171203" y="4099699"/>
                  <a:pt x="6167438" y="4111010"/>
                </a:cubicBezTo>
                <a:cubicBezTo>
                  <a:pt x="6167438" y="4114780"/>
                  <a:pt x="6167438" y="4114780"/>
                  <a:pt x="6167438" y="4114780"/>
                </a:cubicBezTo>
                <a:cubicBezTo>
                  <a:pt x="6223916" y="4231660"/>
                  <a:pt x="6238977" y="4269363"/>
                  <a:pt x="6287925" y="4356080"/>
                </a:cubicBezTo>
                <a:cubicBezTo>
                  <a:pt x="6287925" y="4348540"/>
                  <a:pt x="6291691" y="4344769"/>
                  <a:pt x="6295456" y="4344769"/>
                </a:cubicBezTo>
                <a:lnTo>
                  <a:pt x="6301490" y="4330903"/>
                </a:lnTo>
                <a:lnTo>
                  <a:pt x="6298812" y="4345460"/>
                </a:lnTo>
                <a:cubicBezTo>
                  <a:pt x="6298812" y="4349227"/>
                  <a:pt x="6298812" y="4349227"/>
                  <a:pt x="6298812" y="4349227"/>
                </a:cubicBezTo>
                <a:cubicBezTo>
                  <a:pt x="6298812" y="4352995"/>
                  <a:pt x="6298812" y="4360530"/>
                  <a:pt x="6291263" y="4379367"/>
                </a:cubicBezTo>
                <a:cubicBezTo>
                  <a:pt x="6336560" y="4450950"/>
                  <a:pt x="6340335" y="4450950"/>
                  <a:pt x="6366758" y="4473555"/>
                </a:cubicBezTo>
                <a:cubicBezTo>
                  <a:pt x="6370532" y="4469788"/>
                  <a:pt x="6370532" y="4469788"/>
                  <a:pt x="6370532" y="4469788"/>
                </a:cubicBezTo>
                <a:cubicBezTo>
                  <a:pt x="6370532" y="4466020"/>
                  <a:pt x="6370532" y="4466020"/>
                  <a:pt x="6370532" y="4466020"/>
                </a:cubicBezTo>
                <a:cubicBezTo>
                  <a:pt x="6374307" y="4462253"/>
                  <a:pt x="6374307" y="4462253"/>
                  <a:pt x="6374307" y="4462253"/>
                </a:cubicBezTo>
                <a:cubicBezTo>
                  <a:pt x="6412054" y="4307785"/>
                  <a:pt x="6442252" y="4130711"/>
                  <a:pt x="6461126" y="3938568"/>
                </a:cubicBezTo>
                <a:cubicBezTo>
                  <a:pt x="6427153" y="4032756"/>
                  <a:pt x="6378082" y="4160852"/>
                  <a:pt x="6340335" y="4251272"/>
                </a:cubicBezTo>
                <a:lnTo>
                  <a:pt x="6323412" y="4280529"/>
                </a:lnTo>
                <a:lnTo>
                  <a:pt x="6325887" y="4274842"/>
                </a:lnTo>
                <a:cubicBezTo>
                  <a:pt x="6389410" y="4128448"/>
                  <a:pt x="6404648" y="4088860"/>
                  <a:pt x="6457361" y="3933806"/>
                </a:cubicBezTo>
                <a:cubicBezTo>
                  <a:pt x="6457361" y="3930035"/>
                  <a:pt x="6457361" y="3930035"/>
                  <a:pt x="6457361" y="3930035"/>
                </a:cubicBezTo>
                <a:cubicBezTo>
                  <a:pt x="6457361" y="3926265"/>
                  <a:pt x="6457361" y="3926265"/>
                  <a:pt x="6457361" y="3926265"/>
                </a:cubicBezTo>
                <a:cubicBezTo>
                  <a:pt x="6457361" y="3922495"/>
                  <a:pt x="6457361" y="3922495"/>
                  <a:pt x="6457361" y="3922495"/>
                </a:cubicBezTo>
                <a:cubicBezTo>
                  <a:pt x="6457361" y="3918724"/>
                  <a:pt x="6457361" y="3918724"/>
                  <a:pt x="6461126" y="3914954"/>
                </a:cubicBezTo>
                <a:cubicBezTo>
                  <a:pt x="6461126" y="3911184"/>
                  <a:pt x="6461126" y="3911184"/>
                  <a:pt x="6461126" y="3911184"/>
                </a:cubicBezTo>
                <a:cubicBezTo>
                  <a:pt x="6434769" y="3843318"/>
                  <a:pt x="6434769" y="3843318"/>
                  <a:pt x="6363230" y="3662343"/>
                </a:cubicBezTo>
                <a:cubicBezTo>
                  <a:pt x="6359465" y="3666113"/>
                  <a:pt x="6359465" y="3666113"/>
                  <a:pt x="6355700" y="3662343"/>
                </a:cubicBezTo>
                <a:close/>
                <a:moveTo>
                  <a:pt x="222627" y="3659255"/>
                </a:moveTo>
                <a:lnTo>
                  <a:pt x="223541" y="3660169"/>
                </a:lnTo>
                <a:lnTo>
                  <a:pt x="224661" y="3662766"/>
                </a:lnTo>
                <a:close/>
                <a:moveTo>
                  <a:pt x="90563" y="3649527"/>
                </a:moveTo>
                <a:lnTo>
                  <a:pt x="93056" y="3711871"/>
                </a:lnTo>
                <a:cubicBezTo>
                  <a:pt x="98525" y="3845035"/>
                  <a:pt x="101442" y="3872224"/>
                  <a:pt x="124778" y="4020527"/>
                </a:cubicBezTo>
                <a:cubicBezTo>
                  <a:pt x="124778" y="4020527"/>
                  <a:pt x="124778" y="4016760"/>
                  <a:pt x="124778" y="4016760"/>
                </a:cubicBezTo>
                <a:cubicBezTo>
                  <a:pt x="128588" y="4016760"/>
                  <a:pt x="128588" y="4020527"/>
                  <a:pt x="128588" y="4024293"/>
                </a:cubicBezTo>
                <a:cubicBezTo>
                  <a:pt x="128588" y="3908946"/>
                  <a:pt x="128588" y="3880110"/>
                  <a:pt x="128588" y="3766205"/>
                </a:cubicBezTo>
                <a:lnTo>
                  <a:pt x="128588" y="3719493"/>
                </a:lnTo>
                <a:cubicBezTo>
                  <a:pt x="128588" y="4002190"/>
                  <a:pt x="132341" y="4024806"/>
                  <a:pt x="132341" y="4058730"/>
                </a:cubicBezTo>
                <a:cubicBezTo>
                  <a:pt x="144536" y="4110558"/>
                  <a:pt x="153916" y="4150135"/>
                  <a:pt x="162124" y="4183057"/>
                </a:cubicBezTo>
                <a:lnTo>
                  <a:pt x="164689" y="4192994"/>
                </a:lnTo>
                <a:lnTo>
                  <a:pt x="158044" y="4168579"/>
                </a:lnTo>
                <a:cubicBezTo>
                  <a:pt x="150739" y="4139652"/>
                  <a:pt x="142727" y="4106255"/>
                  <a:pt x="132359" y="4062981"/>
                </a:cubicBezTo>
                <a:cubicBezTo>
                  <a:pt x="132359" y="4066744"/>
                  <a:pt x="132359" y="4066744"/>
                  <a:pt x="132359" y="4066744"/>
                </a:cubicBezTo>
                <a:cubicBezTo>
                  <a:pt x="132359" y="4066744"/>
                  <a:pt x="132359" y="4066744"/>
                  <a:pt x="131888" y="4065804"/>
                </a:cubicBezTo>
                <a:lnTo>
                  <a:pt x="129211" y="4060460"/>
                </a:lnTo>
                <a:lnTo>
                  <a:pt x="128361" y="4047580"/>
                </a:lnTo>
                <a:cubicBezTo>
                  <a:pt x="128361" y="4036273"/>
                  <a:pt x="124581" y="4032504"/>
                  <a:pt x="124581" y="4028735"/>
                </a:cubicBezTo>
                <a:cubicBezTo>
                  <a:pt x="94343" y="3825204"/>
                  <a:pt x="94343" y="3813896"/>
                  <a:pt x="90563" y="3651825"/>
                </a:cubicBezTo>
                <a:close/>
                <a:moveTo>
                  <a:pt x="128776" y="3649432"/>
                </a:moveTo>
                <a:lnTo>
                  <a:pt x="128745" y="3669596"/>
                </a:lnTo>
                <a:lnTo>
                  <a:pt x="128588" y="3675043"/>
                </a:lnTo>
                <a:lnTo>
                  <a:pt x="128588" y="3671268"/>
                </a:lnTo>
                <a:close/>
                <a:moveTo>
                  <a:pt x="90563" y="3648056"/>
                </a:moveTo>
                <a:lnTo>
                  <a:pt x="90563" y="3649527"/>
                </a:lnTo>
                <a:lnTo>
                  <a:pt x="90517" y="3648364"/>
                </a:lnTo>
                <a:close/>
                <a:moveTo>
                  <a:pt x="90488" y="3644358"/>
                </a:moveTo>
                <a:lnTo>
                  <a:pt x="90488" y="3647651"/>
                </a:lnTo>
                <a:lnTo>
                  <a:pt x="90517" y="3648364"/>
                </a:lnTo>
                <a:lnTo>
                  <a:pt x="80590" y="3714045"/>
                </a:lnTo>
                <a:cubicBezTo>
                  <a:pt x="60384" y="3848231"/>
                  <a:pt x="60798" y="3851116"/>
                  <a:pt x="64105" y="3874202"/>
                </a:cubicBezTo>
                <a:cubicBezTo>
                  <a:pt x="74027" y="3946286"/>
                  <a:pt x="80228" y="3992928"/>
                  <a:pt x="86496" y="4032216"/>
                </a:cubicBezTo>
                <a:lnTo>
                  <a:pt x="92918" y="4069678"/>
                </a:lnTo>
                <a:lnTo>
                  <a:pt x="87978" y="4046893"/>
                </a:lnTo>
                <a:cubicBezTo>
                  <a:pt x="78013" y="3998894"/>
                  <a:pt x="71369" y="3957482"/>
                  <a:pt x="59981" y="3878425"/>
                </a:cubicBezTo>
                <a:cubicBezTo>
                  <a:pt x="59981" y="3874661"/>
                  <a:pt x="59981" y="3874661"/>
                  <a:pt x="59981" y="3867131"/>
                </a:cubicBezTo>
                <a:cubicBezTo>
                  <a:pt x="58083" y="3879366"/>
                  <a:pt x="56659" y="3889013"/>
                  <a:pt x="55651" y="3896660"/>
                </a:cubicBezTo>
                <a:lnTo>
                  <a:pt x="54093" y="3911512"/>
                </a:lnTo>
                <a:lnTo>
                  <a:pt x="54021" y="3911137"/>
                </a:lnTo>
                <a:lnTo>
                  <a:pt x="56158" y="3888760"/>
                </a:lnTo>
                <a:cubicBezTo>
                  <a:pt x="57547" y="3877450"/>
                  <a:pt x="58473" y="3866139"/>
                  <a:pt x="56621" y="3854828"/>
                </a:cubicBezTo>
                <a:cubicBezTo>
                  <a:pt x="56621" y="3854828"/>
                  <a:pt x="56621" y="3847287"/>
                  <a:pt x="56621" y="3839746"/>
                </a:cubicBezTo>
                <a:lnTo>
                  <a:pt x="56268" y="3831293"/>
                </a:lnTo>
                <a:lnTo>
                  <a:pt x="56718" y="3840536"/>
                </a:lnTo>
                <a:cubicBezTo>
                  <a:pt x="56718" y="3840536"/>
                  <a:pt x="60470" y="3840536"/>
                  <a:pt x="60470" y="3848081"/>
                </a:cubicBezTo>
                <a:cubicBezTo>
                  <a:pt x="71727" y="3765083"/>
                  <a:pt x="71727" y="3765083"/>
                  <a:pt x="90488" y="3644358"/>
                </a:cubicBezTo>
                <a:close/>
                <a:moveTo>
                  <a:pt x="6588947" y="3644165"/>
                </a:moveTo>
                <a:lnTo>
                  <a:pt x="6588920" y="3644432"/>
                </a:lnTo>
                <a:cubicBezTo>
                  <a:pt x="6588920" y="3644432"/>
                  <a:pt x="6588920" y="3644432"/>
                  <a:pt x="6588920" y="3667105"/>
                </a:cubicBezTo>
                <a:lnTo>
                  <a:pt x="6588239" y="3650985"/>
                </a:lnTo>
                <a:lnTo>
                  <a:pt x="6588930" y="3644279"/>
                </a:lnTo>
                <a:close/>
                <a:moveTo>
                  <a:pt x="3079456" y="3621068"/>
                </a:moveTo>
                <a:cubicBezTo>
                  <a:pt x="2898435" y="3851228"/>
                  <a:pt x="2860722" y="3896505"/>
                  <a:pt x="2683472" y="4088933"/>
                </a:cubicBezTo>
                <a:cubicBezTo>
                  <a:pt x="2687243" y="4092706"/>
                  <a:pt x="2687243" y="4092706"/>
                  <a:pt x="2687243" y="4092706"/>
                </a:cubicBezTo>
                <a:cubicBezTo>
                  <a:pt x="2687243" y="4096480"/>
                  <a:pt x="2687243" y="4096480"/>
                  <a:pt x="2687243" y="4096480"/>
                </a:cubicBezTo>
                <a:cubicBezTo>
                  <a:pt x="2687243" y="4100253"/>
                  <a:pt x="2687243" y="4100253"/>
                  <a:pt x="2687243" y="4100253"/>
                </a:cubicBezTo>
                <a:cubicBezTo>
                  <a:pt x="2687243" y="4104026"/>
                  <a:pt x="2687243" y="4104026"/>
                  <a:pt x="2687243" y="4104026"/>
                </a:cubicBezTo>
                <a:cubicBezTo>
                  <a:pt x="2687243" y="4115345"/>
                  <a:pt x="2687243" y="4119118"/>
                  <a:pt x="2683472" y="4130437"/>
                </a:cubicBezTo>
                <a:cubicBezTo>
                  <a:pt x="2679700" y="4130437"/>
                  <a:pt x="2679700" y="4130437"/>
                  <a:pt x="2679700" y="4130437"/>
                </a:cubicBezTo>
                <a:cubicBezTo>
                  <a:pt x="2830552" y="4390782"/>
                  <a:pt x="2845637" y="4417194"/>
                  <a:pt x="2992717" y="4688857"/>
                </a:cubicBezTo>
                <a:cubicBezTo>
                  <a:pt x="3004031" y="4688857"/>
                  <a:pt x="3007802" y="4688857"/>
                  <a:pt x="3019116" y="4692630"/>
                </a:cubicBezTo>
                <a:cubicBezTo>
                  <a:pt x="3226536" y="4492656"/>
                  <a:pt x="3256706" y="4458698"/>
                  <a:pt x="3449042" y="4243631"/>
                </a:cubicBezTo>
                <a:cubicBezTo>
                  <a:pt x="3445270" y="4239858"/>
                  <a:pt x="3445270" y="4239858"/>
                  <a:pt x="3445270" y="4239858"/>
                </a:cubicBezTo>
                <a:cubicBezTo>
                  <a:pt x="3445270" y="4236084"/>
                  <a:pt x="3445270" y="4236084"/>
                  <a:pt x="3445270" y="4236084"/>
                </a:cubicBezTo>
                <a:cubicBezTo>
                  <a:pt x="3445270" y="4232311"/>
                  <a:pt x="3445270" y="4232311"/>
                  <a:pt x="3445270" y="4232311"/>
                </a:cubicBezTo>
                <a:cubicBezTo>
                  <a:pt x="3445270" y="4228538"/>
                  <a:pt x="3445270" y="4228538"/>
                  <a:pt x="3445270" y="4228538"/>
                </a:cubicBezTo>
                <a:cubicBezTo>
                  <a:pt x="3445270" y="4224765"/>
                  <a:pt x="3445270" y="4224765"/>
                  <a:pt x="3445270" y="4224765"/>
                </a:cubicBezTo>
                <a:cubicBezTo>
                  <a:pt x="3445270" y="4217219"/>
                  <a:pt x="3445270" y="4209673"/>
                  <a:pt x="3449042" y="4202126"/>
                </a:cubicBezTo>
                <a:cubicBezTo>
                  <a:pt x="3452813" y="4198353"/>
                  <a:pt x="3452813" y="4198353"/>
                  <a:pt x="3452813" y="4198353"/>
                </a:cubicBezTo>
                <a:cubicBezTo>
                  <a:pt x="3309504" y="3960648"/>
                  <a:pt x="3264249" y="3877639"/>
                  <a:pt x="3105855" y="3621068"/>
                </a:cubicBezTo>
                <a:cubicBezTo>
                  <a:pt x="3105855" y="3621068"/>
                  <a:pt x="3102084" y="3624841"/>
                  <a:pt x="3102084" y="3624841"/>
                </a:cubicBezTo>
                <a:cubicBezTo>
                  <a:pt x="3094541" y="3628614"/>
                  <a:pt x="3086999" y="3628614"/>
                  <a:pt x="3079456" y="3621068"/>
                </a:cubicBezTo>
                <a:close/>
                <a:moveTo>
                  <a:pt x="671314" y="3602018"/>
                </a:moveTo>
                <a:cubicBezTo>
                  <a:pt x="663774" y="3741451"/>
                  <a:pt x="644922" y="3873347"/>
                  <a:pt x="622300" y="3990169"/>
                </a:cubicBezTo>
                <a:cubicBezTo>
                  <a:pt x="622300" y="3993938"/>
                  <a:pt x="622300" y="3993938"/>
                  <a:pt x="622300" y="3993938"/>
                </a:cubicBezTo>
                <a:cubicBezTo>
                  <a:pt x="626071" y="3993938"/>
                  <a:pt x="626071" y="3993938"/>
                  <a:pt x="626071" y="3993938"/>
                </a:cubicBezTo>
                <a:cubicBezTo>
                  <a:pt x="626071" y="3997706"/>
                  <a:pt x="626071" y="3997706"/>
                  <a:pt x="626071" y="3997706"/>
                </a:cubicBezTo>
                <a:cubicBezTo>
                  <a:pt x="629841" y="4001475"/>
                  <a:pt x="629841" y="4001475"/>
                  <a:pt x="629841" y="4001475"/>
                </a:cubicBezTo>
                <a:cubicBezTo>
                  <a:pt x="758032" y="4001475"/>
                  <a:pt x="769343" y="4005243"/>
                  <a:pt x="889993" y="3971327"/>
                </a:cubicBezTo>
                <a:cubicBezTo>
                  <a:pt x="886223" y="3967559"/>
                  <a:pt x="886223" y="3967559"/>
                  <a:pt x="886223" y="3967559"/>
                </a:cubicBezTo>
                <a:cubicBezTo>
                  <a:pt x="882452" y="3956253"/>
                  <a:pt x="882452" y="3948716"/>
                  <a:pt x="893763" y="3944948"/>
                </a:cubicBezTo>
                <a:cubicBezTo>
                  <a:pt x="780654" y="3752757"/>
                  <a:pt x="773113" y="3741451"/>
                  <a:pt x="678855" y="3602018"/>
                </a:cubicBezTo>
                <a:cubicBezTo>
                  <a:pt x="675085" y="3602018"/>
                  <a:pt x="675085" y="3602018"/>
                  <a:pt x="675085" y="3602018"/>
                </a:cubicBezTo>
                <a:cubicBezTo>
                  <a:pt x="675085" y="3602018"/>
                  <a:pt x="671314" y="3602018"/>
                  <a:pt x="671314" y="3602018"/>
                </a:cubicBezTo>
                <a:close/>
                <a:moveTo>
                  <a:pt x="16605" y="3601591"/>
                </a:moveTo>
                <a:lnTo>
                  <a:pt x="22871" y="3632872"/>
                </a:lnTo>
                <a:cubicBezTo>
                  <a:pt x="27385" y="3673384"/>
                  <a:pt x="24607" y="3720796"/>
                  <a:pt x="30163" y="3757593"/>
                </a:cubicBezTo>
                <a:lnTo>
                  <a:pt x="26031" y="3726110"/>
                </a:lnTo>
                <a:lnTo>
                  <a:pt x="25772" y="3723986"/>
                </a:lnTo>
                <a:cubicBezTo>
                  <a:pt x="24325" y="3709553"/>
                  <a:pt x="23052" y="3694354"/>
                  <a:pt x="21895" y="3679037"/>
                </a:cubicBezTo>
                <a:close/>
                <a:moveTo>
                  <a:pt x="12041" y="3599414"/>
                </a:moveTo>
                <a:lnTo>
                  <a:pt x="19514" y="3676451"/>
                </a:lnTo>
                <a:lnTo>
                  <a:pt x="26031" y="3726110"/>
                </a:lnTo>
                <a:lnTo>
                  <a:pt x="30692" y="3764340"/>
                </a:lnTo>
                <a:cubicBezTo>
                  <a:pt x="30692" y="3768111"/>
                  <a:pt x="30692" y="3768111"/>
                  <a:pt x="30692" y="3768111"/>
                </a:cubicBezTo>
                <a:lnTo>
                  <a:pt x="31341" y="3772628"/>
                </a:lnTo>
                <a:lnTo>
                  <a:pt x="30560" y="3767759"/>
                </a:lnTo>
                <a:cubicBezTo>
                  <a:pt x="19249" y="3682955"/>
                  <a:pt x="16421" y="3661754"/>
                  <a:pt x="14124" y="3631012"/>
                </a:cubicBezTo>
                <a:close/>
                <a:moveTo>
                  <a:pt x="659808" y="3595668"/>
                </a:moveTo>
                <a:cubicBezTo>
                  <a:pt x="539266" y="3637142"/>
                  <a:pt x="531732" y="3640912"/>
                  <a:pt x="441325" y="3640912"/>
                </a:cubicBezTo>
                <a:cubicBezTo>
                  <a:pt x="448859" y="3652223"/>
                  <a:pt x="445092" y="3652223"/>
                  <a:pt x="441325" y="3652223"/>
                </a:cubicBezTo>
                <a:cubicBezTo>
                  <a:pt x="512897" y="3787954"/>
                  <a:pt x="527965" y="3814346"/>
                  <a:pt x="610838" y="3984010"/>
                </a:cubicBezTo>
                <a:cubicBezTo>
                  <a:pt x="614605" y="3984010"/>
                  <a:pt x="614605" y="3984010"/>
                  <a:pt x="614605" y="3984010"/>
                </a:cubicBezTo>
                <a:cubicBezTo>
                  <a:pt x="614605" y="3987780"/>
                  <a:pt x="614605" y="3987780"/>
                  <a:pt x="614605" y="3987780"/>
                </a:cubicBezTo>
                <a:cubicBezTo>
                  <a:pt x="637207" y="3870901"/>
                  <a:pt x="656041" y="3738940"/>
                  <a:pt x="663575" y="3603209"/>
                </a:cubicBezTo>
                <a:cubicBezTo>
                  <a:pt x="663575" y="3599438"/>
                  <a:pt x="663575" y="3599438"/>
                  <a:pt x="663575" y="3599438"/>
                </a:cubicBezTo>
                <a:cubicBezTo>
                  <a:pt x="659808" y="3599438"/>
                  <a:pt x="659808" y="3599438"/>
                  <a:pt x="659808" y="3599438"/>
                </a:cubicBezTo>
                <a:cubicBezTo>
                  <a:pt x="659808" y="3595668"/>
                  <a:pt x="659808" y="3595668"/>
                  <a:pt x="659808" y="3595668"/>
                </a:cubicBezTo>
                <a:close/>
                <a:moveTo>
                  <a:pt x="159534" y="3585498"/>
                </a:moveTo>
                <a:lnTo>
                  <a:pt x="160909" y="3599201"/>
                </a:lnTo>
                <a:lnTo>
                  <a:pt x="169453" y="3677625"/>
                </a:lnTo>
                <a:lnTo>
                  <a:pt x="168553" y="3677625"/>
                </a:lnTo>
                <a:lnTo>
                  <a:pt x="166692" y="3659939"/>
                </a:lnTo>
                <a:lnTo>
                  <a:pt x="161237" y="3604810"/>
                </a:lnTo>
                <a:close/>
                <a:moveTo>
                  <a:pt x="8880" y="3560446"/>
                </a:moveTo>
                <a:lnTo>
                  <a:pt x="9795" y="3563244"/>
                </a:lnTo>
                <a:lnTo>
                  <a:pt x="9016" y="3562075"/>
                </a:lnTo>
                <a:close/>
                <a:moveTo>
                  <a:pt x="7938" y="3557568"/>
                </a:moveTo>
                <a:lnTo>
                  <a:pt x="8744" y="3560032"/>
                </a:lnTo>
                <a:lnTo>
                  <a:pt x="8881" y="3561873"/>
                </a:lnTo>
                <a:lnTo>
                  <a:pt x="9016" y="3562075"/>
                </a:lnTo>
                <a:lnTo>
                  <a:pt x="9529" y="3568233"/>
                </a:lnTo>
                <a:cubicBezTo>
                  <a:pt x="10059" y="3574594"/>
                  <a:pt x="10766" y="3583074"/>
                  <a:pt x="11709" y="3594381"/>
                </a:cubicBezTo>
                <a:lnTo>
                  <a:pt x="12041" y="3599414"/>
                </a:lnTo>
                <a:lnTo>
                  <a:pt x="11642" y="3595309"/>
                </a:lnTo>
                <a:cubicBezTo>
                  <a:pt x="11642" y="3595309"/>
                  <a:pt x="11642" y="3595309"/>
                  <a:pt x="7938" y="3557568"/>
                </a:cubicBezTo>
                <a:close/>
                <a:moveTo>
                  <a:pt x="101685" y="3552437"/>
                </a:moveTo>
                <a:lnTo>
                  <a:pt x="99170" y="3571964"/>
                </a:lnTo>
                <a:lnTo>
                  <a:pt x="100823" y="3557086"/>
                </a:lnTo>
                <a:close/>
                <a:moveTo>
                  <a:pt x="252413" y="3550226"/>
                </a:moveTo>
                <a:lnTo>
                  <a:pt x="254948" y="3550226"/>
                </a:lnTo>
                <a:lnTo>
                  <a:pt x="271320" y="3592239"/>
                </a:lnTo>
                <a:cubicBezTo>
                  <a:pt x="304851" y="3678232"/>
                  <a:pt x="322701" y="3723883"/>
                  <a:pt x="358358" y="3818369"/>
                </a:cubicBezTo>
                <a:lnTo>
                  <a:pt x="366543" y="3840117"/>
                </a:lnTo>
                <a:lnTo>
                  <a:pt x="318903" y="3723189"/>
                </a:lnTo>
                <a:cubicBezTo>
                  <a:pt x="297683" y="3665221"/>
                  <a:pt x="276934" y="3606781"/>
                  <a:pt x="252413" y="3550226"/>
                </a:cubicBezTo>
                <a:close/>
                <a:moveTo>
                  <a:pt x="7938" y="3549152"/>
                </a:moveTo>
                <a:cubicBezTo>
                  <a:pt x="7938" y="3549152"/>
                  <a:pt x="7938" y="3549152"/>
                  <a:pt x="8410" y="3554806"/>
                </a:cubicBezTo>
                <a:lnTo>
                  <a:pt x="8880" y="3560446"/>
                </a:lnTo>
                <a:lnTo>
                  <a:pt x="8744" y="3560032"/>
                </a:lnTo>
                <a:close/>
                <a:moveTo>
                  <a:pt x="2288486" y="3546456"/>
                </a:moveTo>
                <a:cubicBezTo>
                  <a:pt x="2118682" y="3742349"/>
                  <a:pt x="2084721" y="3783787"/>
                  <a:pt x="1922463" y="3938241"/>
                </a:cubicBezTo>
                <a:cubicBezTo>
                  <a:pt x="1926237" y="3942008"/>
                  <a:pt x="1926237" y="3942008"/>
                  <a:pt x="1926237" y="3942008"/>
                </a:cubicBezTo>
                <a:cubicBezTo>
                  <a:pt x="1926237" y="3945775"/>
                  <a:pt x="1926237" y="3945775"/>
                  <a:pt x="1926237" y="3945775"/>
                </a:cubicBezTo>
                <a:cubicBezTo>
                  <a:pt x="1926237" y="3949543"/>
                  <a:pt x="1926237" y="3949543"/>
                  <a:pt x="1926237" y="3949543"/>
                </a:cubicBezTo>
                <a:cubicBezTo>
                  <a:pt x="1926237" y="3953310"/>
                  <a:pt x="1926237" y="3953310"/>
                  <a:pt x="1926237" y="3953310"/>
                </a:cubicBezTo>
                <a:cubicBezTo>
                  <a:pt x="1926237" y="3960844"/>
                  <a:pt x="1926237" y="3964611"/>
                  <a:pt x="1922463" y="3972146"/>
                </a:cubicBezTo>
                <a:cubicBezTo>
                  <a:pt x="1922463" y="3975913"/>
                  <a:pt x="1922463" y="3975913"/>
                  <a:pt x="1922463" y="3975913"/>
                </a:cubicBezTo>
                <a:cubicBezTo>
                  <a:pt x="2054533" y="4205710"/>
                  <a:pt x="2073400" y="4239614"/>
                  <a:pt x="2213017" y="4492014"/>
                </a:cubicBezTo>
                <a:cubicBezTo>
                  <a:pt x="2224338" y="4492014"/>
                  <a:pt x="2228111" y="4492014"/>
                  <a:pt x="2235658" y="4495781"/>
                </a:cubicBezTo>
                <a:cubicBezTo>
                  <a:pt x="2424329" y="4337560"/>
                  <a:pt x="2458290" y="4307423"/>
                  <a:pt x="2635641" y="4122832"/>
                </a:cubicBezTo>
                <a:cubicBezTo>
                  <a:pt x="2635641" y="4119065"/>
                  <a:pt x="2635641" y="4119065"/>
                  <a:pt x="2635641" y="4119065"/>
                </a:cubicBezTo>
                <a:cubicBezTo>
                  <a:pt x="2635641" y="4115298"/>
                  <a:pt x="2635641" y="4115298"/>
                  <a:pt x="2635641" y="4115298"/>
                </a:cubicBezTo>
                <a:cubicBezTo>
                  <a:pt x="2635641" y="4111531"/>
                  <a:pt x="2635641" y="4111531"/>
                  <a:pt x="2635641" y="4111531"/>
                </a:cubicBezTo>
                <a:cubicBezTo>
                  <a:pt x="2635641" y="4103996"/>
                  <a:pt x="2635641" y="4103996"/>
                  <a:pt x="2635641" y="4103996"/>
                </a:cubicBezTo>
                <a:cubicBezTo>
                  <a:pt x="2635641" y="4096462"/>
                  <a:pt x="2635641" y="4092695"/>
                  <a:pt x="2639415" y="4085160"/>
                </a:cubicBezTo>
                <a:cubicBezTo>
                  <a:pt x="2643188" y="4081393"/>
                  <a:pt x="2643188" y="4081393"/>
                  <a:pt x="2643188" y="4081393"/>
                </a:cubicBezTo>
                <a:cubicBezTo>
                  <a:pt x="2503571" y="3851596"/>
                  <a:pt x="2462064" y="3783787"/>
                  <a:pt x="2311126" y="3550223"/>
                </a:cubicBezTo>
                <a:cubicBezTo>
                  <a:pt x="2311126" y="3550223"/>
                  <a:pt x="2307353" y="3550223"/>
                  <a:pt x="2307353" y="3550223"/>
                </a:cubicBezTo>
                <a:cubicBezTo>
                  <a:pt x="2299806" y="3553990"/>
                  <a:pt x="2296033" y="3550223"/>
                  <a:pt x="2288486" y="3546456"/>
                </a:cubicBezTo>
                <a:close/>
                <a:moveTo>
                  <a:pt x="177080" y="3545889"/>
                </a:moveTo>
                <a:lnTo>
                  <a:pt x="193091" y="3617554"/>
                </a:lnTo>
                <a:lnTo>
                  <a:pt x="182787" y="3578363"/>
                </a:lnTo>
                <a:close/>
                <a:moveTo>
                  <a:pt x="59846" y="3539680"/>
                </a:moveTo>
                <a:lnTo>
                  <a:pt x="56769" y="3581608"/>
                </a:lnTo>
                <a:cubicBezTo>
                  <a:pt x="55707" y="3596552"/>
                  <a:pt x="54812" y="3609815"/>
                  <a:pt x="54080" y="3621958"/>
                </a:cubicBezTo>
                <a:lnTo>
                  <a:pt x="51574" y="3685465"/>
                </a:lnTo>
                <a:lnTo>
                  <a:pt x="51528" y="3667255"/>
                </a:lnTo>
                <a:cubicBezTo>
                  <a:pt x="51875" y="3637564"/>
                  <a:pt x="53525" y="3611584"/>
                  <a:pt x="56672" y="3575000"/>
                </a:cubicBezTo>
                <a:close/>
                <a:moveTo>
                  <a:pt x="60325" y="3533154"/>
                </a:moveTo>
                <a:lnTo>
                  <a:pt x="60325" y="3534351"/>
                </a:lnTo>
                <a:lnTo>
                  <a:pt x="59846" y="3539680"/>
                </a:lnTo>
                <a:close/>
                <a:moveTo>
                  <a:pt x="183295" y="3513957"/>
                </a:moveTo>
                <a:lnTo>
                  <a:pt x="193238" y="3552435"/>
                </a:lnTo>
                <a:cubicBezTo>
                  <a:pt x="199540" y="3576578"/>
                  <a:pt x="205665" y="3599897"/>
                  <a:pt x="211319" y="3621568"/>
                </a:cubicBezTo>
                <a:cubicBezTo>
                  <a:pt x="211319" y="3621568"/>
                  <a:pt x="211319" y="3621568"/>
                  <a:pt x="211319" y="3617799"/>
                </a:cubicBezTo>
                <a:lnTo>
                  <a:pt x="212819" y="3627657"/>
                </a:lnTo>
                <a:lnTo>
                  <a:pt x="210798" y="3625618"/>
                </a:lnTo>
                <a:cubicBezTo>
                  <a:pt x="202378" y="3593057"/>
                  <a:pt x="193433" y="3556249"/>
                  <a:pt x="184356" y="3518380"/>
                </a:cubicBezTo>
                <a:close/>
                <a:moveTo>
                  <a:pt x="17993" y="3512347"/>
                </a:moveTo>
                <a:lnTo>
                  <a:pt x="17832" y="3515380"/>
                </a:lnTo>
                <a:lnTo>
                  <a:pt x="17901" y="3513118"/>
                </a:lnTo>
                <a:close/>
                <a:moveTo>
                  <a:pt x="150543" y="3496124"/>
                </a:moveTo>
                <a:lnTo>
                  <a:pt x="152040" y="3514288"/>
                </a:lnTo>
                <a:cubicBezTo>
                  <a:pt x="154854" y="3545005"/>
                  <a:pt x="157903" y="3575722"/>
                  <a:pt x="160952" y="3605375"/>
                </a:cubicBezTo>
                <a:lnTo>
                  <a:pt x="166692" y="3659939"/>
                </a:lnTo>
                <a:lnTo>
                  <a:pt x="168442" y="3677625"/>
                </a:lnTo>
                <a:lnTo>
                  <a:pt x="166093" y="3677625"/>
                </a:lnTo>
                <a:cubicBezTo>
                  <a:pt x="166093" y="3677625"/>
                  <a:pt x="166093" y="3677625"/>
                  <a:pt x="166093" y="3681393"/>
                </a:cubicBezTo>
                <a:cubicBezTo>
                  <a:pt x="160437" y="3630523"/>
                  <a:pt x="155724" y="3570233"/>
                  <a:pt x="151483" y="3509943"/>
                </a:cubicBezTo>
                <a:close/>
                <a:moveTo>
                  <a:pt x="113467" y="3458672"/>
                </a:moveTo>
                <a:lnTo>
                  <a:pt x="111285" y="3475018"/>
                </a:lnTo>
                <a:lnTo>
                  <a:pt x="105180" y="3524381"/>
                </a:lnTo>
                <a:lnTo>
                  <a:pt x="101396" y="3551927"/>
                </a:lnTo>
                <a:lnTo>
                  <a:pt x="100823" y="3557086"/>
                </a:lnTo>
                <a:lnTo>
                  <a:pt x="98159" y="3571442"/>
                </a:lnTo>
                <a:lnTo>
                  <a:pt x="101224" y="3544514"/>
                </a:lnTo>
                <a:cubicBezTo>
                  <a:pt x="104260" y="3521270"/>
                  <a:pt x="107713" y="3497200"/>
                  <a:pt x="111285" y="3473130"/>
                </a:cubicBezTo>
                <a:close/>
                <a:moveTo>
                  <a:pt x="90196" y="3443260"/>
                </a:moveTo>
                <a:lnTo>
                  <a:pt x="84593" y="3460165"/>
                </a:lnTo>
                <a:lnTo>
                  <a:pt x="88974" y="3445940"/>
                </a:lnTo>
                <a:close/>
                <a:moveTo>
                  <a:pt x="6603048" y="3436719"/>
                </a:moveTo>
                <a:lnTo>
                  <a:pt x="6603009" y="3441507"/>
                </a:lnTo>
                <a:lnTo>
                  <a:pt x="6602567" y="3449085"/>
                </a:lnTo>
                <a:close/>
                <a:moveTo>
                  <a:pt x="185771" y="3415605"/>
                </a:moveTo>
                <a:lnTo>
                  <a:pt x="190500" y="3425333"/>
                </a:lnTo>
                <a:lnTo>
                  <a:pt x="223373" y="3490983"/>
                </a:lnTo>
                <a:lnTo>
                  <a:pt x="215883" y="3477423"/>
                </a:lnTo>
                <a:cubicBezTo>
                  <a:pt x="207416" y="3460999"/>
                  <a:pt x="199008" y="3443748"/>
                  <a:pt x="190718" y="3426260"/>
                </a:cubicBezTo>
                <a:close/>
                <a:moveTo>
                  <a:pt x="143915" y="3411987"/>
                </a:moveTo>
                <a:lnTo>
                  <a:pt x="144413" y="3420685"/>
                </a:lnTo>
                <a:lnTo>
                  <a:pt x="149541" y="3481381"/>
                </a:lnTo>
                <a:lnTo>
                  <a:pt x="150543" y="3496124"/>
                </a:lnTo>
                <a:lnTo>
                  <a:pt x="144536" y="3423201"/>
                </a:lnTo>
                <a:close/>
                <a:moveTo>
                  <a:pt x="934856" y="3403581"/>
                </a:moveTo>
                <a:cubicBezTo>
                  <a:pt x="799329" y="3516567"/>
                  <a:pt x="791800" y="3524100"/>
                  <a:pt x="682625" y="3584359"/>
                </a:cubicBezTo>
                <a:cubicBezTo>
                  <a:pt x="686390" y="3584359"/>
                  <a:pt x="686390" y="3584359"/>
                  <a:pt x="686390" y="3584359"/>
                </a:cubicBezTo>
                <a:cubicBezTo>
                  <a:pt x="686390" y="3588125"/>
                  <a:pt x="686390" y="3588125"/>
                  <a:pt x="686390" y="3588125"/>
                </a:cubicBezTo>
                <a:cubicBezTo>
                  <a:pt x="686390" y="3591891"/>
                  <a:pt x="686390" y="3591891"/>
                  <a:pt x="686390" y="3591891"/>
                </a:cubicBezTo>
                <a:cubicBezTo>
                  <a:pt x="686390" y="3595658"/>
                  <a:pt x="686390" y="3595658"/>
                  <a:pt x="682625" y="3599424"/>
                </a:cubicBezTo>
                <a:cubicBezTo>
                  <a:pt x="682625" y="3603190"/>
                  <a:pt x="682625" y="3603190"/>
                  <a:pt x="682625" y="3603190"/>
                </a:cubicBezTo>
                <a:cubicBezTo>
                  <a:pt x="776741" y="3738774"/>
                  <a:pt x="795565" y="3765137"/>
                  <a:pt x="897210" y="3942149"/>
                </a:cubicBezTo>
                <a:cubicBezTo>
                  <a:pt x="900975" y="3942149"/>
                  <a:pt x="908504" y="3945915"/>
                  <a:pt x="912268" y="3949681"/>
                </a:cubicBezTo>
                <a:cubicBezTo>
                  <a:pt x="1062854" y="3881890"/>
                  <a:pt x="1070383" y="3878123"/>
                  <a:pt x="1205911" y="3783968"/>
                </a:cubicBezTo>
                <a:cubicBezTo>
                  <a:pt x="1205911" y="3780202"/>
                  <a:pt x="1205911" y="3780202"/>
                  <a:pt x="1205911" y="3780202"/>
                </a:cubicBezTo>
                <a:cubicBezTo>
                  <a:pt x="1205911" y="3776436"/>
                  <a:pt x="1205911" y="3776436"/>
                  <a:pt x="1205911" y="3776436"/>
                </a:cubicBezTo>
                <a:cubicBezTo>
                  <a:pt x="1205911" y="3768903"/>
                  <a:pt x="1205911" y="3768903"/>
                  <a:pt x="1205911" y="3768903"/>
                </a:cubicBezTo>
                <a:cubicBezTo>
                  <a:pt x="1205911" y="3765137"/>
                  <a:pt x="1205911" y="3765137"/>
                  <a:pt x="1209675" y="3761371"/>
                </a:cubicBezTo>
                <a:cubicBezTo>
                  <a:pt x="1209675" y="3757605"/>
                  <a:pt x="1209675" y="3757605"/>
                  <a:pt x="1209675" y="3757605"/>
                </a:cubicBezTo>
                <a:cubicBezTo>
                  <a:pt x="1074148" y="3561762"/>
                  <a:pt x="1070383" y="3550463"/>
                  <a:pt x="949915" y="3403581"/>
                </a:cubicBezTo>
                <a:cubicBezTo>
                  <a:pt x="949915" y="3407347"/>
                  <a:pt x="949915" y="3407347"/>
                  <a:pt x="949915" y="3407347"/>
                </a:cubicBezTo>
                <a:cubicBezTo>
                  <a:pt x="942386" y="3407347"/>
                  <a:pt x="938621" y="3407347"/>
                  <a:pt x="934856" y="3403581"/>
                </a:cubicBezTo>
                <a:close/>
                <a:moveTo>
                  <a:pt x="264285" y="3403581"/>
                </a:moveTo>
                <a:cubicBezTo>
                  <a:pt x="264285" y="3452512"/>
                  <a:pt x="256762" y="3493915"/>
                  <a:pt x="249238" y="3535318"/>
                </a:cubicBezTo>
                <a:cubicBezTo>
                  <a:pt x="253000" y="3539082"/>
                  <a:pt x="253000" y="3539082"/>
                  <a:pt x="253000" y="3539082"/>
                </a:cubicBezTo>
                <a:cubicBezTo>
                  <a:pt x="253000" y="3542846"/>
                  <a:pt x="253000" y="3542846"/>
                  <a:pt x="253000" y="3542846"/>
                </a:cubicBezTo>
                <a:cubicBezTo>
                  <a:pt x="331996" y="3610596"/>
                  <a:pt x="339519" y="3614360"/>
                  <a:pt x="422276" y="3636943"/>
                </a:cubicBezTo>
                <a:cubicBezTo>
                  <a:pt x="414753" y="3625651"/>
                  <a:pt x="422276" y="3621888"/>
                  <a:pt x="422276" y="3621888"/>
                </a:cubicBezTo>
                <a:cubicBezTo>
                  <a:pt x="339519" y="3490151"/>
                  <a:pt x="335757" y="3486387"/>
                  <a:pt x="271808" y="3407345"/>
                </a:cubicBezTo>
                <a:cubicBezTo>
                  <a:pt x="268047" y="3407345"/>
                  <a:pt x="268047" y="3407345"/>
                  <a:pt x="268047" y="3407345"/>
                </a:cubicBezTo>
                <a:cubicBezTo>
                  <a:pt x="264285" y="3403581"/>
                  <a:pt x="264285" y="3403581"/>
                  <a:pt x="264285" y="3403581"/>
                </a:cubicBezTo>
                <a:close/>
                <a:moveTo>
                  <a:pt x="275372" y="3398471"/>
                </a:moveTo>
                <a:lnTo>
                  <a:pt x="272050" y="3398818"/>
                </a:lnTo>
                <a:lnTo>
                  <a:pt x="271806" y="3398576"/>
                </a:lnTo>
                <a:close/>
                <a:moveTo>
                  <a:pt x="135388" y="3360048"/>
                </a:moveTo>
                <a:lnTo>
                  <a:pt x="133396" y="3420956"/>
                </a:lnTo>
                <a:lnTo>
                  <a:pt x="132979" y="3439673"/>
                </a:lnTo>
                <a:lnTo>
                  <a:pt x="132271" y="3460525"/>
                </a:lnTo>
                <a:cubicBezTo>
                  <a:pt x="130991" y="3504517"/>
                  <a:pt x="129922" y="3549504"/>
                  <a:pt x="129270" y="3591704"/>
                </a:cubicBezTo>
                <a:lnTo>
                  <a:pt x="128776" y="3649432"/>
                </a:lnTo>
                <a:lnTo>
                  <a:pt x="128855" y="3596414"/>
                </a:lnTo>
                <a:cubicBezTo>
                  <a:pt x="129037" y="3553427"/>
                  <a:pt x="129494" y="3507926"/>
                  <a:pt x="130636" y="3463284"/>
                </a:cubicBezTo>
                <a:close/>
                <a:moveTo>
                  <a:pt x="140405" y="3348597"/>
                </a:moveTo>
                <a:lnTo>
                  <a:pt x="145945" y="3423423"/>
                </a:lnTo>
                <a:cubicBezTo>
                  <a:pt x="148221" y="3452949"/>
                  <a:pt x="150673" y="3483532"/>
                  <a:pt x="153241" y="3514116"/>
                </a:cubicBezTo>
                <a:lnTo>
                  <a:pt x="159534" y="3585498"/>
                </a:lnTo>
                <a:lnTo>
                  <a:pt x="151954" y="3509943"/>
                </a:lnTo>
                <a:lnTo>
                  <a:pt x="149541" y="3481381"/>
                </a:lnTo>
                <a:lnTo>
                  <a:pt x="145415" y="3420685"/>
                </a:lnTo>
                <a:lnTo>
                  <a:pt x="140412" y="3348732"/>
                </a:lnTo>
                <a:close/>
                <a:moveTo>
                  <a:pt x="6604001" y="3345835"/>
                </a:moveTo>
                <a:lnTo>
                  <a:pt x="6604001" y="3346596"/>
                </a:lnTo>
                <a:cubicBezTo>
                  <a:pt x="6604001" y="3386161"/>
                  <a:pt x="6604001" y="3405944"/>
                  <a:pt x="6603530" y="3424314"/>
                </a:cubicBezTo>
                <a:lnTo>
                  <a:pt x="6603048" y="3436719"/>
                </a:lnTo>
                <a:lnTo>
                  <a:pt x="6603202" y="3417783"/>
                </a:lnTo>
                <a:lnTo>
                  <a:pt x="6603505" y="3409460"/>
                </a:lnTo>
                <a:cubicBezTo>
                  <a:pt x="6604001" y="3391079"/>
                  <a:pt x="6604001" y="3375998"/>
                  <a:pt x="6604001" y="3345835"/>
                </a:cubicBezTo>
                <a:close/>
                <a:moveTo>
                  <a:pt x="139850" y="3341106"/>
                </a:moveTo>
                <a:lnTo>
                  <a:pt x="140373" y="3348172"/>
                </a:lnTo>
                <a:lnTo>
                  <a:pt x="140412" y="3348732"/>
                </a:lnTo>
                <a:lnTo>
                  <a:pt x="143915" y="3411987"/>
                </a:lnTo>
                <a:close/>
                <a:moveTo>
                  <a:pt x="140740" y="3339099"/>
                </a:moveTo>
                <a:lnTo>
                  <a:pt x="157124" y="3404772"/>
                </a:lnTo>
                <a:lnTo>
                  <a:pt x="183295" y="3513957"/>
                </a:lnTo>
                <a:lnTo>
                  <a:pt x="174096" y="3478356"/>
                </a:lnTo>
                <a:cubicBezTo>
                  <a:pt x="167735" y="3453388"/>
                  <a:pt x="161492" y="3428420"/>
                  <a:pt x="155661" y="3404276"/>
                </a:cubicBezTo>
                <a:lnTo>
                  <a:pt x="141145" y="3341399"/>
                </a:lnTo>
                <a:close/>
                <a:moveTo>
                  <a:pt x="132075" y="3339089"/>
                </a:moveTo>
                <a:lnTo>
                  <a:pt x="132022" y="3384477"/>
                </a:lnTo>
                <a:cubicBezTo>
                  <a:pt x="128095" y="3436407"/>
                  <a:pt x="113998" y="3494315"/>
                  <a:pt x="102612" y="3547441"/>
                </a:cubicBezTo>
                <a:lnTo>
                  <a:pt x="101685" y="3552437"/>
                </a:lnTo>
                <a:lnTo>
                  <a:pt x="102295" y="3547700"/>
                </a:lnTo>
                <a:lnTo>
                  <a:pt x="105180" y="3524381"/>
                </a:lnTo>
                <a:lnTo>
                  <a:pt x="111685" y="3477017"/>
                </a:lnTo>
                <a:cubicBezTo>
                  <a:pt x="115338" y="3451831"/>
                  <a:pt x="119113" y="3426763"/>
                  <a:pt x="122706" y="3402814"/>
                </a:cubicBezTo>
                <a:close/>
                <a:moveTo>
                  <a:pt x="139700" y="3338493"/>
                </a:moveTo>
                <a:lnTo>
                  <a:pt x="139850" y="3341106"/>
                </a:lnTo>
                <a:lnTo>
                  <a:pt x="139700" y="3339082"/>
                </a:lnTo>
                <a:close/>
                <a:moveTo>
                  <a:pt x="139700" y="3338493"/>
                </a:moveTo>
                <a:lnTo>
                  <a:pt x="139845" y="3338493"/>
                </a:lnTo>
                <a:lnTo>
                  <a:pt x="140405" y="3348597"/>
                </a:lnTo>
                <a:lnTo>
                  <a:pt x="140373" y="3348172"/>
                </a:lnTo>
                <a:close/>
                <a:moveTo>
                  <a:pt x="136418" y="3338493"/>
                </a:moveTo>
                <a:lnTo>
                  <a:pt x="136526" y="3338493"/>
                </a:lnTo>
                <a:lnTo>
                  <a:pt x="136526" y="3339093"/>
                </a:lnTo>
                <a:cubicBezTo>
                  <a:pt x="133550" y="3412700"/>
                  <a:pt x="132805" y="3507540"/>
                  <a:pt x="130945" y="3593356"/>
                </a:cubicBezTo>
                <a:lnTo>
                  <a:pt x="130835" y="3597150"/>
                </a:lnTo>
                <a:lnTo>
                  <a:pt x="131403" y="3510508"/>
                </a:lnTo>
                <a:lnTo>
                  <a:pt x="132979" y="3439673"/>
                </a:lnTo>
                <a:close/>
                <a:moveTo>
                  <a:pt x="136093" y="3338493"/>
                </a:moveTo>
                <a:lnTo>
                  <a:pt x="136380" y="3338493"/>
                </a:lnTo>
                <a:lnTo>
                  <a:pt x="135388" y="3360048"/>
                </a:lnTo>
                <a:close/>
                <a:moveTo>
                  <a:pt x="136526" y="3335318"/>
                </a:moveTo>
                <a:lnTo>
                  <a:pt x="136418" y="3338493"/>
                </a:lnTo>
                <a:lnTo>
                  <a:pt x="136380" y="3338493"/>
                </a:lnTo>
                <a:close/>
                <a:moveTo>
                  <a:pt x="134639" y="3335318"/>
                </a:moveTo>
                <a:lnTo>
                  <a:pt x="136219" y="3335318"/>
                </a:lnTo>
                <a:lnTo>
                  <a:pt x="134715" y="3335728"/>
                </a:lnTo>
                <a:close/>
                <a:moveTo>
                  <a:pt x="131763" y="3335318"/>
                </a:moveTo>
                <a:cubicBezTo>
                  <a:pt x="128906" y="3356084"/>
                  <a:pt x="125572" y="3378502"/>
                  <a:pt x="122060" y="3401746"/>
                </a:cubicBezTo>
                <a:lnTo>
                  <a:pt x="113467" y="3458672"/>
                </a:lnTo>
                <a:lnTo>
                  <a:pt x="120988" y="3402336"/>
                </a:lnTo>
                <a:cubicBezTo>
                  <a:pt x="124381" y="3378738"/>
                  <a:pt x="127953" y="3356084"/>
                  <a:pt x="131763" y="3335318"/>
                </a:cubicBezTo>
                <a:close/>
                <a:moveTo>
                  <a:pt x="139927" y="3334474"/>
                </a:moveTo>
                <a:lnTo>
                  <a:pt x="140740" y="3339099"/>
                </a:lnTo>
                <a:lnTo>
                  <a:pt x="139725" y="3335031"/>
                </a:lnTo>
                <a:lnTo>
                  <a:pt x="139783" y="3334764"/>
                </a:lnTo>
                <a:close/>
                <a:moveTo>
                  <a:pt x="139881" y="3334320"/>
                </a:moveTo>
                <a:lnTo>
                  <a:pt x="139783" y="3334764"/>
                </a:lnTo>
                <a:lnTo>
                  <a:pt x="139700" y="3334931"/>
                </a:lnTo>
                <a:lnTo>
                  <a:pt x="139725" y="3335031"/>
                </a:lnTo>
                <a:lnTo>
                  <a:pt x="139700" y="3335144"/>
                </a:lnTo>
                <a:lnTo>
                  <a:pt x="141145" y="3341399"/>
                </a:lnTo>
                <a:lnTo>
                  <a:pt x="177080" y="3545889"/>
                </a:lnTo>
                <a:lnTo>
                  <a:pt x="167248" y="3501883"/>
                </a:lnTo>
                <a:cubicBezTo>
                  <a:pt x="156509" y="3447302"/>
                  <a:pt x="147171" y="3391781"/>
                  <a:pt x="139700" y="3335318"/>
                </a:cubicBezTo>
                <a:lnTo>
                  <a:pt x="139700" y="3338493"/>
                </a:lnTo>
                <a:lnTo>
                  <a:pt x="136526" y="3338493"/>
                </a:lnTo>
                <a:lnTo>
                  <a:pt x="136526" y="3335318"/>
                </a:lnTo>
                <a:lnTo>
                  <a:pt x="136219" y="3335318"/>
                </a:lnTo>
                <a:close/>
                <a:moveTo>
                  <a:pt x="130836" y="3330666"/>
                </a:moveTo>
                <a:lnTo>
                  <a:pt x="120682" y="3371055"/>
                </a:lnTo>
                <a:cubicBezTo>
                  <a:pt x="115464" y="3386179"/>
                  <a:pt x="109015" y="3401598"/>
                  <a:pt x="102214" y="3416899"/>
                </a:cubicBezTo>
                <a:lnTo>
                  <a:pt x="90196" y="3443260"/>
                </a:lnTo>
                <a:lnTo>
                  <a:pt x="98613" y="3417869"/>
                </a:lnTo>
                <a:lnTo>
                  <a:pt x="107242" y="3392946"/>
                </a:lnTo>
                <a:close/>
                <a:moveTo>
                  <a:pt x="6603166" y="3329303"/>
                </a:moveTo>
                <a:lnTo>
                  <a:pt x="6600825" y="3366214"/>
                </a:lnTo>
                <a:lnTo>
                  <a:pt x="6598404" y="3385556"/>
                </a:lnTo>
                <a:close/>
                <a:moveTo>
                  <a:pt x="131485" y="3328084"/>
                </a:moveTo>
                <a:lnTo>
                  <a:pt x="131475" y="3328124"/>
                </a:lnTo>
                <a:lnTo>
                  <a:pt x="115013" y="3370504"/>
                </a:lnTo>
                <a:lnTo>
                  <a:pt x="107242" y="3392946"/>
                </a:lnTo>
                <a:lnTo>
                  <a:pt x="96838" y="3420411"/>
                </a:lnTo>
                <a:lnTo>
                  <a:pt x="88974" y="3445940"/>
                </a:lnTo>
                <a:lnTo>
                  <a:pt x="82692" y="3459720"/>
                </a:lnTo>
                <a:lnTo>
                  <a:pt x="97212" y="3414570"/>
                </a:lnTo>
                <a:close/>
                <a:moveTo>
                  <a:pt x="143156" y="3327959"/>
                </a:moveTo>
                <a:lnTo>
                  <a:pt x="155004" y="3352327"/>
                </a:lnTo>
                <a:lnTo>
                  <a:pt x="190685" y="3429310"/>
                </a:lnTo>
                <a:lnTo>
                  <a:pt x="222848" y="3494814"/>
                </a:lnTo>
                <a:lnTo>
                  <a:pt x="214134" y="3478035"/>
                </a:lnTo>
                <a:cubicBezTo>
                  <a:pt x="205859" y="3461651"/>
                  <a:pt x="197406" y="3444497"/>
                  <a:pt x="189072" y="3427226"/>
                </a:cubicBezTo>
                <a:lnTo>
                  <a:pt x="143149" y="3327973"/>
                </a:lnTo>
                <a:close/>
                <a:moveTo>
                  <a:pt x="142875" y="3320632"/>
                </a:moveTo>
                <a:lnTo>
                  <a:pt x="142875" y="3323224"/>
                </a:lnTo>
                <a:lnTo>
                  <a:pt x="185771" y="3415605"/>
                </a:lnTo>
                <a:lnTo>
                  <a:pt x="155004" y="3352327"/>
                </a:lnTo>
                <a:lnTo>
                  <a:pt x="143442" y="3327381"/>
                </a:lnTo>
                <a:lnTo>
                  <a:pt x="143156" y="3327959"/>
                </a:lnTo>
                <a:lnTo>
                  <a:pt x="142875" y="3327381"/>
                </a:lnTo>
                <a:lnTo>
                  <a:pt x="143149" y="3327973"/>
                </a:lnTo>
                <a:lnTo>
                  <a:pt x="139927" y="3334474"/>
                </a:lnTo>
                <a:lnTo>
                  <a:pt x="139899" y="3334315"/>
                </a:lnTo>
                <a:lnTo>
                  <a:pt x="139881" y="3334320"/>
                </a:lnTo>
                <a:close/>
                <a:moveTo>
                  <a:pt x="6604001" y="3319453"/>
                </a:moveTo>
                <a:lnTo>
                  <a:pt x="6603202" y="3417783"/>
                </a:lnTo>
                <a:lnTo>
                  <a:pt x="6602327" y="3441802"/>
                </a:lnTo>
                <a:cubicBezTo>
                  <a:pt x="6602047" y="3448370"/>
                  <a:pt x="6601722" y="3455719"/>
                  <a:pt x="6601342" y="3464136"/>
                </a:cubicBezTo>
                <a:lnTo>
                  <a:pt x="6600088" y="3491639"/>
                </a:lnTo>
                <a:lnTo>
                  <a:pt x="6596063" y="3560743"/>
                </a:lnTo>
                <a:cubicBezTo>
                  <a:pt x="6600032" y="3492878"/>
                  <a:pt x="6600032" y="3492878"/>
                  <a:pt x="6600032" y="3492878"/>
                </a:cubicBezTo>
                <a:lnTo>
                  <a:pt x="6600088" y="3491639"/>
                </a:lnTo>
                <a:lnTo>
                  <a:pt x="6602567" y="3449085"/>
                </a:lnTo>
                <a:lnTo>
                  <a:pt x="6602411" y="3453105"/>
                </a:lnTo>
                <a:cubicBezTo>
                  <a:pt x="6601881" y="3463879"/>
                  <a:pt x="6601175" y="3476597"/>
                  <a:pt x="6600233" y="3493553"/>
                </a:cubicBezTo>
                <a:cubicBezTo>
                  <a:pt x="6597408" y="3567032"/>
                  <a:pt x="6596701" y="3587522"/>
                  <a:pt x="6593346" y="3613840"/>
                </a:cubicBezTo>
                <a:lnTo>
                  <a:pt x="6588947" y="3644165"/>
                </a:lnTo>
                <a:lnTo>
                  <a:pt x="6591100" y="3622585"/>
                </a:lnTo>
                <a:cubicBezTo>
                  <a:pt x="6592690" y="3606642"/>
                  <a:pt x="6592690" y="3606642"/>
                  <a:pt x="6592690" y="3606642"/>
                </a:cubicBezTo>
                <a:cubicBezTo>
                  <a:pt x="6600231" y="3515948"/>
                  <a:pt x="6604001" y="3417695"/>
                  <a:pt x="6604001" y="3319453"/>
                </a:cubicBezTo>
                <a:close/>
                <a:moveTo>
                  <a:pt x="142875" y="3319453"/>
                </a:moveTo>
                <a:lnTo>
                  <a:pt x="143015" y="3319543"/>
                </a:lnTo>
                <a:lnTo>
                  <a:pt x="143015" y="3319553"/>
                </a:lnTo>
                <a:lnTo>
                  <a:pt x="142999" y="3320078"/>
                </a:lnTo>
                <a:lnTo>
                  <a:pt x="142875" y="3320632"/>
                </a:lnTo>
                <a:close/>
                <a:moveTo>
                  <a:pt x="132359" y="3315478"/>
                </a:moveTo>
                <a:cubicBezTo>
                  <a:pt x="105966" y="3330546"/>
                  <a:pt x="75804" y="3349391"/>
                  <a:pt x="53182" y="3364467"/>
                </a:cubicBezTo>
                <a:cubicBezTo>
                  <a:pt x="75804" y="3349391"/>
                  <a:pt x="105966" y="3326777"/>
                  <a:pt x="132359" y="3315478"/>
                </a:cubicBezTo>
                <a:close/>
                <a:moveTo>
                  <a:pt x="143359" y="3308553"/>
                </a:moveTo>
                <a:lnTo>
                  <a:pt x="143114" y="3316397"/>
                </a:lnTo>
                <a:lnTo>
                  <a:pt x="142875" y="3316234"/>
                </a:lnTo>
                <a:cubicBezTo>
                  <a:pt x="142875" y="3316234"/>
                  <a:pt x="142875" y="3312501"/>
                  <a:pt x="142875" y="3308769"/>
                </a:cubicBezTo>
                <a:close/>
                <a:moveTo>
                  <a:pt x="143374" y="3308077"/>
                </a:moveTo>
                <a:lnTo>
                  <a:pt x="143373" y="3308111"/>
                </a:lnTo>
                <a:lnTo>
                  <a:pt x="142875" y="3308341"/>
                </a:lnTo>
                <a:close/>
                <a:moveTo>
                  <a:pt x="49412" y="3307941"/>
                </a:moveTo>
                <a:cubicBezTo>
                  <a:pt x="49412" y="3326777"/>
                  <a:pt x="49412" y="3345622"/>
                  <a:pt x="49412" y="3364467"/>
                </a:cubicBezTo>
                <a:cubicBezTo>
                  <a:pt x="49412" y="3345622"/>
                  <a:pt x="45641" y="3326777"/>
                  <a:pt x="49412" y="3307941"/>
                </a:cubicBezTo>
                <a:close/>
                <a:moveTo>
                  <a:pt x="130838" y="3307359"/>
                </a:moveTo>
                <a:lnTo>
                  <a:pt x="131763" y="3308220"/>
                </a:lnTo>
                <a:lnTo>
                  <a:pt x="131763" y="3308332"/>
                </a:lnTo>
                <a:close/>
                <a:moveTo>
                  <a:pt x="127595" y="3304338"/>
                </a:moveTo>
                <a:lnTo>
                  <a:pt x="130723" y="3307252"/>
                </a:lnTo>
                <a:lnTo>
                  <a:pt x="131763" y="3308333"/>
                </a:lnTo>
                <a:close/>
                <a:moveTo>
                  <a:pt x="7938" y="3300402"/>
                </a:moveTo>
                <a:cubicBezTo>
                  <a:pt x="23019" y="3353160"/>
                  <a:pt x="26790" y="3356929"/>
                  <a:pt x="45641" y="3368237"/>
                </a:cubicBezTo>
                <a:cubicBezTo>
                  <a:pt x="49412" y="3364467"/>
                  <a:pt x="49412" y="3364467"/>
                  <a:pt x="49412" y="3364467"/>
                </a:cubicBezTo>
                <a:cubicBezTo>
                  <a:pt x="53182" y="3364467"/>
                  <a:pt x="53182" y="3364467"/>
                  <a:pt x="53182" y="3364467"/>
                </a:cubicBezTo>
                <a:cubicBezTo>
                  <a:pt x="53182" y="3368237"/>
                  <a:pt x="53182" y="3368237"/>
                  <a:pt x="53182" y="3368237"/>
                </a:cubicBezTo>
                <a:cubicBezTo>
                  <a:pt x="75804" y="3353160"/>
                  <a:pt x="105966" y="3330546"/>
                  <a:pt x="132359" y="3315478"/>
                </a:cubicBezTo>
                <a:cubicBezTo>
                  <a:pt x="132359" y="3319248"/>
                  <a:pt x="132359" y="3323008"/>
                  <a:pt x="132359" y="3323008"/>
                </a:cubicBezTo>
                <a:lnTo>
                  <a:pt x="134639" y="3335318"/>
                </a:lnTo>
                <a:lnTo>
                  <a:pt x="132630" y="3335318"/>
                </a:lnTo>
                <a:lnTo>
                  <a:pt x="132075" y="3339089"/>
                </a:lnTo>
                <a:lnTo>
                  <a:pt x="132080" y="3334937"/>
                </a:lnTo>
                <a:cubicBezTo>
                  <a:pt x="132080" y="3331159"/>
                  <a:pt x="132080" y="3327381"/>
                  <a:pt x="132080" y="3327381"/>
                </a:cubicBezTo>
                <a:lnTo>
                  <a:pt x="130836" y="3330666"/>
                </a:lnTo>
                <a:lnTo>
                  <a:pt x="131475" y="3328124"/>
                </a:lnTo>
                <a:lnTo>
                  <a:pt x="131763" y="3327381"/>
                </a:lnTo>
                <a:lnTo>
                  <a:pt x="131485" y="3328084"/>
                </a:lnTo>
                <a:lnTo>
                  <a:pt x="131763" y="3326976"/>
                </a:lnTo>
                <a:cubicBezTo>
                  <a:pt x="131763" y="3323210"/>
                  <a:pt x="131763" y="3323210"/>
                  <a:pt x="131763" y="3323210"/>
                </a:cubicBezTo>
                <a:cubicBezTo>
                  <a:pt x="131763" y="3323210"/>
                  <a:pt x="131763" y="3319453"/>
                  <a:pt x="131763" y="3319453"/>
                </a:cubicBezTo>
                <a:cubicBezTo>
                  <a:pt x="105497" y="3334509"/>
                  <a:pt x="75479" y="3353341"/>
                  <a:pt x="52966" y="3372173"/>
                </a:cubicBezTo>
                <a:cubicBezTo>
                  <a:pt x="49213" y="3375939"/>
                  <a:pt x="49213" y="3375939"/>
                  <a:pt x="49213" y="3375939"/>
                </a:cubicBezTo>
                <a:cubicBezTo>
                  <a:pt x="52966" y="3409837"/>
                  <a:pt x="52966" y="3451268"/>
                  <a:pt x="60470" y="3485165"/>
                </a:cubicBezTo>
                <a:cubicBezTo>
                  <a:pt x="60470" y="3492698"/>
                  <a:pt x="60470" y="3503997"/>
                  <a:pt x="64222" y="3511530"/>
                </a:cubicBezTo>
                <a:cubicBezTo>
                  <a:pt x="64222" y="3507764"/>
                  <a:pt x="64222" y="3507764"/>
                  <a:pt x="64222" y="3507764"/>
                </a:cubicBezTo>
                <a:cubicBezTo>
                  <a:pt x="64222" y="3503997"/>
                  <a:pt x="64222" y="3503997"/>
                  <a:pt x="64222" y="3503997"/>
                </a:cubicBezTo>
                <a:cubicBezTo>
                  <a:pt x="68913" y="3490815"/>
                  <a:pt x="75010" y="3476691"/>
                  <a:pt x="81635" y="3462037"/>
                </a:cubicBezTo>
                <a:lnTo>
                  <a:pt x="82692" y="3459720"/>
                </a:lnTo>
                <a:lnTo>
                  <a:pt x="68263" y="3504586"/>
                </a:lnTo>
                <a:cubicBezTo>
                  <a:pt x="68263" y="3508356"/>
                  <a:pt x="68263" y="3508356"/>
                  <a:pt x="68263" y="3508356"/>
                </a:cubicBezTo>
                <a:cubicBezTo>
                  <a:pt x="72932" y="3495160"/>
                  <a:pt x="77835" y="3480550"/>
                  <a:pt x="82913" y="3465233"/>
                </a:cubicBezTo>
                <a:lnTo>
                  <a:pt x="84593" y="3460165"/>
                </a:lnTo>
                <a:lnTo>
                  <a:pt x="67310" y="3516274"/>
                </a:lnTo>
                <a:cubicBezTo>
                  <a:pt x="63500" y="3516274"/>
                  <a:pt x="63500" y="3516274"/>
                  <a:pt x="63500" y="3516274"/>
                </a:cubicBezTo>
                <a:cubicBezTo>
                  <a:pt x="63500" y="3516274"/>
                  <a:pt x="63500" y="3520051"/>
                  <a:pt x="63500" y="3520051"/>
                </a:cubicBezTo>
                <a:cubicBezTo>
                  <a:pt x="71120" y="3561608"/>
                  <a:pt x="78740" y="3595608"/>
                  <a:pt x="90170" y="3625831"/>
                </a:cubicBezTo>
                <a:cubicBezTo>
                  <a:pt x="90170" y="3622053"/>
                  <a:pt x="90170" y="3622053"/>
                  <a:pt x="90170" y="3622053"/>
                </a:cubicBezTo>
                <a:cubicBezTo>
                  <a:pt x="90170" y="3618275"/>
                  <a:pt x="90170" y="3618275"/>
                  <a:pt x="90170" y="3618275"/>
                </a:cubicBezTo>
                <a:cubicBezTo>
                  <a:pt x="90170" y="3614498"/>
                  <a:pt x="90170" y="3614498"/>
                  <a:pt x="90170" y="3614498"/>
                </a:cubicBezTo>
                <a:lnTo>
                  <a:pt x="98159" y="3571442"/>
                </a:lnTo>
                <a:lnTo>
                  <a:pt x="93663" y="3610942"/>
                </a:lnTo>
                <a:cubicBezTo>
                  <a:pt x="93663" y="3614718"/>
                  <a:pt x="93663" y="3614718"/>
                  <a:pt x="93663" y="3614718"/>
                </a:cubicBezTo>
                <a:lnTo>
                  <a:pt x="99170" y="3571964"/>
                </a:lnTo>
                <a:lnTo>
                  <a:pt x="93663" y="3621541"/>
                </a:lnTo>
                <a:cubicBezTo>
                  <a:pt x="93663" y="3625307"/>
                  <a:pt x="93663" y="3625307"/>
                  <a:pt x="93663" y="3625307"/>
                </a:cubicBezTo>
                <a:cubicBezTo>
                  <a:pt x="93663" y="3629073"/>
                  <a:pt x="93663" y="3629073"/>
                  <a:pt x="93663" y="3629073"/>
                </a:cubicBezTo>
                <a:cubicBezTo>
                  <a:pt x="101457" y="3659201"/>
                  <a:pt x="117043" y="3678032"/>
                  <a:pt x="128733" y="3689330"/>
                </a:cubicBezTo>
                <a:cubicBezTo>
                  <a:pt x="128733" y="3689330"/>
                  <a:pt x="128733" y="3685564"/>
                  <a:pt x="128733" y="3685564"/>
                </a:cubicBezTo>
                <a:cubicBezTo>
                  <a:pt x="128733" y="3681798"/>
                  <a:pt x="128733" y="3681798"/>
                  <a:pt x="128733" y="3681798"/>
                </a:cubicBezTo>
                <a:cubicBezTo>
                  <a:pt x="128733" y="3678032"/>
                  <a:pt x="128733" y="3678032"/>
                  <a:pt x="128733" y="3678032"/>
                </a:cubicBezTo>
                <a:lnTo>
                  <a:pt x="128745" y="3669596"/>
                </a:lnTo>
                <a:lnTo>
                  <a:pt x="130835" y="3597150"/>
                </a:lnTo>
                <a:lnTo>
                  <a:pt x="130816" y="3600059"/>
                </a:lnTo>
                <a:cubicBezTo>
                  <a:pt x="130934" y="3629122"/>
                  <a:pt x="131403" y="3657003"/>
                  <a:pt x="132341" y="3682522"/>
                </a:cubicBezTo>
                <a:cubicBezTo>
                  <a:pt x="132341" y="3686302"/>
                  <a:pt x="132341" y="3686302"/>
                  <a:pt x="132341" y="3686302"/>
                </a:cubicBezTo>
                <a:cubicBezTo>
                  <a:pt x="132341" y="3690083"/>
                  <a:pt x="132341" y="3690083"/>
                  <a:pt x="132341" y="3693864"/>
                </a:cubicBezTo>
                <a:cubicBezTo>
                  <a:pt x="143597" y="3705205"/>
                  <a:pt x="154854" y="3705205"/>
                  <a:pt x="169863" y="3701425"/>
                </a:cubicBezTo>
                <a:cubicBezTo>
                  <a:pt x="169863" y="3697644"/>
                  <a:pt x="169863" y="3697644"/>
                  <a:pt x="169863" y="3697644"/>
                </a:cubicBezTo>
                <a:lnTo>
                  <a:pt x="169863" y="3696962"/>
                </a:lnTo>
                <a:lnTo>
                  <a:pt x="173318" y="3700443"/>
                </a:lnTo>
                <a:cubicBezTo>
                  <a:pt x="180788" y="3692915"/>
                  <a:pt x="191994" y="3681622"/>
                  <a:pt x="203200" y="3662801"/>
                </a:cubicBezTo>
                <a:lnTo>
                  <a:pt x="193091" y="3617554"/>
                </a:lnTo>
                <a:lnTo>
                  <a:pt x="245468" y="3816757"/>
                </a:lnTo>
                <a:cubicBezTo>
                  <a:pt x="260549" y="3888370"/>
                  <a:pt x="283171" y="3990135"/>
                  <a:pt x="298252" y="4065516"/>
                </a:cubicBezTo>
                <a:cubicBezTo>
                  <a:pt x="324644" y="4133360"/>
                  <a:pt x="384969" y="4216279"/>
                  <a:pt x="426443" y="4269047"/>
                </a:cubicBezTo>
                <a:cubicBezTo>
                  <a:pt x="467916" y="4348197"/>
                  <a:pt x="509390" y="4427348"/>
                  <a:pt x="554634" y="4502729"/>
                </a:cubicBezTo>
                <a:cubicBezTo>
                  <a:pt x="577255" y="4589418"/>
                  <a:pt x="611188" y="4706260"/>
                  <a:pt x="637580" y="4796718"/>
                </a:cubicBezTo>
                <a:cubicBezTo>
                  <a:pt x="697905" y="4875868"/>
                  <a:pt x="799704" y="4894714"/>
                  <a:pt x="871340" y="4951250"/>
                </a:cubicBezTo>
                <a:cubicBezTo>
                  <a:pt x="893962" y="4979518"/>
                  <a:pt x="916584" y="5005902"/>
                  <a:pt x="939677" y="5031814"/>
                </a:cubicBezTo>
                <a:lnTo>
                  <a:pt x="946083" y="5038812"/>
                </a:lnTo>
                <a:lnTo>
                  <a:pt x="903773" y="5105184"/>
                </a:lnTo>
                <a:cubicBezTo>
                  <a:pt x="861278" y="5164714"/>
                  <a:pt x="818254" y="5203576"/>
                  <a:pt x="773113" y="5223361"/>
                </a:cubicBezTo>
                <a:cubicBezTo>
                  <a:pt x="776875" y="5227129"/>
                  <a:pt x="776875" y="5227129"/>
                  <a:pt x="776875" y="5227129"/>
                </a:cubicBezTo>
                <a:cubicBezTo>
                  <a:pt x="776875" y="5230898"/>
                  <a:pt x="776875" y="5230898"/>
                  <a:pt x="776875" y="5230898"/>
                </a:cubicBezTo>
                <a:cubicBezTo>
                  <a:pt x="780637" y="5234666"/>
                  <a:pt x="780637" y="5234666"/>
                  <a:pt x="780637" y="5234666"/>
                </a:cubicBezTo>
                <a:lnTo>
                  <a:pt x="822964" y="5267128"/>
                </a:lnTo>
                <a:lnTo>
                  <a:pt x="780852" y="5237700"/>
                </a:lnTo>
                <a:cubicBezTo>
                  <a:pt x="780852" y="5241469"/>
                  <a:pt x="780852" y="5241469"/>
                  <a:pt x="780852" y="5241469"/>
                </a:cubicBezTo>
                <a:cubicBezTo>
                  <a:pt x="777082" y="5241469"/>
                  <a:pt x="777082" y="5241469"/>
                  <a:pt x="777082" y="5241469"/>
                </a:cubicBezTo>
                <a:cubicBezTo>
                  <a:pt x="773312" y="5241469"/>
                  <a:pt x="773312" y="5241469"/>
                  <a:pt x="773312" y="5241469"/>
                </a:cubicBezTo>
                <a:cubicBezTo>
                  <a:pt x="822326" y="5373387"/>
                  <a:pt x="837407" y="5414847"/>
                  <a:pt x="890191" y="5531688"/>
                </a:cubicBezTo>
                <a:cubicBezTo>
                  <a:pt x="905273" y="5547707"/>
                  <a:pt x="924124" y="5565139"/>
                  <a:pt x="944979" y="5582983"/>
                </a:cubicBezTo>
                <a:lnTo>
                  <a:pt x="995591" y="5623718"/>
                </a:lnTo>
                <a:lnTo>
                  <a:pt x="961356" y="5596763"/>
                </a:lnTo>
                <a:cubicBezTo>
                  <a:pt x="942740" y="5581864"/>
                  <a:pt x="925067" y="5567494"/>
                  <a:pt x="909043" y="5554302"/>
                </a:cubicBezTo>
                <a:cubicBezTo>
                  <a:pt x="924124" y="5588224"/>
                  <a:pt x="950516" y="5637222"/>
                  <a:pt x="976909" y="5671144"/>
                </a:cubicBezTo>
                <a:cubicBezTo>
                  <a:pt x="973138" y="5671144"/>
                  <a:pt x="973138" y="5671144"/>
                  <a:pt x="969368" y="5667375"/>
                </a:cubicBezTo>
                <a:cubicBezTo>
                  <a:pt x="946746" y="5629684"/>
                  <a:pt x="912813" y="5580686"/>
                  <a:pt x="890191" y="5542995"/>
                </a:cubicBezTo>
                <a:lnTo>
                  <a:pt x="832553" y="5479052"/>
                </a:lnTo>
                <a:lnTo>
                  <a:pt x="875115" y="5520714"/>
                </a:lnTo>
                <a:cubicBezTo>
                  <a:pt x="875115" y="5520714"/>
                  <a:pt x="871347" y="5516948"/>
                  <a:pt x="875115" y="5516948"/>
                </a:cubicBezTo>
                <a:cubicBezTo>
                  <a:pt x="875115" y="5516948"/>
                  <a:pt x="878883" y="5516948"/>
                  <a:pt x="882651" y="5524480"/>
                </a:cubicBezTo>
                <a:cubicBezTo>
                  <a:pt x="822364" y="5392667"/>
                  <a:pt x="822364" y="5388901"/>
                  <a:pt x="765845" y="5234492"/>
                </a:cubicBezTo>
                <a:cubicBezTo>
                  <a:pt x="762078" y="5234492"/>
                  <a:pt x="762078" y="5234492"/>
                  <a:pt x="762078" y="5234492"/>
                </a:cubicBezTo>
                <a:cubicBezTo>
                  <a:pt x="762078" y="5230726"/>
                  <a:pt x="762078" y="5230726"/>
                  <a:pt x="762078" y="5230726"/>
                </a:cubicBezTo>
                <a:cubicBezTo>
                  <a:pt x="762078" y="5226960"/>
                  <a:pt x="762078" y="5226960"/>
                  <a:pt x="762078" y="5226960"/>
                </a:cubicBezTo>
                <a:cubicBezTo>
                  <a:pt x="714037" y="5243907"/>
                  <a:pt x="665996" y="5235433"/>
                  <a:pt x="617955" y="5206305"/>
                </a:cubicBezTo>
                <a:lnTo>
                  <a:pt x="570078" y="5170591"/>
                </a:lnTo>
                <a:lnTo>
                  <a:pt x="569715" y="5169856"/>
                </a:lnTo>
                <a:lnTo>
                  <a:pt x="569715" y="5171095"/>
                </a:lnTo>
                <a:lnTo>
                  <a:pt x="565944" y="5163721"/>
                </a:lnTo>
                <a:cubicBezTo>
                  <a:pt x="562174" y="5163721"/>
                  <a:pt x="562174" y="5163721"/>
                  <a:pt x="562174" y="5163721"/>
                </a:cubicBezTo>
                <a:cubicBezTo>
                  <a:pt x="562174" y="5159951"/>
                  <a:pt x="558404" y="5156181"/>
                  <a:pt x="558404" y="5156181"/>
                </a:cubicBezTo>
                <a:lnTo>
                  <a:pt x="542127" y="5134478"/>
                </a:lnTo>
                <a:lnTo>
                  <a:pt x="550284" y="5143904"/>
                </a:lnTo>
                <a:lnTo>
                  <a:pt x="550284" y="5144477"/>
                </a:lnTo>
                <a:cubicBezTo>
                  <a:pt x="550284" y="5144477"/>
                  <a:pt x="554038" y="5144477"/>
                  <a:pt x="554038" y="5148243"/>
                </a:cubicBezTo>
                <a:lnTo>
                  <a:pt x="550284" y="5143904"/>
                </a:lnTo>
                <a:lnTo>
                  <a:pt x="550284" y="5140710"/>
                </a:lnTo>
                <a:lnTo>
                  <a:pt x="547264" y="5135957"/>
                </a:lnTo>
                <a:lnTo>
                  <a:pt x="550273" y="5135957"/>
                </a:lnTo>
                <a:lnTo>
                  <a:pt x="551765" y="5137447"/>
                </a:lnTo>
                <a:lnTo>
                  <a:pt x="554038" y="5143481"/>
                </a:lnTo>
                <a:cubicBezTo>
                  <a:pt x="554038" y="5143481"/>
                  <a:pt x="554038" y="5143481"/>
                  <a:pt x="554038" y="5139719"/>
                </a:cubicBezTo>
                <a:lnTo>
                  <a:pt x="551765" y="5137447"/>
                </a:lnTo>
                <a:lnTo>
                  <a:pt x="538977" y="5103507"/>
                </a:lnTo>
                <a:cubicBezTo>
                  <a:pt x="533329" y="5088928"/>
                  <a:pt x="527682" y="5073879"/>
                  <a:pt x="523916" y="5060711"/>
                </a:cubicBezTo>
                <a:lnTo>
                  <a:pt x="522414" y="5054989"/>
                </a:lnTo>
                <a:lnTo>
                  <a:pt x="536254" y="5091358"/>
                </a:lnTo>
                <a:cubicBezTo>
                  <a:pt x="543097" y="5108138"/>
                  <a:pt x="551121" y="5126978"/>
                  <a:pt x="561504" y="5151471"/>
                </a:cubicBezTo>
                <a:cubicBezTo>
                  <a:pt x="561504" y="5155239"/>
                  <a:pt x="561504" y="5155239"/>
                  <a:pt x="561504" y="5155239"/>
                </a:cubicBezTo>
                <a:cubicBezTo>
                  <a:pt x="565279" y="5155239"/>
                  <a:pt x="565279" y="5159007"/>
                  <a:pt x="565279" y="5162775"/>
                </a:cubicBezTo>
                <a:cubicBezTo>
                  <a:pt x="625690" y="5219297"/>
                  <a:pt x="689877" y="5241906"/>
                  <a:pt x="754063" y="5219297"/>
                </a:cubicBezTo>
                <a:cubicBezTo>
                  <a:pt x="754063" y="5215529"/>
                  <a:pt x="754063" y="5215529"/>
                  <a:pt x="754063" y="5215529"/>
                </a:cubicBezTo>
                <a:cubicBezTo>
                  <a:pt x="750288" y="5215529"/>
                  <a:pt x="750288" y="5215529"/>
                  <a:pt x="750288" y="5215529"/>
                </a:cubicBezTo>
                <a:cubicBezTo>
                  <a:pt x="750288" y="5211761"/>
                  <a:pt x="750288" y="5211761"/>
                  <a:pt x="750288" y="5211761"/>
                </a:cubicBezTo>
                <a:cubicBezTo>
                  <a:pt x="599261" y="5057268"/>
                  <a:pt x="591709" y="5049732"/>
                  <a:pt x="482215" y="4899006"/>
                </a:cubicBezTo>
                <a:cubicBezTo>
                  <a:pt x="482215" y="4902774"/>
                  <a:pt x="482215" y="4902774"/>
                  <a:pt x="482215" y="4902774"/>
                </a:cubicBezTo>
                <a:cubicBezTo>
                  <a:pt x="482215" y="4902774"/>
                  <a:pt x="482215" y="4906543"/>
                  <a:pt x="482215" y="4906543"/>
                </a:cubicBezTo>
                <a:cubicBezTo>
                  <a:pt x="482215" y="4906543"/>
                  <a:pt x="478439" y="4902774"/>
                  <a:pt x="474663" y="4899006"/>
                </a:cubicBezTo>
                <a:lnTo>
                  <a:pt x="479112" y="4914638"/>
                </a:lnTo>
                <a:lnTo>
                  <a:pt x="467438" y="4891408"/>
                </a:lnTo>
                <a:cubicBezTo>
                  <a:pt x="463673" y="4880121"/>
                  <a:pt x="463673" y="4872597"/>
                  <a:pt x="459907" y="4868835"/>
                </a:cubicBezTo>
                <a:cubicBezTo>
                  <a:pt x="343185" y="4676958"/>
                  <a:pt x="339420" y="4669434"/>
                  <a:pt x="264115" y="4496369"/>
                </a:cubicBezTo>
                <a:cubicBezTo>
                  <a:pt x="264115" y="4500131"/>
                  <a:pt x="264115" y="4500131"/>
                  <a:pt x="264115" y="4500131"/>
                </a:cubicBezTo>
                <a:cubicBezTo>
                  <a:pt x="264115" y="4496369"/>
                  <a:pt x="264115" y="4496369"/>
                  <a:pt x="260350" y="4492606"/>
                </a:cubicBezTo>
                <a:cubicBezTo>
                  <a:pt x="274470" y="4568792"/>
                  <a:pt x="286472" y="4636513"/>
                  <a:pt x="302709" y="4691008"/>
                </a:cubicBezTo>
                <a:lnTo>
                  <a:pt x="320032" y="4739349"/>
                </a:lnTo>
                <a:lnTo>
                  <a:pt x="317500" y="4733906"/>
                </a:lnTo>
                <a:lnTo>
                  <a:pt x="320913" y="4742124"/>
                </a:lnTo>
                <a:lnTo>
                  <a:pt x="321255" y="4745206"/>
                </a:lnTo>
                <a:lnTo>
                  <a:pt x="326694" y="4756041"/>
                </a:lnTo>
                <a:lnTo>
                  <a:pt x="328354" y="4760038"/>
                </a:lnTo>
                <a:lnTo>
                  <a:pt x="329928" y="4763828"/>
                </a:lnTo>
                <a:lnTo>
                  <a:pt x="312074" y="4727698"/>
                </a:lnTo>
                <a:lnTo>
                  <a:pt x="309660" y="4721464"/>
                </a:lnTo>
                <a:lnTo>
                  <a:pt x="304776" y="4709996"/>
                </a:lnTo>
                <a:lnTo>
                  <a:pt x="290886" y="4655735"/>
                </a:lnTo>
                <a:cubicBezTo>
                  <a:pt x="279309" y="4609143"/>
                  <a:pt x="272994" y="4577376"/>
                  <a:pt x="256156" y="4484191"/>
                </a:cubicBezTo>
                <a:cubicBezTo>
                  <a:pt x="256156" y="4480426"/>
                  <a:pt x="256156" y="4480426"/>
                  <a:pt x="256156" y="4480426"/>
                </a:cubicBezTo>
                <a:cubicBezTo>
                  <a:pt x="252414" y="4476660"/>
                  <a:pt x="252414" y="4476660"/>
                  <a:pt x="252414" y="4472895"/>
                </a:cubicBezTo>
                <a:cubicBezTo>
                  <a:pt x="214994" y="4435245"/>
                  <a:pt x="181316" y="4371239"/>
                  <a:pt x="147638" y="4284643"/>
                </a:cubicBezTo>
                <a:cubicBezTo>
                  <a:pt x="147638" y="4288408"/>
                  <a:pt x="147638" y="4288408"/>
                  <a:pt x="147638" y="4288408"/>
                </a:cubicBezTo>
                <a:cubicBezTo>
                  <a:pt x="147638" y="4292173"/>
                  <a:pt x="147638" y="4292173"/>
                  <a:pt x="147638" y="4292173"/>
                </a:cubicBezTo>
                <a:cubicBezTo>
                  <a:pt x="147638" y="4295938"/>
                  <a:pt x="147638" y="4295938"/>
                  <a:pt x="147638" y="4295938"/>
                </a:cubicBezTo>
                <a:lnTo>
                  <a:pt x="147639" y="4295940"/>
                </a:lnTo>
                <a:lnTo>
                  <a:pt x="147489" y="4295940"/>
                </a:lnTo>
                <a:lnTo>
                  <a:pt x="146666" y="4293273"/>
                </a:lnTo>
                <a:lnTo>
                  <a:pt x="146666" y="4292175"/>
                </a:lnTo>
                <a:cubicBezTo>
                  <a:pt x="146666" y="4288409"/>
                  <a:pt x="146666" y="4288409"/>
                  <a:pt x="146666" y="4288409"/>
                </a:cubicBezTo>
                <a:cubicBezTo>
                  <a:pt x="146666" y="4284643"/>
                  <a:pt x="146666" y="4284643"/>
                  <a:pt x="146666" y="4284643"/>
                </a:cubicBezTo>
                <a:lnTo>
                  <a:pt x="144316" y="4284643"/>
                </a:lnTo>
                <a:lnTo>
                  <a:pt x="142876" y="4277791"/>
                </a:lnTo>
                <a:cubicBezTo>
                  <a:pt x="142876" y="4274014"/>
                  <a:pt x="142876" y="4274014"/>
                  <a:pt x="142876" y="4274014"/>
                </a:cubicBezTo>
                <a:lnTo>
                  <a:pt x="139730" y="4270806"/>
                </a:lnTo>
                <a:lnTo>
                  <a:pt x="139171" y="4268996"/>
                </a:lnTo>
                <a:lnTo>
                  <a:pt x="139171" y="4266458"/>
                </a:lnTo>
                <a:lnTo>
                  <a:pt x="137159" y="4259897"/>
                </a:lnTo>
                <a:lnTo>
                  <a:pt x="139700" y="4262417"/>
                </a:lnTo>
                <a:lnTo>
                  <a:pt x="139701" y="4262418"/>
                </a:lnTo>
                <a:lnTo>
                  <a:pt x="139700" y="4262415"/>
                </a:lnTo>
                <a:lnTo>
                  <a:pt x="139700" y="4262415"/>
                </a:lnTo>
                <a:lnTo>
                  <a:pt x="139700" y="4258649"/>
                </a:lnTo>
                <a:cubicBezTo>
                  <a:pt x="139700" y="4258649"/>
                  <a:pt x="139700" y="4258649"/>
                  <a:pt x="139700" y="4254880"/>
                </a:cubicBezTo>
                <a:lnTo>
                  <a:pt x="139402" y="4254880"/>
                </a:lnTo>
                <a:lnTo>
                  <a:pt x="137408" y="4204504"/>
                </a:lnTo>
                <a:lnTo>
                  <a:pt x="138662" y="4218497"/>
                </a:lnTo>
                <a:cubicBezTo>
                  <a:pt x="140135" y="4233726"/>
                  <a:pt x="141784" y="4250189"/>
                  <a:pt x="143669" y="4269944"/>
                </a:cubicBezTo>
                <a:cubicBezTo>
                  <a:pt x="143669" y="4273707"/>
                  <a:pt x="143669" y="4273707"/>
                  <a:pt x="143669" y="4273707"/>
                </a:cubicBezTo>
                <a:cubicBezTo>
                  <a:pt x="143669" y="4277470"/>
                  <a:pt x="143669" y="4277470"/>
                  <a:pt x="143669" y="4277470"/>
                </a:cubicBezTo>
                <a:cubicBezTo>
                  <a:pt x="147440" y="4277470"/>
                  <a:pt x="147440" y="4277470"/>
                  <a:pt x="147440" y="4277470"/>
                </a:cubicBezTo>
                <a:cubicBezTo>
                  <a:pt x="177602" y="4364018"/>
                  <a:pt x="211535" y="4427989"/>
                  <a:pt x="249238" y="4465618"/>
                </a:cubicBezTo>
                <a:cubicBezTo>
                  <a:pt x="249238" y="4461855"/>
                  <a:pt x="249238" y="4461855"/>
                  <a:pt x="249238" y="4461855"/>
                </a:cubicBezTo>
                <a:cubicBezTo>
                  <a:pt x="249238" y="4458092"/>
                  <a:pt x="249238" y="4458092"/>
                  <a:pt x="249238" y="4458092"/>
                </a:cubicBezTo>
                <a:cubicBezTo>
                  <a:pt x="249238" y="4454329"/>
                  <a:pt x="249238" y="4454329"/>
                  <a:pt x="249238" y="4454329"/>
                </a:cubicBezTo>
                <a:lnTo>
                  <a:pt x="232649" y="4407069"/>
                </a:lnTo>
                <a:lnTo>
                  <a:pt x="248661" y="4450736"/>
                </a:lnTo>
                <a:lnTo>
                  <a:pt x="252032" y="4450736"/>
                </a:lnTo>
                <a:lnTo>
                  <a:pt x="252413" y="4454505"/>
                </a:lnTo>
                <a:cubicBezTo>
                  <a:pt x="252413" y="4454505"/>
                  <a:pt x="252413" y="4454505"/>
                  <a:pt x="252413" y="4450736"/>
                </a:cubicBezTo>
                <a:lnTo>
                  <a:pt x="252032" y="4450736"/>
                </a:lnTo>
                <a:lnTo>
                  <a:pt x="247855" y="4409498"/>
                </a:lnTo>
                <a:lnTo>
                  <a:pt x="248896" y="4416035"/>
                </a:lnTo>
                <a:cubicBezTo>
                  <a:pt x="251212" y="4430137"/>
                  <a:pt x="253758" y="4445222"/>
                  <a:pt x="256599" y="4461657"/>
                </a:cubicBezTo>
                <a:cubicBezTo>
                  <a:pt x="256599" y="4465413"/>
                  <a:pt x="256599" y="4465413"/>
                  <a:pt x="256599" y="4465413"/>
                </a:cubicBezTo>
                <a:cubicBezTo>
                  <a:pt x="256599" y="4469170"/>
                  <a:pt x="260387" y="4469170"/>
                  <a:pt x="260387" y="4472927"/>
                </a:cubicBezTo>
                <a:cubicBezTo>
                  <a:pt x="298271" y="4506736"/>
                  <a:pt x="336154" y="4518005"/>
                  <a:pt x="377826" y="4502979"/>
                </a:cubicBezTo>
                <a:cubicBezTo>
                  <a:pt x="377826" y="4499222"/>
                  <a:pt x="377826" y="4499222"/>
                  <a:pt x="377826" y="4499222"/>
                </a:cubicBezTo>
                <a:cubicBezTo>
                  <a:pt x="374038" y="4495466"/>
                  <a:pt x="374038" y="4495466"/>
                  <a:pt x="374038" y="4495466"/>
                </a:cubicBezTo>
                <a:cubicBezTo>
                  <a:pt x="374038" y="4491709"/>
                  <a:pt x="374038" y="4491709"/>
                  <a:pt x="374038" y="4491709"/>
                </a:cubicBezTo>
                <a:cubicBezTo>
                  <a:pt x="279329" y="4315151"/>
                  <a:pt x="275540" y="4303882"/>
                  <a:pt x="218715" y="4142350"/>
                </a:cubicBezTo>
                <a:cubicBezTo>
                  <a:pt x="218715" y="4146106"/>
                  <a:pt x="218715" y="4146106"/>
                  <a:pt x="218715" y="4146106"/>
                </a:cubicBezTo>
                <a:cubicBezTo>
                  <a:pt x="216821" y="4146106"/>
                  <a:pt x="215874" y="4146106"/>
                  <a:pt x="214927" y="4145167"/>
                </a:cubicBezTo>
                <a:lnTo>
                  <a:pt x="213512" y="4142712"/>
                </a:lnTo>
                <a:lnTo>
                  <a:pt x="211138" y="4130346"/>
                </a:lnTo>
                <a:cubicBezTo>
                  <a:pt x="207386" y="4119038"/>
                  <a:pt x="207386" y="4115269"/>
                  <a:pt x="203634" y="4107730"/>
                </a:cubicBezTo>
                <a:cubicBezTo>
                  <a:pt x="197536" y="4082288"/>
                  <a:pt x="192142" y="4059849"/>
                  <a:pt x="187335" y="4039721"/>
                </a:cubicBezTo>
                <a:lnTo>
                  <a:pt x="182341" y="4018567"/>
                </a:lnTo>
                <a:lnTo>
                  <a:pt x="189010" y="4044627"/>
                </a:lnTo>
                <a:cubicBezTo>
                  <a:pt x="193438" y="4061337"/>
                  <a:pt x="198438" y="4079736"/>
                  <a:pt x="204153" y="4100493"/>
                </a:cubicBezTo>
                <a:cubicBezTo>
                  <a:pt x="204153" y="4096719"/>
                  <a:pt x="204153" y="4096719"/>
                  <a:pt x="204153" y="4096719"/>
                </a:cubicBezTo>
                <a:lnTo>
                  <a:pt x="207619" y="4096719"/>
                </a:lnTo>
                <a:lnTo>
                  <a:pt x="207963" y="4100493"/>
                </a:lnTo>
                <a:cubicBezTo>
                  <a:pt x="207963" y="4096719"/>
                  <a:pt x="207963" y="4096719"/>
                  <a:pt x="207963" y="4096719"/>
                </a:cubicBezTo>
                <a:lnTo>
                  <a:pt x="207619" y="4096719"/>
                </a:lnTo>
                <a:lnTo>
                  <a:pt x="204654" y="4064235"/>
                </a:lnTo>
                <a:lnTo>
                  <a:pt x="206222" y="4077750"/>
                </a:lnTo>
                <a:cubicBezTo>
                  <a:pt x="209599" y="4104638"/>
                  <a:pt x="211910" y="4116107"/>
                  <a:pt x="214754" y="4130224"/>
                </a:cubicBezTo>
                <a:cubicBezTo>
                  <a:pt x="286809" y="4325973"/>
                  <a:pt x="290602" y="4337267"/>
                  <a:pt x="374034" y="4487843"/>
                </a:cubicBezTo>
                <a:cubicBezTo>
                  <a:pt x="374034" y="4484079"/>
                  <a:pt x="374034" y="4484079"/>
                  <a:pt x="374034" y="4484079"/>
                </a:cubicBezTo>
                <a:cubicBezTo>
                  <a:pt x="374034" y="4480314"/>
                  <a:pt x="374034" y="4480314"/>
                  <a:pt x="374034" y="4480314"/>
                </a:cubicBezTo>
                <a:lnTo>
                  <a:pt x="377083" y="4480314"/>
                </a:lnTo>
                <a:lnTo>
                  <a:pt x="377826" y="4484079"/>
                </a:lnTo>
                <a:cubicBezTo>
                  <a:pt x="377826" y="4484079"/>
                  <a:pt x="377826" y="4484079"/>
                  <a:pt x="377826" y="4480314"/>
                </a:cubicBezTo>
                <a:lnTo>
                  <a:pt x="377083" y="4480314"/>
                </a:lnTo>
                <a:lnTo>
                  <a:pt x="364079" y="4414437"/>
                </a:lnTo>
                <a:cubicBezTo>
                  <a:pt x="358864" y="4389968"/>
                  <a:pt x="353176" y="4365500"/>
                  <a:pt x="347487" y="4344795"/>
                </a:cubicBezTo>
                <a:lnTo>
                  <a:pt x="341015" y="4298257"/>
                </a:lnTo>
                <a:lnTo>
                  <a:pt x="346724" y="4326549"/>
                </a:lnTo>
                <a:cubicBezTo>
                  <a:pt x="357998" y="4382134"/>
                  <a:pt x="367393" y="4427356"/>
                  <a:pt x="380547" y="4491419"/>
                </a:cubicBezTo>
                <a:cubicBezTo>
                  <a:pt x="384305" y="4491419"/>
                  <a:pt x="384305" y="4491419"/>
                  <a:pt x="384305" y="4491419"/>
                </a:cubicBezTo>
                <a:cubicBezTo>
                  <a:pt x="384305" y="4495188"/>
                  <a:pt x="384305" y="4495188"/>
                  <a:pt x="384305" y="4495188"/>
                </a:cubicBezTo>
                <a:cubicBezTo>
                  <a:pt x="384305" y="4498956"/>
                  <a:pt x="384305" y="4498956"/>
                  <a:pt x="384305" y="4498956"/>
                </a:cubicBezTo>
                <a:cubicBezTo>
                  <a:pt x="418128" y="4483882"/>
                  <a:pt x="455710" y="4446198"/>
                  <a:pt x="485775" y="4389671"/>
                </a:cubicBezTo>
                <a:cubicBezTo>
                  <a:pt x="466984" y="4351986"/>
                  <a:pt x="451952" y="4318070"/>
                  <a:pt x="433161" y="4284154"/>
                </a:cubicBezTo>
                <a:cubicBezTo>
                  <a:pt x="391821" y="4231396"/>
                  <a:pt x="339207" y="4156027"/>
                  <a:pt x="305383" y="4095731"/>
                </a:cubicBezTo>
                <a:cubicBezTo>
                  <a:pt x="305383" y="4099500"/>
                  <a:pt x="305383" y="4099500"/>
                  <a:pt x="305383" y="4103268"/>
                </a:cubicBezTo>
                <a:cubicBezTo>
                  <a:pt x="305383" y="4103268"/>
                  <a:pt x="305383" y="4107037"/>
                  <a:pt x="305383" y="4107037"/>
                </a:cubicBezTo>
                <a:cubicBezTo>
                  <a:pt x="305383" y="4103268"/>
                  <a:pt x="301625" y="4103268"/>
                  <a:pt x="301625" y="4099500"/>
                </a:cubicBezTo>
                <a:lnTo>
                  <a:pt x="303614" y="4109623"/>
                </a:lnTo>
                <a:lnTo>
                  <a:pt x="298186" y="4092580"/>
                </a:lnTo>
                <a:cubicBezTo>
                  <a:pt x="294394" y="4085051"/>
                  <a:pt x="290602" y="4077522"/>
                  <a:pt x="290602" y="4073757"/>
                </a:cubicBezTo>
                <a:cubicBezTo>
                  <a:pt x="254574" y="3987176"/>
                  <a:pt x="235612" y="3942003"/>
                  <a:pt x="220917" y="3897771"/>
                </a:cubicBezTo>
                <a:lnTo>
                  <a:pt x="211545" y="3865360"/>
                </a:lnTo>
                <a:lnTo>
                  <a:pt x="226092" y="3911496"/>
                </a:lnTo>
                <a:cubicBezTo>
                  <a:pt x="237460" y="3944284"/>
                  <a:pt x="249895" y="3973636"/>
                  <a:pt x="268990" y="4015613"/>
                </a:cubicBezTo>
                <a:lnTo>
                  <a:pt x="287053" y="4054872"/>
                </a:lnTo>
                <a:lnTo>
                  <a:pt x="286724" y="4054872"/>
                </a:lnTo>
                <a:cubicBezTo>
                  <a:pt x="286724" y="4058633"/>
                  <a:pt x="286724" y="4058633"/>
                  <a:pt x="290513" y="4062393"/>
                </a:cubicBezTo>
                <a:lnTo>
                  <a:pt x="287053" y="4054872"/>
                </a:lnTo>
                <a:lnTo>
                  <a:pt x="289876" y="4054872"/>
                </a:lnTo>
                <a:lnTo>
                  <a:pt x="290513" y="4058633"/>
                </a:lnTo>
                <a:cubicBezTo>
                  <a:pt x="290513" y="4058633"/>
                  <a:pt x="290513" y="4054872"/>
                  <a:pt x="290513" y="4054872"/>
                </a:cubicBezTo>
                <a:lnTo>
                  <a:pt x="289876" y="4054872"/>
                </a:lnTo>
                <a:lnTo>
                  <a:pt x="280151" y="3997521"/>
                </a:lnTo>
                <a:cubicBezTo>
                  <a:pt x="268250" y="3932650"/>
                  <a:pt x="252618" y="3859316"/>
                  <a:pt x="241250" y="3802906"/>
                </a:cubicBezTo>
                <a:cubicBezTo>
                  <a:pt x="229881" y="3757778"/>
                  <a:pt x="218512" y="3716411"/>
                  <a:pt x="203354" y="3675043"/>
                </a:cubicBezTo>
                <a:cubicBezTo>
                  <a:pt x="195775" y="3693847"/>
                  <a:pt x="184407" y="3705129"/>
                  <a:pt x="173038" y="3708889"/>
                </a:cubicBezTo>
                <a:cubicBezTo>
                  <a:pt x="173038" y="3712650"/>
                  <a:pt x="173038" y="3712650"/>
                  <a:pt x="173038" y="3712650"/>
                </a:cubicBezTo>
                <a:cubicBezTo>
                  <a:pt x="173038" y="3716411"/>
                  <a:pt x="173038" y="3716411"/>
                  <a:pt x="173038" y="3716411"/>
                </a:cubicBezTo>
                <a:lnTo>
                  <a:pt x="173038" y="3719314"/>
                </a:lnTo>
                <a:lnTo>
                  <a:pt x="169863" y="3719314"/>
                </a:lnTo>
                <a:cubicBezTo>
                  <a:pt x="169863" y="3715539"/>
                  <a:pt x="169863" y="3715539"/>
                  <a:pt x="169863" y="3715539"/>
                </a:cubicBezTo>
                <a:cubicBezTo>
                  <a:pt x="169863" y="3711765"/>
                  <a:pt x="169863" y="3711765"/>
                  <a:pt x="169863" y="3711765"/>
                </a:cubicBezTo>
                <a:cubicBezTo>
                  <a:pt x="158433" y="3715539"/>
                  <a:pt x="143193" y="3711765"/>
                  <a:pt x="131763" y="3700443"/>
                </a:cubicBezTo>
                <a:cubicBezTo>
                  <a:pt x="131763" y="3700443"/>
                  <a:pt x="131763" y="3704217"/>
                  <a:pt x="131763" y="3707991"/>
                </a:cubicBezTo>
                <a:cubicBezTo>
                  <a:pt x="131763" y="3711765"/>
                  <a:pt x="131763" y="3711765"/>
                  <a:pt x="131763" y="3711765"/>
                </a:cubicBezTo>
                <a:cubicBezTo>
                  <a:pt x="145098" y="3815552"/>
                  <a:pt x="151766" y="3871219"/>
                  <a:pt x="160815" y="3921697"/>
                </a:cubicBezTo>
                <a:lnTo>
                  <a:pt x="172640" y="3977055"/>
                </a:lnTo>
                <a:lnTo>
                  <a:pt x="164587" y="3941160"/>
                </a:lnTo>
                <a:cubicBezTo>
                  <a:pt x="149929" y="3872915"/>
                  <a:pt x="144066" y="3827860"/>
                  <a:pt x="132341" y="3719493"/>
                </a:cubicBezTo>
                <a:cubicBezTo>
                  <a:pt x="128588" y="3719493"/>
                  <a:pt x="128588" y="3719493"/>
                  <a:pt x="128588" y="3719493"/>
                </a:cubicBezTo>
                <a:lnTo>
                  <a:pt x="128588" y="3711680"/>
                </a:lnTo>
                <a:cubicBezTo>
                  <a:pt x="128588" y="3707914"/>
                  <a:pt x="128588" y="3707914"/>
                  <a:pt x="128588" y="3707914"/>
                </a:cubicBezTo>
                <a:cubicBezTo>
                  <a:pt x="128588" y="3704147"/>
                  <a:pt x="128588" y="3700381"/>
                  <a:pt x="128588" y="3700381"/>
                </a:cubicBezTo>
                <a:cubicBezTo>
                  <a:pt x="117158" y="3689082"/>
                  <a:pt x="101918" y="3666483"/>
                  <a:pt x="94298" y="3640118"/>
                </a:cubicBezTo>
                <a:cubicBezTo>
                  <a:pt x="90488" y="3643885"/>
                  <a:pt x="90488" y="3643885"/>
                  <a:pt x="90488" y="3643885"/>
                </a:cubicBezTo>
                <a:lnTo>
                  <a:pt x="90488" y="3640586"/>
                </a:lnTo>
                <a:cubicBezTo>
                  <a:pt x="90488" y="3636813"/>
                  <a:pt x="90488" y="3636813"/>
                  <a:pt x="90488" y="3636813"/>
                </a:cubicBezTo>
                <a:cubicBezTo>
                  <a:pt x="90488" y="3633040"/>
                  <a:pt x="90488" y="3633040"/>
                  <a:pt x="90488" y="3633040"/>
                </a:cubicBezTo>
                <a:cubicBezTo>
                  <a:pt x="79231" y="3602859"/>
                  <a:pt x="71727" y="3568905"/>
                  <a:pt x="64222" y="3527406"/>
                </a:cubicBezTo>
                <a:cubicBezTo>
                  <a:pt x="64222" y="3531179"/>
                  <a:pt x="64222" y="3531179"/>
                  <a:pt x="64222" y="3531179"/>
                </a:cubicBezTo>
                <a:cubicBezTo>
                  <a:pt x="60470" y="3531179"/>
                  <a:pt x="60470" y="3531179"/>
                  <a:pt x="60470" y="3531179"/>
                </a:cubicBezTo>
                <a:lnTo>
                  <a:pt x="60325" y="3533154"/>
                </a:lnTo>
                <a:lnTo>
                  <a:pt x="60325" y="3530581"/>
                </a:lnTo>
                <a:cubicBezTo>
                  <a:pt x="34396" y="3579595"/>
                  <a:pt x="30692" y="3583365"/>
                  <a:pt x="15875" y="3583365"/>
                </a:cubicBezTo>
                <a:cubicBezTo>
                  <a:pt x="15875" y="3590906"/>
                  <a:pt x="15875" y="3590906"/>
                  <a:pt x="15875" y="3590906"/>
                </a:cubicBezTo>
                <a:lnTo>
                  <a:pt x="16605" y="3601591"/>
                </a:lnTo>
                <a:lnTo>
                  <a:pt x="15347" y="3595309"/>
                </a:lnTo>
                <a:cubicBezTo>
                  <a:pt x="15347" y="3591535"/>
                  <a:pt x="15347" y="3587761"/>
                  <a:pt x="15347" y="3580212"/>
                </a:cubicBezTo>
                <a:lnTo>
                  <a:pt x="9795" y="3563244"/>
                </a:lnTo>
                <a:lnTo>
                  <a:pt x="15479" y="3571767"/>
                </a:lnTo>
                <a:cubicBezTo>
                  <a:pt x="15950" y="3557162"/>
                  <a:pt x="16422" y="3544147"/>
                  <a:pt x="16930" y="3532427"/>
                </a:cubicBezTo>
                <a:lnTo>
                  <a:pt x="17832" y="3515380"/>
                </a:lnTo>
                <a:lnTo>
                  <a:pt x="15875" y="3579793"/>
                </a:lnTo>
                <a:cubicBezTo>
                  <a:pt x="34396" y="3572267"/>
                  <a:pt x="34396" y="3572267"/>
                  <a:pt x="60325" y="3523349"/>
                </a:cubicBezTo>
                <a:cubicBezTo>
                  <a:pt x="60325" y="3515823"/>
                  <a:pt x="60325" y="3515823"/>
                  <a:pt x="60325" y="3515823"/>
                </a:cubicBezTo>
                <a:cubicBezTo>
                  <a:pt x="60325" y="3508297"/>
                  <a:pt x="60325" y="3500771"/>
                  <a:pt x="56621" y="3489482"/>
                </a:cubicBezTo>
                <a:cubicBezTo>
                  <a:pt x="52917" y="3451852"/>
                  <a:pt x="49213" y="3414223"/>
                  <a:pt x="49213" y="3376593"/>
                </a:cubicBezTo>
                <a:cubicBezTo>
                  <a:pt x="45509" y="3376593"/>
                  <a:pt x="45509" y="3376593"/>
                  <a:pt x="45509" y="3376593"/>
                </a:cubicBezTo>
                <a:cubicBezTo>
                  <a:pt x="36248" y="3410460"/>
                  <a:pt x="28840" y="3434919"/>
                  <a:pt x="23747" y="3464082"/>
                </a:cubicBezTo>
                <a:lnTo>
                  <a:pt x="17993" y="3512347"/>
                </a:lnTo>
                <a:lnTo>
                  <a:pt x="18601" y="3500861"/>
                </a:lnTo>
                <a:cubicBezTo>
                  <a:pt x="22313" y="3444325"/>
                  <a:pt x="28675" y="3423831"/>
                  <a:pt x="45641" y="3375775"/>
                </a:cubicBezTo>
                <a:cubicBezTo>
                  <a:pt x="45641" y="3372006"/>
                  <a:pt x="45641" y="3372006"/>
                  <a:pt x="45641" y="3372006"/>
                </a:cubicBezTo>
                <a:cubicBezTo>
                  <a:pt x="19249" y="3349391"/>
                  <a:pt x="15479" y="3345622"/>
                  <a:pt x="7938" y="3300402"/>
                </a:cubicBezTo>
                <a:close/>
                <a:moveTo>
                  <a:pt x="143154" y="3299849"/>
                </a:moveTo>
                <a:lnTo>
                  <a:pt x="143146" y="3299874"/>
                </a:lnTo>
                <a:lnTo>
                  <a:pt x="142875" y="3300402"/>
                </a:lnTo>
                <a:close/>
                <a:moveTo>
                  <a:pt x="143470" y="3299243"/>
                </a:moveTo>
                <a:lnTo>
                  <a:pt x="143470" y="3305002"/>
                </a:lnTo>
                <a:lnTo>
                  <a:pt x="143374" y="3308059"/>
                </a:lnTo>
                <a:lnTo>
                  <a:pt x="142875" y="3308341"/>
                </a:lnTo>
                <a:cubicBezTo>
                  <a:pt x="142875" y="3308341"/>
                  <a:pt x="142875" y="3304566"/>
                  <a:pt x="142875" y="3300793"/>
                </a:cubicBezTo>
                <a:lnTo>
                  <a:pt x="143146" y="3299874"/>
                </a:lnTo>
                <a:close/>
                <a:moveTo>
                  <a:pt x="143470" y="3298778"/>
                </a:moveTo>
                <a:lnTo>
                  <a:pt x="143470" y="3299221"/>
                </a:lnTo>
                <a:lnTo>
                  <a:pt x="143154" y="3299849"/>
                </a:lnTo>
                <a:close/>
                <a:moveTo>
                  <a:pt x="143970" y="3298225"/>
                </a:moveTo>
                <a:lnTo>
                  <a:pt x="143970" y="3298267"/>
                </a:lnTo>
                <a:lnTo>
                  <a:pt x="143470" y="3299243"/>
                </a:lnTo>
                <a:lnTo>
                  <a:pt x="143470" y="3299221"/>
                </a:lnTo>
                <a:close/>
                <a:moveTo>
                  <a:pt x="143970" y="3295271"/>
                </a:moveTo>
                <a:lnTo>
                  <a:pt x="143970" y="3297081"/>
                </a:lnTo>
                <a:lnTo>
                  <a:pt x="143470" y="3298778"/>
                </a:lnTo>
                <a:lnTo>
                  <a:pt x="143470" y="3297466"/>
                </a:lnTo>
                <a:close/>
                <a:moveTo>
                  <a:pt x="136395" y="3293118"/>
                </a:moveTo>
                <a:lnTo>
                  <a:pt x="136525" y="3294045"/>
                </a:lnTo>
                <a:lnTo>
                  <a:pt x="136384" y="3293140"/>
                </a:lnTo>
                <a:close/>
                <a:moveTo>
                  <a:pt x="136302" y="3292617"/>
                </a:moveTo>
                <a:lnTo>
                  <a:pt x="136384" y="3293140"/>
                </a:lnTo>
                <a:lnTo>
                  <a:pt x="135017" y="3295829"/>
                </a:lnTo>
                <a:lnTo>
                  <a:pt x="135659" y="3293261"/>
                </a:lnTo>
                <a:lnTo>
                  <a:pt x="135760" y="3293160"/>
                </a:lnTo>
                <a:lnTo>
                  <a:pt x="135890" y="3294045"/>
                </a:lnTo>
                <a:lnTo>
                  <a:pt x="135890" y="3293029"/>
                </a:lnTo>
                <a:close/>
                <a:moveTo>
                  <a:pt x="136470" y="3292450"/>
                </a:moveTo>
                <a:lnTo>
                  <a:pt x="136526" y="3292860"/>
                </a:lnTo>
                <a:lnTo>
                  <a:pt x="136395" y="3293118"/>
                </a:lnTo>
                <a:lnTo>
                  <a:pt x="136321" y="3292597"/>
                </a:lnTo>
                <a:close/>
                <a:moveTo>
                  <a:pt x="6603947" y="3291641"/>
                </a:moveTo>
                <a:lnTo>
                  <a:pt x="6604001" y="3293467"/>
                </a:lnTo>
                <a:lnTo>
                  <a:pt x="6604001" y="3297227"/>
                </a:lnTo>
                <a:close/>
                <a:moveTo>
                  <a:pt x="135886" y="3289508"/>
                </a:moveTo>
                <a:lnTo>
                  <a:pt x="136321" y="3292597"/>
                </a:lnTo>
                <a:lnTo>
                  <a:pt x="136302" y="3292617"/>
                </a:lnTo>
                <a:lnTo>
                  <a:pt x="135889" y="3289979"/>
                </a:lnTo>
                <a:close/>
                <a:moveTo>
                  <a:pt x="6498859" y="3289291"/>
                </a:moveTo>
                <a:cubicBezTo>
                  <a:pt x="6498859" y="3293061"/>
                  <a:pt x="6498859" y="3293061"/>
                  <a:pt x="6498859" y="3293061"/>
                </a:cubicBezTo>
                <a:cubicBezTo>
                  <a:pt x="6498859" y="3500419"/>
                  <a:pt x="6487686" y="3700245"/>
                  <a:pt x="6469063" y="3892531"/>
                </a:cubicBezTo>
                <a:cubicBezTo>
                  <a:pt x="6472788" y="3892531"/>
                  <a:pt x="6472788" y="3892531"/>
                  <a:pt x="6472788" y="3892531"/>
                </a:cubicBezTo>
                <a:cubicBezTo>
                  <a:pt x="6543554" y="3666312"/>
                  <a:pt x="6547278" y="3647461"/>
                  <a:pt x="6565901" y="3541892"/>
                </a:cubicBezTo>
                <a:cubicBezTo>
                  <a:pt x="6543554" y="3451405"/>
                  <a:pt x="6539829" y="3425012"/>
                  <a:pt x="6498859" y="3289291"/>
                </a:cubicBezTo>
                <a:close/>
                <a:moveTo>
                  <a:pt x="6490728" y="3289291"/>
                </a:moveTo>
                <a:cubicBezTo>
                  <a:pt x="6464581" y="3364663"/>
                  <a:pt x="6430963" y="3462659"/>
                  <a:pt x="6401081" y="3534272"/>
                </a:cubicBezTo>
                <a:cubicBezTo>
                  <a:pt x="6393610" y="3560656"/>
                  <a:pt x="6371198" y="3590809"/>
                  <a:pt x="6371198" y="3617192"/>
                </a:cubicBezTo>
                <a:cubicBezTo>
                  <a:pt x="6371198" y="3620961"/>
                  <a:pt x="6371198" y="3620961"/>
                  <a:pt x="6371198" y="3620961"/>
                </a:cubicBezTo>
                <a:cubicBezTo>
                  <a:pt x="6371198" y="3628499"/>
                  <a:pt x="6374934" y="3639807"/>
                  <a:pt x="6367463" y="3654883"/>
                </a:cubicBezTo>
                <a:cubicBezTo>
                  <a:pt x="6442169" y="3847107"/>
                  <a:pt x="6442169" y="3847107"/>
                  <a:pt x="6460845" y="3903643"/>
                </a:cubicBezTo>
                <a:cubicBezTo>
                  <a:pt x="6464581" y="3899874"/>
                  <a:pt x="6464581" y="3899874"/>
                  <a:pt x="6464581" y="3899874"/>
                </a:cubicBezTo>
                <a:cubicBezTo>
                  <a:pt x="6464581" y="3899874"/>
                  <a:pt x="6464581" y="3896105"/>
                  <a:pt x="6464581" y="3896105"/>
                </a:cubicBezTo>
                <a:cubicBezTo>
                  <a:pt x="6486992" y="3703881"/>
                  <a:pt x="6494463" y="3500350"/>
                  <a:pt x="6494463" y="3293060"/>
                </a:cubicBezTo>
                <a:cubicBezTo>
                  <a:pt x="6490728" y="3289291"/>
                  <a:pt x="6490728" y="3289291"/>
                  <a:pt x="6490728" y="3289291"/>
                </a:cubicBezTo>
                <a:close/>
                <a:moveTo>
                  <a:pt x="135712" y="3288276"/>
                </a:moveTo>
                <a:lnTo>
                  <a:pt x="135733" y="3288423"/>
                </a:lnTo>
                <a:lnTo>
                  <a:pt x="135733" y="3288985"/>
                </a:lnTo>
                <a:lnTo>
                  <a:pt x="135726" y="3288941"/>
                </a:lnTo>
                <a:close/>
                <a:moveTo>
                  <a:pt x="135734" y="3287141"/>
                </a:moveTo>
                <a:lnTo>
                  <a:pt x="135878" y="3288183"/>
                </a:lnTo>
                <a:lnTo>
                  <a:pt x="135886" y="3289508"/>
                </a:lnTo>
                <a:lnTo>
                  <a:pt x="135733" y="3288423"/>
                </a:lnTo>
                <a:close/>
                <a:moveTo>
                  <a:pt x="3769" y="3278183"/>
                </a:moveTo>
                <a:cubicBezTo>
                  <a:pt x="0" y="3297030"/>
                  <a:pt x="0" y="3297030"/>
                  <a:pt x="0" y="3297030"/>
                </a:cubicBezTo>
                <a:cubicBezTo>
                  <a:pt x="3769" y="3278183"/>
                  <a:pt x="3769" y="3278183"/>
                  <a:pt x="3769" y="3278183"/>
                </a:cubicBezTo>
                <a:close/>
                <a:moveTo>
                  <a:pt x="144690" y="3273078"/>
                </a:moveTo>
                <a:lnTo>
                  <a:pt x="144648" y="3274230"/>
                </a:lnTo>
                <a:lnTo>
                  <a:pt x="139700" y="3294043"/>
                </a:lnTo>
                <a:close/>
                <a:moveTo>
                  <a:pt x="3769" y="3263103"/>
                </a:moveTo>
                <a:cubicBezTo>
                  <a:pt x="3769" y="3274414"/>
                  <a:pt x="7537" y="3289490"/>
                  <a:pt x="7537" y="3300799"/>
                </a:cubicBezTo>
                <a:cubicBezTo>
                  <a:pt x="3769" y="3278183"/>
                  <a:pt x="3769" y="3278183"/>
                  <a:pt x="3769" y="3278183"/>
                </a:cubicBezTo>
                <a:close/>
                <a:moveTo>
                  <a:pt x="268288" y="3252778"/>
                </a:moveTo>
                <a:cubicBezTo>
                  <a:pt x="272050" y="3301460"/>
                  <a:pt x="272050" y="3350135"/>
                  <a:pt x="268288" y="3395073"/>
                </a:cubicBezTo>
                <a:lnTo>
                  <a:pt x="271806" y="3398576"/>
                </a:lnTo>
                <a:lnTo>
                  <a:pt x="271463" y="3398586"/>
                </a:lnTo>
                <a:cubicBezTo>
                  <a:pt x="275230" y="3402353"/>
                  <a:pt x="275230" y="3402353"/>
                  <a:pt x="275230" y="3402353"/>
                </a:cubicBezTo>
                <a:cubicBezTo>
                  <a:pt x="275230" y="3406121"/>
                  <a:pt x="275230" y="3406121"/>
                  <a:pt x="275230" y="3406121"/>
                </a:cubicBezTo>
                <a:cubicBezTo>
                  <a:pt x="271463" y="3406121"/>
                  <a:pt x="271463" y="3406121"/>
                  <a:pt x="271463" y="3406121"/>
                </a:cubicBezTo>
                <a:cubicBezTo>
                  <a:pt x="286529" y="3424959"/>
                  <a:pt x="309127" y="3451333"/>
                  <a:pt x="327960" y="3470171"/>
                </a:cubicBezTo>
                <a:cubicBezTo>
                  <a:pt x="365624" y="3522919"/>
                  <a:pt x="395755" y="3583201"/>
                  <a:pt x="437186" y="3632181"/>
                </a:cubicBezTo>
                <a:cubicBezTo>
                  <a:pt x="542646" y="3628413"/>
                  <a:pt x="553945" y="3628413"/>
                  <a:pt x="655638" y="3590737"/>
                </a:cubicBezTo>
                <a:cubicBezTo>
                  <a:pt x="651872" y="3586969"/>
                  <a:pt x="651872" y="3586969"/>
                  <a:pt x="651872" y="3586969"/>
                </a:cubicBezTo>
                <a:cubicBezTo>
                  <a:pt x="651872" y="3583201"/>
                  <a:pt x="651872" y="3583201"/>
                  <a:pt x="651872" y="3583201"/>
                </a:cubicBezTo>
                <a:cubicBezTo>
                  <a:pt x="651872" y="3579434"/>
                  <a:pt x="651872" y="3579434"/>
                  <a:pt x="651872" y="3579434"/>
                </a:cubicBezTo>
                <a:cubicBezTo>
                  <a:pt x="651872" y="3579434"/>
                  <a:pt x="651872" y="3575666"/>
                  <a:pt x="655638" y="3571898"/>
                </a:cubicBezTo>
                <a:cubicBezTo>
                  <a:pt x="550178" y="3436262"/>
                  <a:pt x="546412" y="3432495"/>
                  <a:pt x="456018" y="3349606"/>
                </a:cubicBezTo>
                <a:cubicBezTo>
                  <a:pt x="452251" y="3349606"/>
                  <a:pt x="448485" y="3349606"/>
                  <a:pt x="444719" y="3349606"/>
                </a:cubicBezTo>
                <a:cubicBezTo>
                  <a:pt x="374098" y="3383515"/>
                  <a:pt x="352206" y="3394112"/>
                  <a:pt x="315483" y="3397291"/>
                </a:cubicBezTo>
                <a:lnTo>
                  <a:pt x="275372" y="3398471"/>
                </a:lnTo>
                <a:lnTo>
                  <a:pt x="320188" y="3393786"/>
                </a:lnTo>
                <a:cubicBezTo>
                  <a:pt x="359509" y="3388520"/>
                  <a:pt x="379258" y="3380094"/>
                  <a:pt x="441326" y="3346390"/>
                </a:cubicBezTo>
                <a:cubicBezTo>
                  <a:pt x="433803" y="3338900"/>
                  <a:pt x="437565" y="3335155"/>
                  <a:pt x="441326" y="3331410"/>
                </a:cubicBezTo>
                <a:cubicBezTo>
                  <a:pt x="347284" y="3267758"/>
                  <a:pt x="343522" y="3264013"/>
                  <a:pt x="272050" y="3252778"/>
                </a:cubicBezTo>
                <a:cubicBezTo>
                  <a:pt x="268288" y="3252778"/>
                  <a:pt x="268288" y="3252778"/>
                  <a:pt x="268288" y="3252778"/>
                </a:cubicBezTo>
                <a:close/>
                <a:moveTo>
                  <a:pt x="69204" y="3246847"/>
                </a:moveTo>
                <a:lnTo>
                  <a:pt x="90658" y="3268934"/>
                </a:lnTo>
                <a:lnTo>
                  <a:pt x="127595" y="3304338"/>
                </a:lnTo>
                <a:lnTo>
                  <a:pt x="90911" y="3270172"/>
                </a:lnTo>
                <a:close/>
                <a:moveTo>
                  <a:pt x="6200339" y="3244841"/>
                </a:moveTo>
                <a:cubicBezTo>
                  <a:pt x="6200339" y="3248605"/>
                  <a:pt x="6200339" y="3248605"/>
                  <a:pt x="6200339" y="3248605"/>
                </a:cubicBezTo>
                <a:cubicBezTo>
                  <a:pt x="6196573" y="3248605"/>
                  <a:pt x="6196573" y="3248605"/>
                  <a:pt x="6196573" y="3248605"/>
                </a:cubicBezTo>
                <a:cubicBezTo>
                  <a:pt x="6200339" y="3531101"/>
                  <a:pt x="6189040" y="3809837"/>
                  <a:pt x="6162675" y="4073506"/>
                </a:cubicBezTo>
                <a:cubicBezTo>
                  <a:pt x="6166441" y="4073506"/>
                  <a:pt x="6166441" y="4073506"/>
                  <a:pt x="6166441" y="4073506"/>
                </a:cubicBezTo>
                <a:cubicBezTo>
                  <a:pt x="6268135" y="3858804"/>
                  <a:pt x="6279434" y="3839971"/>
                  <a:pt x="6350997" y="3659169"/>
                </a:cubicBezTo>
                <a:cubicBezTo>
                  <a:pt x="6350997" y="3655402"/>
                  <a:pt x="6350997" y="3655402"/>
                  <a:pt x="6350997" y="3655402"/>
                </a:cubicBezTo>
                <a:cubicBezTo>
                  <a:pt x="6350997" y="3651635"/>
                  <a:pt x="6347230" y="3640335"/>
                  <a:pt x="6354763" y="3621502"/>
                </a:cubicBezTo>
                <a:cubicBezTo>
                  <a:pt x="6290734" y="3463300"/>
                  <a:pt x="6268135" y="3403033"/>
                  <a:pt x="6204106" y="3244841"/>
                </a:cubicBezTo>
                <a:cubicBezTo>
                  <a:pt x="6200339" y="3244841"/>
                  <a:pt x="6200339" y="3244841"/>
                  <a:pt x="6200339" y="3244841"/>
                </a:cubicBezTo>
                <a:close/>
                <a:moveTo>
                  <a:pt x="6190025" y="3244841"/>
                </a:moveTo>
                <a:cubicBezTo>
                  <a:pt x="6106695" y="3421952"/>
                  <a:pt x="6080181" y="3474711"/>
                  <a:pt x="5985488" y="3663137"/>
                </a:cubicBezTo>
                <a:cubicBezTo>
                  <a:pt x="5993063" y="3685748"/>
                  <a:pt x="5985488" y="3700822"/>
                  <a:pt x="5981700" y="3712128"/>
                </a:cubicBezTo>
                <a:cubicBezTo>
                  <a:pt x="6144572" y="4066369"/>
                  <a:pt x="6144572" y="4066369"/>
                  <a:pt x="6152147" y="4081443"/>
                </a:cubicBezTo>
                <a:cubicBezTo>
                  <a:pt x="6155935" y="4077675"/>
                  <a:pt x="6155935" y="4077675"/>
                  <a:pt x="6155935" y="4077675"/>
                </a:cubicBezTo>
                <a:cubicBezTo>
                  <a:pt x="6155935" y="4077675"/>
                  <a:pt x="6155935" y="4077675"/>
                  <a:pt x="6159723" y="4073906"/>
                </a:cubicBezTo>
                <a:cubicBezTo>
                  <a:pt x="6182449" y="3810110"/>
                  <a:pt x="6197600" y="3531239"/>
                  <a:pt x="6193812" y="3248609"/>
                </a:cubicBezTo>
                <a:cubicBezTo>
                  <a:pt x="6190025" y="3248609"/>
                  <a:pt x="6190025" y="3248609"/>
                  <a:pt x="6190025" y="3248609"/>
                </a:cubicBezTo>
                <a:cubicBezTo>
                  <a:pt x="6190025" y="3244841"/>
                  <a:pt x="6190025" y="3244841"/>
                  <a:pt x="6190025" y="3244841"/>
                </a:cubicBezTo>
                <a:close/>
                <a:moveTo>
                  <a:pt x="172547" y="3242544"/>
                </a:moveTo>
                <a:lnTo>
                  <a:pt x="143970" y="3300402"/>
                </a:lnTo>
                <a:lnTo>
                  <a:pt x="143970" y="3298267"/>
                </a:lnTo>
                <a:close/>
                <a:moveTo>
                  <a:pt x="52740" y="3229536"/>
                </a:moveTo>
                <a:lnTo>
                  <a:pt x="53092" y="3229536"/>
                </a:lnTo>
                <a:lnTo>
                  <a:pt x="69204" y="3246847"/>
                </a:lnTo>
                <a:lnTo>
                  <a:pt x="52723" y="3229880"/>
                </a:lnTo>
                <a:close/>
                <a:moveTo>
                  <a:pt x="56168" y="3226125"/>
                </a:moveTo>
                <a:lnTo>
                  <a:pt x="90658" y="3265094"/>
                </a:lnTo>
                <a:lnTo>
                  <a:pt x="130838" y="3307359"/>
                </a:lnTo>
                <a:lnTo>
                  <a:pt x="130723" y="3307252"/>
                </a:lnTo>
                <a:lnTo>
                  <a:pt x="92076" y="3267060"/>
                </a:lnTo>
                <a:lnTo>
                  <a:pt x="55996" y="3229536"/>
                </a:lnTo>
                <a:lnTo>
                  <a:pt x="56168" y="3229536"/>
                </a:lnTo>
                <a:close/>
                <a:moveTo>
                  <a:pt x="55865" y="3225784"/>
                </a:moveTo>
                <a:lnTo>
                  <a:pt x="56168" y="3225784"/>
                </a:lnTo>
                <a:lnTo>
                  <a:pt x="56168" y="3226125"/>
                </a:lnTo>
                <a:close/>
                <a:moveTo>
                  <a:pt x="123978" y="3211389"/>
                </a:moveTo>
                <a:lnTo>
                  <a:pt x="125611" y="3224389"/>
                </a:lnTo>
                <a:lnTo>
                  <a:pt x="135726" y="3288941"/>
                </a:lnTo>
                <a:lnTo>
                  <a:pt x="135732" y="3289282"/>
                </a:lnTo>
                <a:lnTo>
                  <a:pt x="135733" y="3288985"/>
                </a:lnTo>
                <a:lnTo>
                  <a:pt x="135889" y="3289979"/>
                </a:lnTo>
                <a:lnTo>
                  <a:pt x="135890" y="3290276"/>
                </a:lnTo>
                <a:lnTo>
                  <a:pt x="135890" y="3293029"/>
                </a:lnTo>
                <a:lnTo>
                  <a:pt x="135760" y="3293160"/>
                </a:lnTo>
                <a:lnTo>
                  <a:pt x="125175" y="3221466"/>
                </a:lnTo>
                <a:close/>
                <a:moveTo>
                  <a:pt x="5714771" y="3187684"/>
                </a:moveTo>
                <a:cubicBezTo>
                  <a:pt x="5597567" y="3398860"/>
                  <a:pt x="5563540" y="3459197"/>
                  <a:pt x="5438775" y="3674146"/>
                </a:cubicBezTo>
                <a:cubicBezTo>
                  <a:pt x="5442556" y="3681688"/>
                  <a:pt x="5442556" y="3681688"/>
                  <a:pt x="5442556" y="3681688"/>
                </a:cubicBezTo>
                <a:cubicBezTo>
                  <a:pt x="5442556" y="3689231"/>
                  <a:pt x="5450117" y="3708086"/>
                  <a:pt x="5438775" y="3730712"/>
                </a:cubicBezTo>
                <a:cubicBezTo>
                  <a:pt x="5552198" y="3956975"/>
                  <a:pt x="5552198" y="3956975"/>
                  <a:pt x="5673182" y="4202093"/>
                </a:cubicBezTo>
                <a:cubicBezTo>
                  <a:pt x="5676963" y="4198322"/>
                  <a:pt x="5676963" y="4198322"/>
                  <a:pt x="5676963" y="4198322"/>
                </a:cubicBezTo>
                <a:cubicBezTo>
                  <a:pt x="5676963" y="4198322"/>
                  <a:pt x="5680744" y="4194551"/>
                  <a:pt x="5680744" y="4194551"/>
                </a:cubicBezTo>
                <a:cubicBezTo>
                  <a:pt x="5710990" y="3874012"/>
                  <a:pt x="5726113" y="3534618"/>
                  <a:pt x="5722332" y="3191455"/>
                </a:cubicBezTo>
                <a:cubicBezTo>
                  <a:pt x="5718551" y="3191455"/>
                  <a:pt x="5718551" y="3191455"/>
                  <a:pt x="5718551" y="3191455"/>
                </a:cubicBezTo>
                <a:cubicBezTo>
                  <a:pt x="5714771" y="3187684"/>
                  <a:pt x="5714771" y="3187684"/>
                  <a:pt x="5714771" y="3187684"/>
                </a:cubicBezTo>
                <a:close/>
                <a:moveTo>
                  <a:pt x="95181" y="3187572"/>
                </a:moveTo>
                <a:lnTo>
                  <a:pt x="98690" y="3199296"/>
                </a:lnTo>
                <a:cubicBezTo>
                  <a:pt x="104360" y="3217156"/>
                  <a:pt x="110266" y="3235015"/>
                  <a:pt x="115936" y="3252170"/>
                </a:cubicBezTo>
                <a:lnTo>
                  <a:pt x="123521" y="3275481"/>
                </a:lnTo>
                <a:lnTo>
                  <a:pt x="98773" y="3200677"/>
                </a:lnTo>
                <a:close/>
                <a:moveTo>
                  <a:pt x="214541" y="3159441"/>
                </a:moveTo>
                <a:lnTo>
                  <a:pt x="193548" y="3200088"/>
                </a:lnTo>
                <a:lnTo>
                  <a:pt x="190668" y="3205333"/>
                </a:lnTo>
                <a:lnTo>
                  <a:pt x="143970" y="3298225"/>
                </a:lnTo>
                <a:lnTo>
                  <a:pt x="143970" y="3297081"/>
                </a:lnTo>
                <a:lnTo>
                  <a:pt x="157191" y="3252260"/>
                </a:lnTo>
                <a:cubicBezTo>
                  <a:pt x="164437" y="3236044"/>
                  <a:pt x="173745" y="3219885"/>
                  <a:pt x="183878" y="3204082"/>
                </a:cubicBezTo>
                <a:close/>
                <a:moveTo>
                  <a:pt x="117254" y="3154736"/>
                </a:moveTo>
                <a:lnTo>
                  <a:pt x="126775" y="3222505"/>
                </a:lnTo>
                <a:lnTo>
                  <a:pt x="135683" y="3286772"/>
                </a:lnTo>
                <a:lnTo>
                  <a:pt x="135712" y="3288276"/>
                </a:lnTo>
                <a:lnTo>
                  <a:pt x="126703" y="3224331"/>
                </a:lnTo>
                <a:lnTo>
                  <a:pt x="118680" y="3166756"/>
                </a:lnTo>
                <a:close/>
                <a:moveTo>
                  <a:pt x="115685" y="3144683"/>
                </a:moveTo>
                <a:lnTo>
                  <a:pt x="116152" y="3148613"/>
                </a:lnTo>
                <a:lnTo>
                  <a:pt x="118680" y="3166756"/>
                </a:lnTo>
                <a:lnTo>
                  <a:pt x="123978" y="3211389"/>
                </a:lnTo>
                <a:lnTo>
                  <a:pt x="116152" y="3149084"/>
                </a:lnTo>
                <a:close/>
                <a:moveTo>
                  <a:pt x="224790" y="3144612"/>
                </a:moveTo>
                <a:lnTo>
                  <a:pt x="215807" y="3159732"/>
                </a:lnTo>
                <a:cubicBezTo>
                  <a:pt x="207349" y="3175012"/>
                  <a:pt x="198949" y="3191050"/>
                  <a:pt x="190668" y="3207206"/>
                </a:cubicBezTo>
                <a:lnTo>
                  <a:pt x="172547" y="3242544"/>
                </a:lnTo>
                <a:lnTo>
                  <a:pt x="192827" y="3201484"/>
                </a:lnTo>
                <a:lnTo>
                  <a:pt x="193548" y="3200088"/>
                </a:lnTo>
                <a:lnTo>
                  <a:pt x="220931" y="3150190"/>
                </a:lnTo>
                <a:close/>
                <a:moveTo>
                  <a:pt x="662864" y="3143239"/>
                </a:moveTo>
                <a:cubicBezTo>
                  <a:pt x="554120" y="3263556"/>
                  <a:pt x="546620" y="3271076"/>
                  <a:pt x="460375" y="3331225"/>
                </a:cubicBezTo>
                <a:cubicBezTo>
                  <a:pt x="467875" y="3338744"/>
                  <a:pt x="464125" y="3346264"/>
                  <a:pt x="460375" y="3346264"/>
                </a:cubicBezTo>
                <a:cubicBezTo>
                  <a:pt x="561620" y="3444021"/>
                  <a:pt x="565369" y="3447780"/>
                  <a:pt x="659114" y="3571856"/>
                </a:cubicBezTo>
                <a:cubicBezTo>
                  <a:pt x="659114" y="3568096"/>
                  <a:pt x="659114" y="3568096"/>
                  <a:pt x="659114" y="3568096"/>
                </a:cubicBezTo>
                <a:cubicBezTo>
                  <a:pt x="662864" y="3568096"/>
                  <a:pt x="662864" y="3568096"/>
                  <a:pt x="662864" y="3568096"/>
                </a:cubicBezTo>
                <a:cubicBezTo>
                  <a:pt x="662864" y="3568096"/>
                  <a:pt x="662864" y="3568096"/>
                  <a:pt x="666614" y="3568096"/>
                </a:cubicBezTo>
                <a:cubicBezTo>
                  <a:pt x="674113" y="3432741"/>
                  <a:pt x="677863" y="3286116"/>
                  <a:pt x="670364" y="3146999"/>
                </a:cubicBezTo>
                <a:cubicBezTo>
                  <a:pt x="666614" y="3146999"/>
                  <a:pt x="666614" y="3146999"/>
                  <a:pt x="666614" y="3146999"/>
                </a:cubicBezTo>
                <a:cubicBezTo>
                  <a:pt x="666614" y="3143239"/>
                  <a:pt x="666614" y="3143239"/>
                  <a:pt x="666614" y="3143239"/>
                </a:cubicBezTo>
                <a:cubicBezTo>
                  <a:pt x="662864" y="3143239"/>
                  <a:pt x="662864" y="3143239"/>
                  <a:pt x="662864" y="3143239"/>
                </a:cubicBezTo>
                <a:close/>
                <a:moveTo>
                  <a:pt x="6599578" y="3143078"/>
                </a:moveTo>
                <a:lnTo>
                  <a:pt x="6603009" y="3194040"/>
                </a:lnTo>
                <a:lnTo>
                  <a:pt x="6603947" y="3291641"/>
                </a:lnTo>
                <a:close/>
                <a:moveTo>
                  <a:pt x="6586712" y="3140353"/>
                </a:moveTo>
                <a:lnTo>
                  <a:pt x="6590653" y="3165339"/>
                </a:lnTo>
                <a:cubicBezTo>
                  <a:pt x="6597635" y="3211748"/>
                  <a:pt x="6599371" y="3236129"/>
                  <a:pt x="6604001" y="3297227"/>
                </a:cubicBezTo>
                <a:lnTo>
                  <a:pt x="6604001" y="3308276"/>
                </a:lnTo>
                <a:lnTo>
                  <a:pt x="6604001" y="3319453"/>
                </a:lnTo>
                <a:lnTo>
                  <a:pt x="6603166" y="3329303"/>
                </a:lnTo>
                <a:lnTo>
                  <a:pt x="6604000" y="3316168"/>
                </a:lnTo>
                <a:lnTo>
                  <a:pt x="6604000" y="3313103"/>
                </a:lnTo>
                <a:lnTo>
                  <a:pt x="6604000" y="3312402"/>
                </a:lnTo>
                <a:cubicBezTo>
                  <a:pt x="6604000" y="3308631"/>
                  <a:pt x="6604000" y="3308631"/>
                  <a:pt x="6604000" y="3308631"/>
                </a:cubicBezTo>
                <a:lnTo>
                  <a:pt x="6604000" y="3308340"/>
                </a:lnTo>
                <a:lnTo>
                  <a:pt x="6604000" y="3305166"/>
                </a:lnTo>
                <a:lnTo>
                  <a:pt x="6604000" y="3304862"/>
                </a:lnTo>
                <a:cubicBezTo>
                  <a:pt x="6604000" y="3301093"/>
                  <a:pt x="6604000" y="3301093"/>
                  <a:pt x="6604000" y="3301093"/>
                </a:cubicBezTo>
                <a:cubicBezTo>
                  <a:pt x="6600237" y="3253983"/>
                  <a:pt x="6598355" y="3224775"/>
                  <a:pt x="6594122" y="3190384"/>
                </a:cubicBezTo>
                <a:close/>
                <a:moveTo>
                  <a:pt x="682223" y="3138475"/>
                </a:moveTo>
                <a:cubicBezTo>
                  <a:pt x="682223" y="3142248"/>
                  <a:pt x="682223" y="3142248"/>
                  <a:pt x="682223" y="3142248"/>
                </a:cubicBezTo>
                <a:cubicBezTo>
                  <a:pt x="678456" y="3142248"/>
                  <a:pt x="678456" y="3142248"/>
                  <a:pt x="678456" y="3142248"/>
                </a:cubicBezTo>
                <a:cubicBezTo>
                  <a:pt x="682223" y="3285586"/>
                  <a:pt x="682223" y="3432685"/>
                  <a:pt x="674688" y="3572249"/>
                </a:cubicBezTo>
                <a:cubicBezTo>
                  <a:pt x="674688" y="3572249"/>
                  <a:pt x="674688" y="3572249"/>
                  <a:pt x="678456" y="3576021"/>
                </a:cubicBezTo>
                <a:cubicBezTo>
                  <a:pt x="678456" y="3579793"/>
                  <a:pt x="678456" y="3579793"/>
                  <a:pt x="678456" y="3579793"/>
                </a:cubicBezTo>
                <a:cubicBezTo>
                  <a:pt x="806546" y="3500581"/>
                  <a:pt x="814080" y="3496809"/>
                  <a:pt x="927101" y="3398737"/>
                </a:cubicBezTo>
                <a:cubicBezTo>
                  <a:pt x="927101" y="3394965"/>
                  <a:pt x="927101" y="3394965"/>
                  <a:pt x="927101" y="3394965"/>
                </a:cubicBezTo>
                <a:cubicBezTo>
                  <a:pt x="919567" y="3387421"/>
                  <a:pt x="923334" y="3376105"/>
                  <a:pt x="927101" y="3368561"/>
                </a:cubicBezTo>
                <a:cubicBezTo>
                  <a:pt x="799011" y="3229005"/>
                  <a:pt x="795244" y="3225233"/>
                  <a:pt x="685990" y="3138475"/>
                </a:cubicBezTo>
                <a:cubicBezTo>
                  <a:pt x="682223" y="3138475"/>
                  <a:pt x="682223" y="3138475"/>
                  <a:pt x="682223" y="3138475"/>
                </a:cubicBezTo>
                <a:close/>
                <a:moveTo>
                  <a:pt x="135013" y="3131141"/>
                </a:moveTo>
                <a:lnTo>
                  <a:pt x="135414" y="3207446"/>
                </a:lnTo>
                <a:lnTo>
                  <a:pt x="135750" y="3265887"/>
                </a:lnTo>
                <a:lnTo>
                  <a:pt x="135734" y="3287141"/>
                </a:lnTo>
                <a:lnTo>
                  <a:pt x="135683" y="3286772"/>
                </a:lnTo>
                <a:lnTo>
                  <a:pt x="134120" y="3207919"/>
                </a:lnTo>
                <a:close/>
                <a:moveTo>
                  <a:pt x="113907" y="3129746"/>
                </a:moveTo>
                <a:lnTo>
                  <a:pt x="114950" y="3137764"/>
                </a:lnTo>
                <a:lnTo>
                  <a:pt x="115685" y="3144683"/>
                </a:lnTo>
                <a:close/>
                <a:moveTo>
                  <a:pt x="5110931" y="3127358"/>
                </a:moveTo>
                <a:cubicBezTo>
                  <a:pt x="5107162" y="3131132"/>
                  <a:pt x="5107162" y="3131132"/>
                  <a:pt x="5107162" y="3131132"/>
                </a:cubicBezTo>
                <a:cubicBezTo>
                  <a:pt x="5110931" y="3512198"/>
                  <a:pt x="5095858" y="3893266"/>
                  <a:pt x="5065713" y="4255470"/>
                </a:cubicBezTo>
                <a:cubicBezTo>
                  <a:pt x="5069481" y="4255470"/>
                  <a:pt x="5069481" y="4255470"/>
                  <a:pt x="5069481" y="4255470"/>
                </a:cubicBezTo>
                <a:cubicBezTo>
                  <a:pt x="5073249" y="4259243"/>
                  <a:pt x="5073249" y="4259243"/>
                  <a:pt x="5073249" y="4259243"/>
                </a:cubicBezTo>
                <a:cubicBezTo>
                  <a:pt x="5242815" y="4002682"/>
                  <a:pt x="5265424" y="3972499"/>
                  <a:pt x="5404845" y="3734802"/>
                </a:cubicBezTo>
                <a:cubicBezTo>
                  <a:pt x="5404845" y="3731029"/>
                  <a:pt x="5404845" y="3731029"/>
                  <a:pt x="5404845" y="3731029"/>
                </a:cubicBezTo>
                <a:cubicBezTo>
                  <a:pt x="5404845" y="3727256"/>
                  <a:pt x="5404845" y="3727256"/>
                  <a:pt x="5404845" y="3727256"/>
                </a:cubicBezTo>
                <a:cubicBezTo>
                  <a:pt x="5401077" y="3715937"/>
                  <a:pt x="5401077" y="3700846"/>
                  <a:pt x="5408613" y="3678208"/>
                </a:cubicBezTo>
                <a:cubicBezTo>
                  <a:pt x="5295569" y="3459376"/>
                  <a:pt x="5254120" y="3376371"/>
                  <a:pt x="5114699" y="3127358"/>
                </a:cubicBezTo>
                <a:cubicBezTo>
                  <a:pt x="5110931" y="3127358"/>
                  <a:pt x="5110931" y="3127358"/>
                  <a:pt x="5110931" y="3127358"/>
                </a:cubicBezTo>
                <a:close/>
                <a:moveTo>
                  <a:pt x="156451" y="3127297"/>
                </a:moveTo>
                <a:lnTo>
                  <a:pt x="155203" y="3140033"/>
                </a:lnTo>
                <a:lnTo>
                  <a:pt x="147261" y="3208365"/>
                </a:lnTo>
                <a:cubicBezTo>
                  <a:pt x="144225" y="3236592"/>
                  <a:pt x="141605" y="3263878"/>
                  <a:pt x="139700" y="3289282"/>
                </a:cubicBezTo>
                <a:cubicBezTo>
                  <a:pt x="142558" y="3264820"/>
                  <a:pt x="145415" y="3238003"/>
                  <a:pt x="148332" y="3209953"/>
                </a:cubicBezTo>
                <a:lnTo>
                  <a:pt x="148647" y="3206916"/>
                </a:lnTo>
                <a:lnTo>
                  <a:pt x="148622" y="3207177"/>
                </a:lnTo>
                <a:cubicBezTo>
                  <a:pt x="145786" y="3236114"/>
                  <a:pt x="143007" y="3263876"/>
                  <a:pt x="140229" y="3289283"/>
                </a:cubicBezTo>
                <a:lnTo>
                  <a:pt x="139447" y="3289283"/>
                </a:lnTo>
                <a:lnTo>
                  <a:pt x="146965" y="3207854"/>
                </a:lnTo>
                <a:close/>
                <a:moveTo>
                  <a:pt x="5085548" y="3124184"/>
                </a:moveTo>
                <a:cubicBezTo>
                  <a:pt x="4942195" y="3365397"/>
                  <a:pt x="4904471" y="3425701"/>
                  <a:pt x="4753572" y="3659379"/>
                </a:cubicBezTo>
                <a:cubicBezTo>
                  <a:pt x="4757345" y="3670686"/>
                  <a:pt x="4764890" y="3689531"/>
                  <a:pt x="4749800" y="3719683"/>
                </a:cubicBezTo>
                <a:cubicBezTo>
                  <a:pt x="4900698" y="3983512"/>
                  <a:pt x="4908243" y="4002357"/>
                  <a:pt x="5047824" y="4262418"/>
                </a:cubicBezTo>
                <a:cubicBezTo>
                  <a:pt x="5051596" y="4258649"/>
                  <a:pt x="5051596" y="4258649"/>
                  <a:pt x="5051596" y="4258649"/>
                </a:cubicBezTo>
                <a:cubicBezTo>
                  <a:pt x="5051596" y="4254880"/>
                  <a:pt x="5055369" y="4254880"/>
                  <a:pt x="5059141" y="4254880"/>
                </a:cubicBezTo>
                <a:cubicBezTo>
                  <a:pt x="5089321" y="3893057"/>
                  <a:pt x="5100638" y="3516157"/>
                  <a:pt x="5096866" y="3131721"/>
                </a:cubicBezTo>
                <a:cubicBezTo>
                  <a:pt x="5093093" y="3131721"/>
                  <a:pt x="5093093" y="3131721"/>
                  <a:pt x="5093093" y="3131721"/>
                </a:cubicBezTo>
                <a:cubicBezTo>
                  <a:pt x="5089321" y="3127952"/>
                  <a:pt x="5089321" y="3127952"/>
                  <a:pt x="5089321" y="3127952"/>
                </a:cubicBezTo>
                <a:cubicBezTo>
                  <a:pt x="5085548" y="3124184"/>
                  <a:pt x="5085548" y="3124184"/>
                  <a:pt x="5085548" y="3124184"/>
                </a:cubicBezTo>
                <a:close/>
                <a:moveTo>
                  <a:pt x="6583615" y="3121492"/>
                </a:moveTo>
                <a:lnTo>
                  <a:pt x="6585479" y="3132026"/>
                </a:lnTo>
                <a:lnTo>
                  <a:pt x="6586712" y="3140353"/>
                </a:lnTo>
                <a:lnTo>
                  <a:pt x="6585770" y="3134376"/>
                </a:lnTo>
                <a:close/>
                <a:moveTo>
                  <a:pt x="29715" y="3118127"/>
                </a:moveTo>
                <a:lnTo>
                  <a:pt x="36925" y="3159334"/>
                </a:lnTo>
                <a:cubicBezTo>
                  <a:pt x="40341" y="3175053"/>
                  <a:pt x="44418" y="3191301"/>
                  <a:pt x="49213" y="3210140"/>
                </a:cubicBezTo>
                <a:lnTo>
                  <a:pt x="48518" y="3210823"/>
                </a:lnTo>
                <a:lnTo>
                  <a:pt x="42071" y="3185619"/>
                </a:lnTo>
                <a:cubicBezTo>
                  <a:pt x="35607" y="3159617"/>
                  <a:pt x="31913" y="3141503"/>
                  <a:pt x="29802" y="3119940"/>
                </a:cubicBezTo>
                <a:close/>
                <a:moveTo>
                  <a:pt x="76028" y="3117699"/>
                </a:moveTo>
                <a:lnTo>
                  <a:pt x="95181" y="3187572"/>
                </a:lnTo>
                <a:lnTo>
                  <a:pt x="82863" y="3146423"/>
                </a:lnTo>
                <a:close/>
                <a:moveTo>
                  <a:pt x="238061" y="3116821"/>
                </a:moveTo>
                <a:lnTo>
                  <a:pt x="239244" y="3116821"/>
                </a:lnTo>
                <a:lnTo>
                  <a:pt x="220931" y="3150190"/>
                </a:lnTo>
                <a:lnTo>
                  <a:pt x="215513" y="3158026"/>
                </a:lnTo>
                <a:lnTo>
                  <a:pt x="214541" y="3159441"/>
                </a:lnTo>
                <a:lnTo>
                  <a:pt x="218826" y="3151145"/>
                </a:lnTo>
                <a:close/>
                <a:moveTo>
                  <a:pt x="238741" y="3115609"/>
                </a:moveTo>
                <a:lnTo>
                  <a:pt x="238061" y="3116821"/>
                </a:lnTo>
                <a:lnTo>
                  <a:pt x="237515" y="3116821"/>
                </a:lnTo>
                <a:close/>
                <a:moveTo>
                  <a:pt x="158765" y="3110208"/>
                </a:moveTo>
                <a:lnTo>
                  <a:pt x="157322" y="3123213"/>
                </a:lnTo>
                <a:lnTo>
                  <a:pt x="148647" y="3206916"/>
                </a:lnTo>
                <a:lnTo>
                  <a:pt x="155203" y="3140033"/>
                </a:lnTo>
                <a:lnTo>
                  <a:pt x="157322" y="3121802"/>
                </a:lnTo>
                <a:close/>
                <a:moveTo>
                  <a:pt x="71438" y="3098413"/>
                </a:moveTo>
                <a:lnTo>
                  <a:pt x="76028" y="3117699"/>
                </a:lnTo>
                <a:lnTo>
                  <a:pt x="71438" y="3100959"/>
                </a:lnTo>
                <a:close/>
                <a:moveTo>
                  <a:pt x="160714" y="3094548"/>
                </a:moveTo>
                <a:lnTo>
                  <a:pt x="158765" y="3110208"/>
                </a:lnTo>
                <a:lnTo>
                  <a:pt x="159475" y="3103803"/>
                </a:lnTo>
                <a:close/>
                <a:moveTo>
                  <a:pt x="6596063" y="3090847"/>
                </a:moveTo>
                <a:lnTo>
                  <a:pt x="6599380" y="3136315"/>
                </a:lnTo>
                <a:lnTo>
                  <a:pt x="6599578" y="3143078"/>
                </a:lnTo>
                <a:close/>
                <a:moveTo>
                  <a:pt x="6597585" y="3075295"/>
                </a:moveTo>
                <a:lnTo>
                  <a:pt x="6597717" y="3078833"/>
                </a:lnTo>
                <a:cubicBezTo>
                  <a:pt x="6600292" y="3147716"/>
                  <a:pt x="6600704" y="3153485"/>
                  <a:pt x="6604001" y="3199648"/>
                </a:cubicBezTo>
                <a:lnTo>
                  <a:pt x="6604001" y="3199667"/>
                </a:lnTo>
                <a:cubicBezTo>
                  <a:pt x="6602016" y="3182785"/>
                  <a:pt x="6601024" y="3164021"/>
                  <a:pt x="6600032" y="3145258"/>
                </a:cubicBezTo>
                <a:lnTo>
                  <a:pt x="6599380" y="3136315"/>
                </a:lnTo>
                <a:close/>
                <a:moveTo>
                  <a:pt x="4357050" y="3071795"/>
                </a:moveTo>
                <a:cubicBezTo>
                  <a:pt x="4353266" y="3075560"/>
                  <a:pt x="4353266" y="3075560"/>
                  <a:pt x="4353266" y="3075560"/>
                </a:cubicBezTo>
                <a:cubicBezTo>
                  <a:pt x="4349483" y="3075560"/>
                  <a:pt x="4349483" y="3075560"/>
                  <a:pt x="4349483" y="3075560"/>
                </a:cubicBezTo>
                <a:cubicBezTo>
                  <a:pt x="4345700" y="3079328"/>
                  <a:pt x="4345700" y="3079328"/>
                  <a:pt x="4345700" y="3079328"/>
                </a:cubicBezTo>
                <a:cubicBezTo>
                  <a:pt x="4353266" y="3474811"/>
                  <a:pt x="4341916" y="3874062"/>
                  <a:pt x="4311650" y="4250714"/>
                </a:cubicBezTo>
                <a:cubicBezTo>
                  <a:pt x="4315433" y="4250714"/>
                  <a:pt x="4315433" y="4250714"/>
                  <a:pt x="4315433" y="4250714"/>
                </a:cubicBezTo>
                <a:cubicBezTo>
                  <a:pt x="4319217" y="4250714"/>
                  <a:pt x="4319217" y="4250714"/>
                  <a:pt x="4319217" y="4250714"/>
                </a:cubicBezTo>
                <a:cubicBezTo>
                  <a:pt x="4323000" y="4254480"/>
                  <a:pt x="4323000" y="4254480"/>
                  <a:pt x="4323000" y="4254480"/>
                </a:cubicBezTo>
                <a:cubicBezTo>
                  <a:pt x="4519731" y="3998357"/>
                  <a:pt x="4546215" y="3964458"/>
                  <a:pt x="4712680" y="3719635"/>
                </a:cubicBezTo>
                <a:cubicBezTo>
                  <a:pt x="4708896" y="3708335"/>
                  <a:pt x="4701330" y="3689502"/>
                  <a:pt x="4716463" y="3659370"/>
                </a:cubicBezTo>
                <a:cubicBezTo>
                  <a:pt x="4572698" y="3418313"/>
                  <a:pt x="4527298" y="3339216"/>
                  <a:pt x="4357050" y="3071795"/>
                </a:cubicBezTo>
                <a:close/>
                <a:moveTo>
                  <a:pt x="4327733" y="3071795"/>
                </a:moveTo>
                <a:cubicBezTo>
                  <a:pt x="4154384" y="3327916"/>
                  <a:pt x="4116699" y="3380648"/>
                  <a:pt x="3947118" y="3617938"/>
                </a:cubicBezTo>
                <a:cubicBezTo>
                  <a:pt x="3954655" y="3640538"/>
                  <a:pt x="3950887" y="3659370"/>
                  <a:pt x="3947118" y="3670670"/>
                </a:cubicBezTo>
                <a:cubicBezTo>
                  <a:pt x="3947118" y="3674436"/>
                  <a:pt x="3947118" y="3674436"/>
                  <a:pt x="3947118" y="3674436"/>
                </a:cubicBezTo>
                <a:cubicBezTo>
                  <a:pt x="3943350" y="3678203"/>
                  <a:pt x="3943350" y="3678203"/>
                  <a:pt x="3943350" y="3678203"/>
                </a:cubicBezTo>
                <a:cubicBezTo>
                  <a:pt x="4097857" y="3930560"/>
                  <a:pt x="4139310" y="3998357"/>
                  <a:pt x="4290048" y="4254480"/>
                </a:cubicBezTo>
                <a:cubicBezTo>
                  <a:pt x="4293817" y="4254480"/>
                  <a:pt x="4293817" y="4254480"/>
                  <a:pt x="4293817" y="4254480"/>
                </a:cubicBezTo>
                <a:cubicBezTo>
                  <a:pt x="4297585" y="4250714"/>
                  <a:pt x="4297585" y="4250714"/>
                  <a:pt x="4301354" y="4250714"/>
                </a:cubicBezTo>
                <a:cubicBezTo>
                  <a:pt x="4331501" y="3874062"/>
                  <a:pt x="4346575" y="3474811"/>
                  <a:pt x="4339038" y="3079328"/>
                </a:cubicBezTo>
                <a:cubicBezTo>
                  <a:pt x="4335270" y="3075560"/>
                  <a:pt x="4335270" y="3075560"/>
                  <a:pt x="4335270" y="3075560"/>
                </a:cubicBezTo>
                <a:cubicBezTo>
                  <a:pt x="4331501" y="3075560"/>
                  <a:pt x="4331501" y="3075560"/>
                  <a:pt x="4331501" y="3075560"/>
                </a:cubicBezTo>
                <a:cubicBezTo>
                  <a:pt x="4327733" y="3071795"/>
                  <a:pt x="4327733" y="3071795"/>
                  <a:pt x="4327733" y="3071795"/>
                </a:cubicBezTo>
                <a:close/>
                <a:moveTo>
                  <a:pt x="1225697" y="3067036"/>
                </a:moveTo>
                <a:cubicBezTo>
                  <a:pt x="1097151" y="3225300"/>
                  <a:pt x="1074467" y="3255446"/>
                  <a:pt x="957263" y="3372250"/>
                </a:cubicBezTo>
                <a:cubicBezTo>
                  <a:pt x="961044" y="3379786"/>
                  <a:pt x="964825" y="3387322"/>
                  <a:pt x="957263" y="3398627"/>
                </a:cubicBezTo>
                <a:cubicBezTo>
                  <a:pt x="1070686" y="3541816"/>
                  <a:pt x="1093371" y="3571961"/>
                  <a:pt x="1214355" y="3752831"/>
                </a:cubicBezTo>
                <a:cubicBezTo>
                  <a:pt x="1218136" y="3752831"/>
                  <a:pt x="1218136" y="3752831"/>
                  <a:pt x="1218136" y="3752831"/>
                </a:cubicBezTo>
                <a:cubicBezTo>
                  <a:pt x="1218136" y="3749063"/>
                  <a:pt x="1218136" y="3749063"/>
                  <a:pt x="1218136" y="3749063"/>
                </a:cubicBezTo>
                <a:cubicBezTo>
                  <a:pt x="1218136" y="3749063"/>
                  <a:pt x="1221917" y="3749063"/>
                  <a:pt x="1221917" y="3749063"/>
                </a:cubicBezTo>
                <a:cubicBezTo>
                  <a:pt x="1240820" y="3530511"/>
                  <a:pt x="1244601" y="3300666"/>
                  <a:pt x="1237040" y="3070804"/>
                </a:cubicBezTo>
                <a:cubicBezTo>
                  <a:pt x="1233259" y="3070804"/>
                  <a:pt x="1233259" y="3070804"/>
                  <a:pt x="1233259" y="3070804"/>
                </a:cubicBezTo>
                <a:cubicBezTo>
                  <a:pt x="1229478" y="3070804"/>
                  <a:pt x="1229478" y="3070804"/>
                  <a:pt x="1229478" y="3070804"/>
                </a:cubicBezTo>
                <a:cubicBezTo>
                  <a:pt x="1229478" y="3067036"/>
                  <a:pt x="1229478" y="3067036"/>
                  <a:pt x="1229478" y="3067036"/>
                </a:cubicBezTo>
                <a:cubicBezTo>
                  <a:pt x="1225697" y="3067036"/>
                  <a:pt x="1225697" y="3067036"/>
                  <a:pt x="1225697" y="3067036"/>
                </a:cubicBezTo>
                <a:close/>
                <a:moveTo>
                  <a:pt x="1252258" y="3063861"/>
                </a:moveTo>
                <a:cubicBezTo>
                  <a:pt x="1248504" y="3067630"/>
                  <a:pt x="1248504" y="3067630"/>
                  <a:pt x="1248504" y="3067630"/>
                </a:cubicBezTo>
                <a:cubicBezTo>
                  <a:pt x="1244750" y="3067630"/>
                  <a:pt x="1244750" y="3067630"/>
                  <a:pt x="1244750" y="3067630"/>
                </a:cubicBezTo>
                <a:cubicBezTo>
                  <a:pt x="1252258" y="3301395"/>
                  <a:pt x="1248504" y="3531375"/>
                  <a:pt x="1233488" y="3753823"/>
                </a:cubicBezTo>
                <a:cubicBezTo>
                  <a:pt x="1233488" y="3753823"/>
                  <a:pt x="1237242" y="3753823"/>
                  <a:pt x="1237242" y="3753823"/>
                </a:cubicBezTo>
                <a:cubicBezTo>
                  <a:pt x="1237242" y="3757593"/>
                  <a:pt x="1237242" y="3757593"/>
                  <a:pt x="1237242" y="3757593"/>
                </a:cubicBezTo>
                <a:cubicBezTo>
                  <a:pt x="1240996" y="3757593"/>
                  <a:pt x="1240996" y="3757593"/>
                  <a:pt x="1240996" y="3757593"/>
                </a:cubicBezTo>
                <a:cubicBezTo>
                  <a:pt x="1402417" y="3621862"/>
                  <a:pt x="1413679" y="3614321"/>
                  <a:pt x="1552576" y="3467279"/>
                </a:cubicBezTo>
                <a:cubicBezTo>
                  <a:pt x="1541314" y="3448428"/>
                  <a:pt x="1545068" y="3433346"/>
                  <a:pt x="1552576" y="3425806"/>
                </a:cubicBezTo>
                <a:cubicBezTo>
                  <a:pt x="1421187" y="3252381"/>
                  <a:pt x="1387401" y="3214677"/>
                  <a:pt x="1252258" y="3063861"/>
                </a:cubicBezTo>
                <a:close/>
                <a:moveTo>
                  <a:pt x="199597" y="3056134"/>
                </a:moveTo>
                <a:lnTo>
                  <a:pt x="194786" y="3073330"/>
                </a:lnTo>
                <a:cubicBezTo>
                  <a:pt x="188315" y="3097853"/>
                  <a:pt x="181903" y="3123320"/>
                  <a:pt x="175608" y="3148787"/>
                </a:cubicBezTo>
                <a:lnTo>
                  <a:pt x="173968" y="3155483"/>
                </a:lnTo>
                <a:lnTo>
                  <a:pt x="173743" y="3156333"/>
                </a:lnTo>
                <a:cubicBezTo>
                  <a:pt x="167447" y="3180385"/>
                  <a:pt x="161268" y="3204437"/>
                  <a:pt x="155497" y="3227664"/>
                </a:cubicBezTo>
                <a:lnTo>
                  <a:pt x="144690" y="3273078"/>
                </a:lnTo>
                <a:lnTo>
                  <a:pt x="145819" y="3241957"/>
                </a:lnTo>
                <a:cubicBezTo>
                  <a:pt x="153065" y="3188934"/>
                  <a:pt x="174593" y="3130720"/>
                  <a:pt x="193176" y="3076658"/>
                </a:cubicBezTo>
                <a:close/>
                <a:moveTo>
                  <a:pt x="51253" y="3034750"/>
                </a:moveTo>
                <a:lnTo>
                  <a:pt x="52316" y="3037523"/>
                </a:lnTo>
                <a:lnTo>
                  <a:pt x="64634" y="3069512"/>
                </a:lnTo>
                <a:lnTo>
                  <a:pt x="64634" y="3071196"/>
                </a:lnTo>
                <a:cubicBezTo>
                  <a:pt x="64634" y="3071196"/>
                  <a:pt x="64634" y="3071196"/>
                  <a:pt x="64634" y="3074969"/>
                </a:cubicBezTo>
                <a:close/>
                <a:moveTo>
                  <a:pt x="444828" y="3033698"/>
                </a:moveTo>
                <a:cubicBezTo>
                  <a:pt x="437264" y="3041230"/>
                  <a:pt x="433482" y="3041230"/>
                  <a:pt x="433482" y="3044994"/>
                </a:cubicBezTo>
                <a:cubicBezTo>
                  <a:pt x="346496" y="3165484"/>
                  <a:pt x="338932" y="3173016"/>
                  <a:pt x="274638" y="3240789"/>
                </a:cubicBezTo>
                <a:cubicBezTo>
                  <a:pt x="274638" y="3244554"/>
                  <a:pt x="274638" y="3244554"/>
                  <a:pt x="274638" y="3244554"/>
                </a:cubicBezTo>
                <a:cubicBezTo>
                  <a:pt x="274638" y="3248319"/>
                  <a:pt x="274638" y="3248319"/>
                  <a:pt x="274638" y="3248319"/>
                </a:cubicBezTo>
                <a:cubicBezTo>
                  <a:pt x="357842" y="3267146"/>
                  <a:pt x="361624" y="3267146"/>
                  <a:pt x="444828" y="3327380"/>
                </a:cubicBezTo>
                <a:cubicBezTo>
                  <a:pt x="448610" y="3327380"/>
                  <a:pt x="452392" y="3327380"/>
                  <a:pt x="456174" y="3327380"/>
                </a:cubicBezTo>
                <a:cubicBezTo>
                  <a:pt x="562069" y="3248319"/>
                  <a:pt x="565851" y="3244554"/>
                  <a:pt x="660401" y="3139127"/>
                </a:cubicBezTo>
                <a:cubicBezTo>
                  <a:pt x="660401" y="3135362"/>
                  <a:pt x="660401" y="3135362"/>
                  <a:pt x="660401" y="3135362"/>
                </a:cubicBezTo>
                <a:cubicBezTo>
                  <a:pt x="660401" y="3131597"/>
                  <a:pt x="660401" y="3131597"/>
                  <a:pt x="660401" y="3131597"/>
                </a:cubicBezTo>
                <a:cubicBezTo>
                  <a:pt x="660401" y="3127831"/>
                  <a:pt x="660401" y="3127831"/>
                  <a:pt x="660401" y="3127831"/>
                </a:cubicBezTo>
                <a:cubicBezTo>
                  <a:pt x="660401" y="3124066"/>
                  <a:pt x="660401" y="3124066"/>
                  <a:pt x="660401" y="3124066"/>
                </a:cubicBezTo>
                <a:cubicBezTo>
                  <a:pt x="543160" y="3056291"/>
                  <a:pt x="539378" y="3052522"/>
                  <a:pt x="444828" y="3033698"/>
                </a:cubicBezTo>
                <a:close/>
                <a:moveTo>
                  <a:pt x="425451" y="3030528"/>
                </a:moveTo>
                <a:cubicBezTo>
                  <a:pt x="327647" y="3041749"/>
                  <a:pt x="327647" y="3041749"/>
                  <a:pt x="256175" y="3097879"/>
                </a:cubicBezTo>
                <a:cubicBezTo>
                  <a:pt x="252413" y="3097879"/>
                  <a:pt x="252413" y="3097879"/>
                  <a:pt x="252413" y="3097879"/>
                </a:cubicBezTo>
                <a:cubicBezTo>
                  <a:pt x="252413" y="3101620"/>
                  <a:pt x="252413" y="3101620"/>
                  <a:pt x="252413" y="3105363"/>
                </a:cubicBezTo>
                <a:cubicBezTo>
                  <a:pt x="252413" y="3116590"/>
                  <a:pt x="256175" y="3127816"/>
                  <a:pt x="256175" y="3139042"/>
                </a:cubicBezTo>
                <a:cubicBezTo>
                  <a:pt x="263698" y="3172724"/>
                  <a:pt x="263698" y="3206398"/>
                  <a:pt x="267460" y="3240077"/>
                </a:cubicBezTo>
                <a:cubicBezTo>
                  <a:pt x="271222" y="3240077"/>
                  <a:pt x="271222" y="3240077"/>
                  <a:pt x="271222" y="3240077"/>
                </a:cubicBezTo>
                <a:cubicBezTo>
                  <a:pt x="346456" y="3157753"/>
                  <a:pt x="353979" y="3150268"/>
                  <a:pt x="425451" y="3045490"/>
                </a:cubicBezTo>
                <a:cubicBezTo>
                  <a:pt x="421690" y="3041749"/>
                  <a:pt x="425451" y="3034268"/>
                  <a:pt x="425451" y="3030528"/>
                </a:cubicBezTo>
                <a:close/>
                <a:moveTo>
                  <a:pt x="3520678" y="3030523"/>
                </a:moveTo>
                <a:cubicBezTo>
                  <a:pt x="3520678" y="3034292"/>
                  <a:pt x="3520678" y="3034292"/>
                  <a:pt x="3520678" y="3034292"/>
                </a:cubicBezTo>
                <a:cubicBezTo>
                  <a:pt x="3516908" y="3034292"/>
                  <a:pt x="3516908" y="3034292"/>
                  <a:pt x="3516908" y="3034292"/>
                </a:cubicBezTo>
                <a:cubicBezTo>
                  <a:pt x="3513138" y="3038056"/>
                  <a:pt x="3513138" y="3038056"/>
                  <a:pt x="3513138" y="3038056"/>
                </a:cubicBezTo>
                <a:cubicBezTo>
                  <a:pt x="3520678" y="3426130"/>
                  <a:pt x="3509367" y="3814207"/>
                  <a:pt x="3482975" y="4183445"/>
                </a:cubicBezTo>
                <a:cubicBezTo>
                  <a:pt x="3486745" y="4187212"/>
                  <a:pt x="3486745" y="4187212"/>
                  <a:pt x="3486745" y="4187212"/>
                </a:cubicBezTo>
                <a:cubicBezTo>
                  <a:pt x="3490516" y="4187212"/>
                  <a:pt x="3490516" y="4187212"/>
                  <a:pt x="3490516" y="4187212"/>
                </a:cubicBezTo>
                <a:cubicBezTo>
                  <a:pt x="3494286" y="4190980"/>
                  <a:pt x="3494286" y="4190980"/>
                  <a:pt x="3494286" y="4190980"/>
                </a:cubicBezTo>
                <a:cubicBezTo>
                  <a:pt x="3694112" y="3949845"/>
                  <a:pt x="3720505" y="3919703"/>
                  <a:pt x="3901480" y="3678568"/>
                </a:cubicBezTo>
                <a:cubicBezTo>
                  <a:pt x="3893939" y="3659730"/>
                  <a:pt x="3890169" y="3640891"/>
                  <a:pt x="3901480" y="3622052"/>
                </a:cubicBezTo>
                <a:cubicBezTo>
                  <a:pt x="3905250" y="3618285"/>
                  <a:pt x="3905250" y="3618285"/>
                  <a:pt x="3905250" y="3618285"/>
                </a:cubicBezTo>
                <a:cubicBezTo>
                  <a:pt x="3750667" y="3373382"/>
                  <a:pt x="3697883" y="3290498"/>
                  <a:pt x="3524448" y="3030523"/>
                </a:cubicBezTo>
                <a:cubicBezTo>
                  <a:pt x="3520678" y="3030523"/>
                  <a:pt x="3520678" y="3030523"/>
                  <a:pt x="3520678" y="3030523"/>
                </a:cubicBezTo>
                <a:close/>
                <a:moveTo>
                  <a:pt x="3490494" y="3030523"/>
                </a:moveTo>
                <a:cubicBezTo>
                  <a:pt x="3320661" y="3278981"/>
                  <a:pt x="3279146" y="3335442"/>
                  <a:pt x="3113088" y="3557547"/>
                </a:cubicBezTo>
                <a:cubicBezTo>
                  <a:pt x="3120636" y="3568841"/>
                  <a:pt x="3128184" y="3587663"/>
                  <a:pt x="3113088" y="3614015"/>
                </a:cubicBezTo>
                <a:cubicBezTo>
                  <a:pt x="3275372" y="3877530"/>
                  <a:pt x="3294243" y="3907646"/>
                  <a:pt x="3460301" y="4186218"/>
                </a:cubicBezTo>
                <a:cubicBezTo>
                  <a:pt x="3464075" y="4186218"/>
                  <a:pt x="3464075" y="4186218"/>
                  <a:pt x="3464075" y="4186218"/>
                </a:cubicBezTo>
                <a:cubicBezTo>
                  <a:pt x="3467849" y="4182454"/>
                  <a:pt x="3467849" y="4182454"/>
                  <a:pt x="3467849" y="4182454"/>
                </a:cubicBezTo>
                <a:cubicBezTo>
                  <a:pt x="3501816" y="3813533"/>
                  <a:pt x="3513138" y="3425790"/>
                  <a:pt x="3501816" y="3038051"/>
                </a:cubicBezTo>
                <a:cubicBezTo>
                  <a:pt x="3498042" y="3034287"/>
                  <a:pt x="3498042" y="3034287"/>
                  <a:pt x="3498042" y="3034287"/>
                </a:cubicBezTo>
                <a:cubicBezTo>
                  <a:pt x="3494268" y="3034287"/>
                  <a:pt x="3494268" y="3034287"/>
                  <a:pt x="3494268" y="3034287"/>
                </a:cubicBezTo>
                <a:cubicBezTo>
                  <a:pt x="3490494" y="3030523"/>
                  <a:pt x="3490494" y="3030523"/>
                  <a:pt x="3490494" y="3030523"/>
                </a:cubicBezTo>
                <a:close/>
                <a:moveTo>
                  <a:pt x="1934553" y="3022590"/>
                </a:moveTo>
                <a:cubicBezTo>
                  <a:pt x="1934553" y="3026354"/>
                  <a:pt x="1934553" y="3026354"/>
                  <a:pt x="1934553" y="3026354"/>
                </a:cubicBezTo>
                <a:cubicBezTo>
                  <a:pt x="1930785" y="3026354"/>
                  <a:pt x="1930785" y="3026354"/>
                  <a:pt x="1930785" y="3026354"/>
                </a:cubicBezTo>
                <a:cubicBezTo>
                  <a:pt x="1927017" y="3030122"/>
                  <a:pt x="1927017" y="3030122"/>
                  <a:pt x="1927017" y="3030122"/>
                </a:cubicBezTo>
                <a:cubicBezTo>
                  <a:pt x="1934553" y="3331544"/>
                  <a:pt x="1930785" y="3632972"/>
                  <a:pt x="1908175" y="3923096"/>
                </a:cubicBezTo>
                <a:cubicBezTo>
                  <a:pt x="1908175" y="3923096"/>
                  <a:pt x="1911944" y="3923096"/>
                  <a:pt x="1915712" y="3923096"/>
                </a:cubicBezTo>
                <a:cubicBezTo>
                  <a:pt x="1915712" y="3926863"/>
                  <a:pt x="1915712" y="3926863"/>
                  <a:pt x="1915712" y="3926863"/>
                </a:cubicBezTo>
                <a:cubicBezTo>
                  <a:pt x="1919480" y="3930631"/>
                  <a:pt x="1919480" y="3930631"/>
                  <a:pt x="1919480" y="3930631"/>
                </a:cubicBezTo>
                <a:cubicBezTo>
                  <a:pt x="2092823" y="3757310"/>
                  <a:pt x="2119201" y="3727168"/>
                  <a:pt x="2281238" y="3542543"/>
                </a:cubicBezTo>
                <a:cubicBezTo>
                  <a:pt x="2277470" y="3535008"/>
                  <a:pt x="2277470" y="3535008"/>
                  <a:pt x="2277470" y="3535008"/>
                </a:cubicBezTo>
                <a:cubicBezTo>
                  <a:pt x="2269933" y="3516168"/>
                  <a:pt x="2269933" y="3504865"/>
                  <a:pt x="2281238" y="3489794"/>
                </a:cubicBezTo>
                <a:cubicBezTo>
                  <a:pt x="2134274" y="3278802"/>
                  <a:pt x="2096591" y="3222285"/>
                  <a:pt x="1934553" y="3022590"/>
                </a:cubicBezTo>
                <a:close/>
                <a:moveTo>
                  <a:pt x="212575" y="3013553"/>
                </a:moveTo>
                <a:lnTo>
                  <a:pt x="211319" y="3018581"/>
                </a:lnTo>
                <a:cubicBezTo>
                  <a:pt x="211319" y="3018581"/>
                  <a:pt x="211319" y="3018581"/>
                  <a:pt x="211319" y="3017637"/>
                </a:cubicBezTo>
                <a:lnTo>
                  <a:pt x="211319" y="3015645"/>
                </a:lnTo>
                <a:lnTo>
                  <a:pt x="211593" y="3014537"/>
                </a:lnTo>
                <a:close/>
                <a:moveTo>
                  <a:pt x="2702504" y="3011477"/>
                </a:moveTo>
                <a:cubicBezTo>
                  <a:pt x="2702504" y="3015246"/>
                  <a:pt x="2702504" y="3015246"/>
                  <a:pt x="2702504" y="3015246"/>
                </a:cubicBezTo>
                <a:cubicBezTo>
                  <a:pt x="2698736" y="3019015"/>
                  <a:pt x="2698736" y="3019015"/>
                  <a:pt x="2698736" y="3019015"/>
                </a:cubicBezTo>
                <a:cubicBezTo>
                  <a:pt x="2694967" y="3019015"/>
                  <a:pt x="2694967" y="3019015"/>
                  <a:pt x="2694967" y="3019015"/>
                </a:cubicBezTo>
                <a:cubicBezTo>
                  <a:pt x="2702504" y="3377120"/>
                  <a:pt x="2694967" y="3731464"/>
                  <a:pt x="2668588" y="4070729"/>
                </a:cubicBezTo>
                <a:cubicBezTo>
                  <a:pt x="2676125" y="4074499"/>
                  <a:pt x="2676125" y="4074499"/>
                  <a:pt x="2676125" y="4074499"/>
                </a:cubicBezTo>
                <a:cubicBezTo>
                  <a:pt x="2679894" y="4078268"/>
                  <a:pt x="2679894" y="4078268"/>
                  <a:pt x="2679894" y="4078268"/>
                </a:cubicBezTo>
                <a:cubicBezTo>
                  <a:pt x="2868317" y="3867170"/>
                  <a:pt x="2898464" y="3833243"/>
                  <a:pt x="3071813" y="3614606"/>
                </a:cubicBezTo>
                <a:cubicBezTo>
                  <a:pt x="3060508" y="3588219"/>
                  <a:pt x="3068045" y="3565601"/>
                  <a:pt x="3071813" y="3558062"/>
                </a:cubicBezTo>
                <a:cubicBezTo>
                  <a:pt x="2917306" y="3316813"/>
                  <a:pt x="2875853" y="3252730"/>
                  <a:pt x="2702504" y="3011477"/>
                </a:cubicBezTo>
                <a:close/>
                <a:moveTo>
                  <a:pt x="2671972" y="3011477"/>
                </a:moveTo>
                <a:cubicBezTo>
                  <a:pt x="2506166" y="3244973"/>
                  <a:pt x="2472251" y="3293932"/>
                  <a:pt x="2317750" y="3489761"/>
                </a:cubicBezTo>
                <a:cubicBezTo>
                  <a:pt x="2317750" y="3493527"/>
                  <a:pt x="2317750" y="3493527"/>
                  <a:pt x="2317750" y="3493527"/>
                </a:cubicBezTo>
                <a:cubicBezTo>
                  <a:pt x="2317750" y="3497294"/>
                  <a:pt x="2317750" y="3497294"/>
                  <a:pt x="2317750" y="3497294"/>
                </a:cubicBezTo>
                <a:cubicBezTo>
                  <a:pt x="2325287" y="3508592"/>
                  <a:pt x="2329055" y="3523656"/>
                  <a:pt x="2317750" y="3542487"/>
                </a:cubicBezTo>
                <a:cubicBezTo>
                  <a:pt x="2468483" y="3779750"/>
                  <a:pt x="2494861" y="3813645"/>
                  <a:pt x="2645593" y="4073505"/>
                </a:cubicBezTo>
                <a:cubicBezTo>
                  <a:pt x="2649362" y="4073505"/>
                  <a:pt x="2649362" y="4073505"/>
                  <a:pt x="2649362" y="4073505"/>
                </a:cubicBezTo>
                <a:cubicBezTo>
                  <a:pt x="2649362" y="4069739"/>
                  <a:pt x="2649362" y="4069739"/>
                  <a:pt x="2649362" y="4069739"/>
                </a:cubicBezTo>
                <a:cubicBezTo>
                  <a:pt x="2653130" y="4069739"/>
                  <a:pt x="2656898" y="4069739"/>
                  <a:pt x="2656898" y="4069739"/>
                </a:cubicBezTo>
                <a:cubicBezTo>
                  <a:pt x="2683277" y="3730791"/>
                  <a:pt x="2690813" y="3376779"/>
                  <a:pt x="2683277" y="3019005"/>
                </a:cubicBezTo>
                <a:cubicBezTo>
                  <a:pt x="2679508" y="3019005"/>
                  <a:pt x="2679508" y="3019005"/>
                  <a:pt x="2679508" y="3019005"/>
                </a:cubicBezTo>
                <a:cubicBezTo>
                  <a:pt x="2675740" y="3015241"/>
                  <a:pt x="2675740" y="3015241"/>
                  <a:pt x="2675740" y="3015241"/>
                </a:cubicBezTo>
                <a:cubicBezTo>
                  <a:pt x="2671972" y="3011477"/>
                  <a:pt x="2671972" y="3011477"/>
                  <a:pt x="2671972" y="3011477"/>
                </a:cubicBezTo>
                <a:close/>
                <a:moveTo>
                  <a:pt x="215088" y="3011043"/>
                </a:moveTo>
                <a:cubicBezTo>
                  <a:pt x="201896" y="3054376"/>
                  <a:pt x="188703" y="3103370"/>
                  <a:pt x="176452" y="3152838"/>
                </a:cubicBezTo>
                <a:lnTo>
                  <a:pt x="143970" y="3295271"/>
                </a:lnTo>
                <a:lnTo>
                  <a:pt x="143970" y="3292902"/>
                </a:lnTo>
                <a:lnTo>
                  <a:pt x="144648" y="3274230"/>
                </a:lnTo>
                <a:lnTo>
                  <a:pt x="157130" y="3224245"/>
                </a:lnTo>
                <a:lnTo>
                  <a:pt x="173968" y="3155483"/>
                </a:lnTo>
                <a:lnTo>
                  <a:pt x="192687" y="3085002"/>
                </a:lnTo>
                <a:lnTo>
                  <a:pt x="205916" y="3035934"/>
                </a:lnTo>
                <a:lnTo>
                  <a:pt x="213072" y="3013057"/>
                </a:lnTo>
                <a:close/>
                <a:moveTo>
                  <a:pt x="214313" y="3003531"/>
                </a:moveTo>
                <a:lnTo>
                  <a:pt x="211593" y="3014537"/>
                </a:lnTo>
                <a:lnTo>
                  <a:pt x="211319" y="3014812"/>
                </a:lnTo>
                <a:lnTo>
                  <a:pt x="211319" y="3015645"/>
                </a:lnTo>
                <a:lnTo>
                  <a:pt x="210583" y="3018623"/>
                </a:lnTo>
                <a:lnTo>
                  <a:pt x="205916" y="3035934"/>
                </a:lnTo>
                <a:lnTo>
                  <a:pt x="199597" y="3056134"/>
                </a:lnTo>
                <a:close/>
                <a:moveTo>
                  <a:pt x="217306" y="2992945"/>
                </a:moveTo>
                <a:lnTo>
                  <a:pt x="214794" y="2999228"/>
                </a:lnTo>
                <a:cubicBezTo>
                  <a:pt x="214794" y="2995459"/>
                  <a:pt x="214794" y="2995459"/>
                  <a:pt x="214794" y="2995459"/>
                </a:cubicBezTo>
                <a:close/>
                <a:moveTo>
                  <a:pt x="15491" y="2991427"/>
                </a:moveTo>
                <a:lnTo>
                  <a:pt x="15073" y="2995459"/>
                </a:lnTo>
                <a:cubicBezTo>
                  <a:pt x="11305" y="3048225"/>
                  <a:pt x="11305" y="3048225"/>
                  <a:pt x="3769" y="3146240"/>
                </a:cubicBezTo>
                <a:cubicBezTo>
                  <a:pt x="3769" y="3146240"/>
                  <a:pt x="3769" y="3146240"/>
                  <a:pt x="3769" y="3199017"/>
                </a:cubicBezTo>
                <a:cubicBezTo>
                  <a:pt x="3769" y="3210328"/>
                  <a:pt x="3769" y="3223521"/>
                  <a:pt x="3769" y="3237186"/>
                </a:cubicBezTo>
                <a:lnTo>
                  <a:pt x="3769" y="3257565"/>
                </a:lnTo>
                <a:lnTo>
                  <a:pt x="3175" y="3259119"/>
                </a:lnTo>
                <a:cubicBezTo>
                  <a:pt x="3175" y="3236514"/>
                  <a:pt x="3175" y="3210140"/>
                  <a:pt x="3175" y="3191301"/>
                </a:cubicBezTo>
                <a:cubicBezTo>
                  <a:pt x="3175" y="3191301"/>
                  <a:pt x="3175" y="3191301"/>
                  <a:pt x="3175" y="3146089"/>
                </a:cubicBezTo>
                <a:cubicBezTo>
                  <a:pt x="7012" y="3097110"/>
                  <a:pt x="7012" y="3097110"/>
                  <a:pt x="14685" y="2995384"/>
                </a:cubicBezTo>
                <a:cubicBezTo>
                  <a:pt x="14685" y="2995384"/>
                  <a:pt x="14685" y="2995384"/>
                  <a:pt x="15164" y="2993027"/>
                </a:cubicBezTo>
                <a:close/>
                <a:moveTo>
                  <a:pt x="218131" y="2990884"/>
                </a:moveTo>
                <a:lnTo>
                  <a:pt x="218417" y="2991417"/>
                </a:lnTo>
                <a:lnTo>
                  <a:pt x="218140" y="2992111"/>
                </a:lnTo>
                <a:lnTo>
                  <a:pt x="217306" y="2992945"/>
                </a:lnTo>
                <a:close/>
                <a:moveTo>
                  <a:pt x="227598" y="2962631"/>
                </a:moveTo>
                <a:lnTo>
                  <a:pt x="227061" y="2964938"/>
                </a:lnTo>
                <a:lnTo>
                  <a:pt x="226868" y="2965353"/>
                </a:lnTo>
                <a:lnTo>
                  <a:pt x="226779" y="2966150"/>
                </a:lnTo>
                <a:lnTo>
                  <a:pt x="226099" y="2969074"/>
                </a:lnTo>
                <a:cubicBezTo>
                  <a:pt x="226099" y="2969074"/>
                  <a:pt x="226099" y="2967192"/>
                  <a:pt x="226570" y="2964834"/>
                </a:cubicBezTo>
                <a:close/>
                <a:moveTo>
                  <a:pt x="230166" y="2958287"/>
                </a:moveTo>
                <a:cubicBezTo>
                  <a:pt x="226397" y="2969593"/>
                  <a:pt x="226397" y="2969593"/>
                  <a:pt x="226397" y="2969593"/>
                </a:cubicBezTo>
                <a:lnTo>
                  <a:pt x="226779" y="2966150"/>
                </a:lnTo>
                <a:lnTo>
                  <a:pt x="227061" y="2964938"/>
                </a:lnTo>
                <a:close/>
                <a:moveTo>
                  <a:pt x="6583951" y="2947486"/>
                </a:moveTo>
                <a:lnTo>
                  <a:pt x="6581667" y="2959499"/>
                </a:lnTo>
                <a:lnTo>
                  <a:pt x="6578810" y="2972470"/>
                </a:lnTo>
                <a:close/>
                <a:moveTo>
                  <a:pt x="6585480" y="2940052"/>
                </a:moveTo>
                <a:cubicBezTo>
                  <a:pt x="6589184" y="2970126"/>
                  <a:pt x="6592888" y="3011477"/>
                  <a:pt x="6596593" y="3041551"/>
                </a:cubicBezTo>
                <a:lnTo>
                  <a:pt x="6597585" y="3075295"/>
                </a:lnTo>
                <a:lnTo>
                  <a:pt x="6596466" y="3045150"/>
                </a:lnTo>
                <a:cubicBezTo>
                  <a:pt x="6592698" y="3015010"/>
                  <a:pt x="6590814" y="2999940"/>
                  <a:pt x="6588459" y="2977805"/>
                </a:cubicBezTo>
                <a:lnTo>
                  <a:pt x="6584914" y="2942802"/>
                </a:lnTo>
                <a:close/>
                <a:moveTo>
                  <a:pt x="6584629" y="2939996"/>
                </a:moveTo>
                <a:lnTo>
                  <a:pt x="6584914" y="2942802"/>
                </a:lnTo>
                <a:lnTo>
                  <a:pt x="6583951" y="2947486"/>
                </a:lnTo>
                <a:lnTo>
                  <a:pt x="6584188" y="2946241"/>
                </a:lnTo>
                <a:close/>
                <a:moveTo>
                  <a:pt x="180879" y="2935553"/>
                </a:moveTo>
                <a:lnTo>
                  <a:pt x="180879" y="2941750"/>
                </a:lnTo>
                <a:cubicBezTo>
                  <a:pt x="180879" y="2942694"/>
                  <a:pt x="180879" y="2942694"/>
                  <a:pt x="180879" y="2942694"/>
                </a:cubicBezTo>
                <a:cubicBezTo>
                  <a:pt x="180879" y="2950231"/>
                  <a:pt x="180879" y="2950231"/>
                  <a:pt x="180879" y="2950231"/>
                </a:cubicBezTo>
                <a:cubicBezTo>
                  <a:pt x="177111" y="2975673"/>
                  <a:pt x="173107" y="3003237"/>
                  <a:pt x="169103" y="3031858"/>
                </a:cubicBezTo>
                <a:lnTo>
                  <a:pt x="160714" y="3094548"/>
                </a:lnTo>
                <a:lnTo>
                  <a:pt x="168097" y="3035236"/>
                </a:lnTo>
                <a:cubicBezTo>
                  <a:pt x="171609" y="3007011"/>
                  <a:pt x="174943" y="2979725"/>
                  <a:pt x="177800" y="2954320"/>
                </a:cubicBezTo>
                <a:cubicBezTo>
                  <a:pt x="173990" y="2979725"/>
                  <a:pt x="170418" y="3007246"/>
                  <a:pt x="167025" y="3035768"/>
                </a:cubicBezTo>
                <a:lnTo>
                  <a:pt x="159475" y="3103803"/>
                </a:lnTo>
                <a:lnTo>
                  <a:pt x="157327" y="3119855"/>
                </a:lnTo>
                <a:lnTo>
                  <a:pt x="156451" y="3127297"/>
                </a:lnTo>
                <a:lnTo>
                  <a:pt x="157361" y="3118013"/>
                </a:lnTo>
                <a:cubicBezTo>
                  <a:pt x="163380" y="3057786"/>
                  <a:pt x="169863" y="2997558"/>
                  <a:pt x="177271" y="2946745"/>
                </a:cubicBezTo>
                <a:cubicBezTo>
                  <a:pt x="177271" y="2942982"/>
                  <a:pt x="177271" y="2942982"/>
                  <a:pt x="177271" y="2942982"/>
                </a:cubicBezTo>
                <a:cubicBezTo>
                  <a:pt x="177271" y="2939218"/>
                  <a:pt x="177271" y="2939218"/>
                  <a:pt x="177271" y="2939218"/>
                </a:cubicBezTo>
                <a:close/>
                <a:moveTo>
                  <a:pt x="180879" y="2935407"/>
                </a:moveTo>
                <a:lnTo>
                  <a:pt x="180975" y="2935454"/>
                </a:lnTo>
                <a:lnTo>
                  <a:pt x="180879" y="2935553"/>
                </a:lnTo>
                <a:close/>
                <a:moveTo>
                  <a:pt x="6583065" y="2924087"/>
                </a:moveTo>
                <a:lnTo>
                  <a:pt x="6584950" y="2935458"/>
                </a:lnTo>
                <a:lnTo>
                  <a:pt x="6584629" y="2939996"/>
                </a:lnTo>
                <a:lnTo>
                  <a:pt x="6584279" y="2936539"/>
                </a:lnTo>
                <a:close/>
                <a:moveTo>
                  <a:pt x="6351884" y="2874966"/>
                </a:moveTo>
                <a:cubicBezTo>
                  <a:pt x="6299137" y="2991960"/>
                  <a:pt x="6272763" y="3056116"/>
                  <a:pt x="6208713" y="3203323"/>
                </a:cubicBezTo>
                <a:cubicBezTo>
                  <a:pt x="6208713" y="3207097"/>
                  <a:pt x="6208713" y="3207097"/>
                  <a:pt x="6208713" y="3207097"/>
                </a:cubicBezTo>
                <a:cubicBezTo>
                  <a:pt x="6208713" y="3210870"/>
                  <a:pt x="6208713" y="3210870"/>
                  <a:pt x="6208713" y="3210870"/>
                </a:cubicBezTo>
                <a:cubicBezTo>
                  <a:pt x="6208713" y="3214643"/>
                  <a:pt x="6208713" y="3214643"/>
                  <a:pt x="6208713" y="3214643"/>
                </a:cubicBezTo>
                <a:cubicBezTo>
                  <a:pt x="6208713" y="3218418"/>
                  <a:pt x="6208713" y="3218418"/>
                  <a:pt x="6208713" y="3218418"/>
                </a:cubicBezTo>
                <a:cubicBezTo>
                  <a:pt x="6208713" y="3225966"/>
                  <a:pt x="6208713" y="3225966"/>
                  <a:pt x="6208713" y="3225966"/>
                </a:cubicBezTo>
                <a:cubicBezTo>
                  <a:pt x="6208713" y="3229741"/>
                  <a:pt x="6208713" y="3229741"/>
                  <a:pt x="6208713" y="3229741"/>
                </a:cubicBezTo>
                <a:cubicBezTo>
                  <a:pt x="6208713" y="3233517"/>
                  <a:pt x="6208713" y="3233517"/>
                  <a:pt x="6208713" y="3233517"/>
                </a:cubicBezTo>
                <a:cubicBezTo>
                  <a:pt x="6208713" y="3237291"/>
                  <a:pt x="6208713" y="3237291"/>
                  <a:pt x="6208713" y="3237291"/>
                </a:cubicBezTo>
                <a:cubicBezTo>
                  <a:pt x="6287834" y="3429774"/>
                  <a:pt x="6291602" y="3444872"/>
                  <a:pt x="6359420" y="3614718"/>
                </a:cubicBezTo>
                <a:cubicBezTo>
                  <a:pt x="6359420" y="3614718"/>
                  <a:pt x="6363187" y="3614718"/>
                  <a:pt x="6363187" y="3610944"/>
                </a:cubicBezTo>
                <a:cubicBezTo>
                  <a:pt x="6366955" y="3614718"/>
                  <a:pt x="6366955" y="3614718"/>
                  <a:pt x="6366955" y="3614718"/>
                </a:cubicBezTo>
                <a:cubicBezTo>
                  <a:pt x="6434773" y="3437323"/>
                  <a:pt x="6442308" y="3418451"/>
                  <a:pt x="6491288" y="3282584"/>
                </a:cubicBezTo>
                <a:cubicBezTo>
                  <a:pt x="6487520" y="3278810"/>
                  <a:pt x="6487520" y="3278810"/>
                  <a:pt x="6487520" y="3278810"/>
                </a:cubicBezTo>
                <a:cubicBezTo>
                  <a:pt x="6487520" y="3275036"/>
                  <a:pt x="6487520" y="3275036"/>
                  <a:pt x="6487520" y="3275036"/>
                </a:cubicBezTo>
                <a:cubicBezTo>
                  <a:pt x="6487520" y="3271259"/>
                  <a:pt x="6487520" y="3271259"/>
                  <a:pt x="6487520" y="3271259"/>
                </a:cubicBezTo>
                <a:cubicBezTo>
                  <a:pt x="6487520" y="3267486"/>
                  <a:pt x="6487520" y="3267486"/>
                  <a:pt x="6487520" y="3267486"/>
                </a:cubicBezTo>
                <a:cubicBezTo>
                  <a:pt x="6487520" y="3263712"/>
                  <a:pt x="6487520" y="3263712"/>
                  <a:pt x="6487520" y="3263712"/>
                </a:cubicBezTo>
                <a:cubicBezTo>
                  <a:pt x="6487520" y="3259936"/>
                  <a:pt x="6487520" y="3259936"/>
                  <a:pt x="6487520" y="3259936"/>
                </a:cubicBezTo>
                <a:cubicBezTo>
                  <a:pt x="6491288" y="3259936"/>
                  <a:pt x="6491288" y="3259936"/>
                  <a:pt x="6491288" y="3259936"/>
                </a:cubicBezTo>
                <a:cubicBezTo>
                  <a:pt x="6491288" y="3256162"/>
                  <a:pt x="6491288" y="3256162"/>
                  <a:pt x="6491288" y="3256162"/>
                </a:cubicBezTo>
                <a:cubicBezTo>
                  <a:pt x="6442308" y="3112736"/>
                  <a:pt x="6427238" y="3063663"/>
                  <a:pt x="6359420" y="2878744"/>
                </a:cubicBezTo>
                <a:cubicBezTo>
                  <a:pt x="6359420" y="2878744"/>
                  <a:pt x="6355652" y="2878744"/>
                  <a:pt x="6351884" y="2874966"/>
                </a:cubicBezTo>
                <a:close/>
                <a:moveTo>
                  <a:pt x="35915" y="2843818"/>
                </a:moveTo>
                <a:lnTo>
                  <a:pt x="33576" y="2870340"/>
                </a:lnTo>
                <a:cubicBezTo>
                  <a:pt x="31671" y="2893310"/>
                  <a:pt x="29528" y="2921412"/>
                  <a:pt x="26670" y="2958254"/>
                </a:cubicBezTo>
                <a:cubicBezTo>
                  <a:pt x="26670" y="2958254"/>
                  <a:pt x="26670" y="2959198"/>
                  <a:pt x="26194" y="2961560"/>
                </a:cubicBezTo>
                <a:lnTo>
                  <a:pt x="26081" y="2961961"/>
                </a:lnTo>
                <a:lnTo>
                  <a:pt x="26081" y="2957990"/>
                </a:lnTo>
                <a:cubicBezTo>
                  <a:pt x="24274" y="2950915"/>
                  <a:pt x="24161" y="2933888"/>
                  <a:pt x="28125" y="2897975"/>
                </a:cubicBezTo>
                <a:lnTo>
                  <a:pt x="30977" y="2875547"/>
                </a:lnTo>
                <a:close/>
                <a:moveTo>
                  <a:pt x="36616" y="2834823"/>
                </a:moveTo>
                <a:lnTo>
                  <a:pt x="33535" y="2855434"/>
                </a:lnTo>
                <a:lnTo>
                  <a:pt x="30977" y="2875547"/>
                </a:lnTo>
                <a:lnTo>
                  <a:pt x="27147" y="2900159"/>
                </a:lnTo>
                <a:cubicBezTo>
                  <a:pt x="23813" y="2925190"/>
                  <a:pt x="20955" y="2950698"/>
                  <a:pt x="19050" y="2973368"/>
                </a:cubicBezTo>
                <a:cubicBezTo>
                  <a:pt x="19050" y="2973368"/>
                  <a:pt x="19050" y="2969589"/>
                  <a:pt x="22860" y="2969589"/>
                </a:cubicBezTo>
                <a:cubicBezTo>
                  <a:pt x="22860" y="2973368"/>
                  <a:pt x="22860" y="2973368"/>
                  <a:pt x="22860" y="2973368"/>
                </a:cubicBezTo>
                <a:lnTo>
                  <a:pt x="26081" y="2961961"/>
                </a:lnTo>
                <a:lnTo>
                  <a:pt x="26081" y="2969310"/>
                </a:lnTo>
                <a:cubicBezTo>
                  <a:pt x="37647" y="2991950"/>
                  <a:pt x="40538" y="3001855"/>
                  <a:pt x="51020" y="3034049"/>
                </a:cubicBezTo>
                <a:lnTo>
                  <a:pt x="51253" y="3034750"/>
                </a:lnTo>
                <a:lnTo>
                  <a:pt x="41997" y="3010600"/>
                </a:lnTo>
                <a:cubicBezTo>
                  <a:pt x="36369" y="2995992"/>
                  <a:pt x="32617" y="2986565"/>
                  <a:pt x="26988" y="2973371"/>
                </a:cubicBezTo>
                <a:cubicBezTo>
                  <a:pt x="26988" y="2988450"/>
                  <a:pt x="26988" y="2988450"/>
                  <a:pt x="26988" y="2988450"/>
                </a:cubicBezTo>
                <a:cubicBezTo>
                  <a:pt x="26988" y="3022382"/>
                  <a:pt x="26988" y="3048069"/>
                  <a:pt x="27340" y="3068865"/>
                </a:cubicBezTo>
                <a:lnTo>
                  <a:pt x="29715" y="3118127"/>
                </a:lnTo>
                <a:lnTo>
                  <a:pt x="28592" y="3111708"/>
                </a:lnTo>
                <a:cubicBezTo>
                  <a:pt x="24276" y="3078271"/>
                  <a:pt x="22358" y="3038712"/>
                  <a:pt x="22358" y="2976545"/>
                </a:cubicBezTo>
                <a:cubicBezTo>
                  <a:pt x="22358" y="2976545"/>
                  <a:pt x="18521" y="2976545"/>
                  <a:pt x="18521" y="2976545"/>
                </a:cubicBezTo>
                <a:lnTo>
                  <a:pt x="15491" y="2991427"/>
                </a:lnTo>
                <a:lnTo>
                  <a:pt x="20389" y="2944085"/>
                </a:lnTo>
                <a:cubicBezTo>
                  <a:pt x="24811" y="2901805"/>
                  <a:pt x="26997" y="2883749"/>
                  <a:pt x="30971" y="2862414"/>
                </a:cubicBezTo>
                <a:close/>
                <a:moveTo>
                  <a:pt x="37184" y="2831020"/>
                </a:moveTo>
                <a:lnTo>
                  <a:pt x="36963" y="2833129"/>
                </a:lnTo>
                <a:lnTo>
                  <a:pt x="36616" y="2834823"/>
                </a:lnTo>
                <a:close/>
                <a:moveTo>
                  <a:pt x="40432" y="2811414"/>
                </a:moveTo>
                <a:lnTo>
                  <a:pt x="38100" y="2829781"/>
                </a:lnTo>
                <a:lnTo>
                  <a:pt x="35915" y="2843818"/>
                </a:lnTo>
                <a:lnTo>
                  <a:pt x="36314" y="2839294"/>
                </a:lnTo>
                <a:lnTo>
                  <a:pt x="36963" y="2833129"/>
                </a:lnTo>
                <a:lnTo>
                  <a:pt x="37683" y="2829606"/>
                </a:lnTo>
                <a:close/>
                <a:moveTo>
                  <a:pt x="927736" y="2795589"/>
                </a:moveTo>
                <a:cubicBezTo>
                  <a:pt x="920206" y="2803136"/>
                  <a:pt x="916442" y="2803136"/>
                  <a:pt x="912677" y="2803136"/>
                </a:cubicBezTo>
                <a:cubicBezTo>
                  <a:pt x="803503" y="2965428"/>
                  <a:pt x="788444" y="2995615"/>
                  <a:pt x="690563" y="3116387"/>
                </a:cubicBezTo>
                <a:cubicBezTo>
                  <a:pt x="690563" y="3120160"/>
                  <a:pt x="690563" y="3120160"/>
                  <a:pt x="690563" y="3120160"/>
                </a:cubicBezTo>
                <a:cubicBezTo>
                  <a:pt x="694328" y="3123936"/>
                  <a:pt x="694328" y="3123936"/>
                  <a:pt x="694328" y="3123936"/>
                </a:cubicBezTo>
                <a:cubicBezTo>
                  <a:pt x="694328" y="3127709"/>
                  <a:pt x="694328" y="3127709"/>
                  <a:pt x="694328" y="3127709"/>
                </a:cubicBezTo>
                <a:cubicBezTo>
                  <a:pt x="690563" y="3131485"/>
                  <a:pt x="690563" y="3131485"/>
                  <a:pt x="690563" y="3131485"/>
                </a:cubicBezTo>
                <a:cubicBezTo>
                  <a:pt x="690563" y="3135258"/>
                  <a:pt x="690563" y="3135258"/>
                  <a:pt x="690563" y="3135258"/>
                </a:cubicBezTo>
                <a:cubicBezTo>
                  <a:pt x="811032" y="3233390"/>
                  <a:pt x="818561" y="3237165"/>
                  <a:pt x="935265" y="3365480"/>
                </a:cubicBezTo>
                <a:cubicBezTo>
                  <a:pt x="939030" y="3365480"/>
                  <a:pt x="942794" y="3361706"/>
                  <a:pt x="950324" y="3365480"/>
                </a:cubicBezTo>
                <a:cubicBezTo>
                  <a:pt x="1089615" y="3222068"/>
                  <a:pt x="1100909" y="3214517"/>
                  <a:pt x="1217613" y="3059767"/>
                </a:cubicBezTo>
                <a:cubicBezTo>
                  <a:pt x="1217613" y="3055994"/>
                  <a:pt x="1217613" y="3055994"/>
                  <a:pt x="1217613" y="3055994"/>
                </a:cubicBezTo>
                <a:cubicBezTo>
                  <a:pt x="1217613" y="3052220"/>
                  <a:pt x="1217613" y="3052220"/>
                  <a:pt x="1217613" y="3052220"/>
                </a:cubicBezTo>
                <a:cubicBezTo>
                  <a:pt x="1217613" y="3048447"/>
                  <a:pt x="1217613" y="3048447"/>
                  <a:pt x="1217613" y="3048447"/>
                </a:cubicBezTo>
                <a:cubicBezTo>
                  <a:pt x="1217613" y="3044674"/>
                  <a:pt x="1217613" y="3044674"/>
                  <a:pt x="1217613" y="3044674"/>
                </a:cubicBezTo>
                <a:cubicBezTo>
                  <a:pt x="1217613" y="3040900"/>
                  <a:pt x="1217613" y="3040900"/>
                  <a:pt x="1217613" y="3040900"/>
                </a:cubicBezTo>
                <a:cubicBezTo>
                  <a:pt x="1217613" y="3037127"/>
                  <a:pt x="1217613" y="3037127"/>
                  <a:pt x="1217613" y="3037127"/>
                </a:cubicBezTo>
                <a:cubicBezTo>
                  <a:pt x="1217613" y="3033353"/>
                  <a:pt x="1217613" y="3033353"/>
                  <a:pt x="1217613" y="3033353"/>
                </a:cubicBezTo>
                <a:cubicBezTo>
                  <a:pt x="1067028" y="2889951"/>
                  <a:pt x="1059498" y="2886177"/>
                  <a:pt x="927736" y="2795589"/>
                </a:cubicBezTo>
                <a:close/>
                <a:moveTo>
                  <a:pt x="44208" y="2786434"/>
                </a:moveTo>
                <a:lnTo>
                  <a:pt x="43932" y="2788255"/>
                </a:lnTo>
                <a:lnTo>
                  <a:pt x="40432" y="2811414"/>
                </a:lnTo>
                <a:lnTo>
                  <a:pt x="41539" y="2802701"/>
                </a:lnTo>
                <a:close/>
                <a:moveTo>
                  <a:pt x="380410" y="2765429"/>
                </a:moveTo>
                <a:cubicBezTo>
                  <a:pt x="290033" y="2856080"/>
                  <a:pt x="286267" y="2859858"/>
                  <a:pt x="226016" y="2980720"/>
                </a:cubicBezTo>
                <a:cubicBezTo>
                  <a:pt x="226016" y="2984493"/>
                  <a:pt x="226016" y="2984493"/>
                  <a:pt x="226016" y="2984493"/>
                </a:cubicBezTo>
                <a:cubicBezTo>
                  <a:pt x="222250" y="2988271"/>
                  <a:pt x="222250" y="2988271"/>
                  <a:pt x="222250" y="2988271"/>
                </a:cubicBezTo>
                <a:cubicBezTo>
                  <a:pt x="233547" y="3018486"/>
                  <a:pt x="241079" y="3052475"/>
                  <a:pt x="248610" y="3094023"/>
                </a:cubicBezTo>
                <a:cubicBezTo>
                  <a:pt x="248610" y="3094023"/>
                  <a:pt x="252376" y="3094023"/>
                  <a:pt x="252376" y="3090245"/>
                </a:cubicBezTo>
                <a:cubicBezTo>
                  <a:pt x="316393" y="2950505"/>
                  <a:pt x="323924" y="2931624"/>
                  <a:pt x="384175" y="2776760"/>
                </a:cubicBezTo>
                <a:cubicBezTo>
                  <a:pt x="380410" y="2776760"/>
                  <a:pt x="380410" y="2776760"/>
                  <a:pt x="380410" y="2776760"/>
                </a:cubicBezTo>
                <a:cubicBezTo>
                  <a:pt x="376644" y="2776760"/>
                  <a:pt x="376644" y="2776760"/>
                  <a:pt x="380410" y="2765429"/>
                </a:cubicBezTo>
                <a:close/>
                <a:moveTo>
                  <a:pt x="202843" y="2762888"/>
                </a:moveTo>
                <a:lnTo>
                  <a:pt x="198370" y="2799396"/>
                </a:lnTo>
                <a:cubicBezTo>
                  <a:pt x="196426" y="2815307"/>
                  <a:pt x="194334" y="2832380"/>
                  <a:pt x="192022" y="2851123"/>
                </a:cubicBezTo>
                <a:lnTo>
                  <a:pt x="185189" y="2906101"/>
                </a:lnTo>
                <a:lnTo>
                  <a:pt x="184150" y="2906101"/>
                </a:lnTo>
                <a:cubicBezTo>
                  <a:pt x="189835" y="2861788"/>
                  <a:pt x="194335" y="2826903"/>
                  <a:pt x="198302" y="2796673"/>
                </a:cubicBezTo>
                <a:close/>
                <a:moveTo>
                  <a:pt x="72159" y="2743356"/>
                </a:moveTo>
                <a:lnTo>
                  <a:pt x="74192" y="2743356"/>
                </a:lnTo>
                <a:lnTo>
                  <a:pt x="70018" y="2783514"/>
                </a:lnTo>
                <a:cubicBezTo>
                  <a:pt x="57947" y="2910172"/>
                  <a:pt x="61743" y="2958462"/>
                  <a:pt x="68490" y="3067422"/>
                </a:cubicBezTo>
                <a:lnTo>
                  <a:pt x="68154" y="3067422"/>
                </a:lnTo>
                <a:lnTo>
                  <a:pt x="64721" y="3024005"/>
                </a:lnTo>
                <a:cubicBezTo>
                  <a:pt x="57385" y="2926855"/>
                  <a:pt x="59026" y="2901347"/>
                  <a:pt x="72159" y="2743356"/>
                </a:cubicBezTo>
                <a:close/>
                <a:moveTo>
                  <a:pt x="438728" y="2725320"/>
                </a:moveTo>
                <a:lnTo>
                  <a:pt x="434417" y="2727551"/>
                </a:lnTo>
                <a:lnTo>
                  <a:pt x="421939" y="2734196"/>
                </a:lnTo>
                <a:lnTo>
                  <a:pt x="430315" y="2728561"/>
                </a:lnTo>
                <a:close/>
                <a:moveTo>
                  <a:pt x="250261" y="2725046"/>
                </a:moveTo>
                <a:lnTo>
                  <a:pt x="238624" y="2753833"/>
                </a:lnTo>
                <a:cubicBezTo>
                  <a:pt x="230335" y="2775283"/>
                  <a:pt x="223348" y="2795434"/>
                  <a:pt x="215591" y="2819654"/>
                </a:cubicBezTo>
                <a:lnTo>
                  <a:pt x="207408" y="2845934"/>
                </a:lnTo>
                <a:lnTo>
                  <a:pt x="216914" y="2812758"/>
                </a:lnTo>
                <a:cubicBezTo>
                  <a:pt x="225157" y="2785543"/>
                  <a:pt x="232693" y="2764104"/>
                  <a:pt x="241172" y="2743842"/>
                </a:cubicBezTo>
                <a:close/>
                <a:moveTo>
                  <a:pt x="6481092" y="2707963"/>
                </a:moveTo>
                <a:lnTo>
                  <a:pt x="6495418" y="2756157"/>
                </a:lnTo>
                <a:cubicBezTo>
                  <a:pt x="6505034" y="2788840"/>
                  <a:pt x="6512868" y="2816282"/>
                  <a:pt x="6519991" y="2842434"/>
                </a:cubicBezTo>
                <a:lnTo>
                  <a:pt x="6532767" y="2891847"/>
                </a:lnTo>
                <a:lnTo>
                  <a:pt x="6512719" y="2825600"/>
                </a:lnTo>
                <a:close/>
                <a:moveTo>
                  <a:pt x="6549028" y="2706043"/>
                </a:moveTo>
                <a:lnTo>
                  <a:pt x="6549284" y="2707310"/>
                </a:lnTo>
                <a:lnTo>
                  <a:pt x="6549985" y="2711197"/>
                </a:lnTo>
                <a:close/>
                <a:moveTo>
                  <a:pt x="57150" y="2705084"/>
                </a:moveTo>
                <a:cubicBezTo>
                  <a:pt x="53340" y="2722088"/>
                  <a:pt x="49530" y="2743814"/>
                  <a:pt x="46197" y="2766015"/>
                </a:cubicBezTo>
                <a:lnTo>
                  <a:pt x="41539" y="2802701"/>
                </a:lnTo>
                <a:lnTo>
                  <a:pt x="40177" y="2810999"/>
                </a:lnTo>
                <a:lnTo>
                  <a:pt x="37184" y="2831020"/>
                </a:lnTo>
                <a:lnTo>
                  <a:pt x="39053" y="2813249"/>
                </a:lnTo>
                <a:cubicBezTo>
                  <a:pt x="42863" y="2780656"/>
                  <a:pt x="47625" y="2754205"/>
                  <a:pt x="57150" y="2705084"/>
                </a:cubicBezTo>
                <a:close/>
                <a:moveTo>
                  <a:pt x="622327" y="2698750"/>
                </a:moveTo>
                <a:cubicBezTo>
                  <a:pt x="539089" y="2856731"/>
                  <a:pt x="520171" y="2898111"/>
                  <a:pt x="444500" y="3014694"/>
                </a:cubicBezTo>
                <a:cubicBezTo>
                  <a:pt x="452067" y="3018458"/>
                  <a:pt x="452067" y="3022217"/>
                  <a:pt x="448284" y="3029740"/>
                </a:cubicBezTo>
                <a:cubicBezTo>
                  <a:pt x="554223" y="3052305"/>
                  <a:pt x="558007" y="3056065"/>
                  <a:pt x="663946" y="3116250"/>
                </a:cubicBezTo>
                <a:cubicBezTo>
                  <a:pt x="667730" y="3116250"/>
                  <a:pt x="667730" y="3116250"/>
                  <a:pt x="667730" y="3116250"/>
                </a:cubicBezTo>
                <a:cubicBezTo>
                  <a:pt x="671513" y="3112487"/>
                  <a:pt x="671513" y="3112487"/>
                  <a:pt x="671513" y="3112487"/>
                </a:cubicBezTo>
                <a:cubicBezTo>
                  <a:pt x="663946" y="3003412"/>
                  <a:pt x="656379" y="2894352"/>
                  <a:pt x="641245" y="2789024"/>
                </a:cubicBezTo>
                <a:cubicBezTo>
                  <a:pt x="637461" y="2758935"/>
                  <a:pt x="633678" y="2728840"/>
                  <a:pt x="629894" y="2698750"/>
                </a:cubicBezTo>
                <a:cubicBezTo>
                  <a:pt x="626111" y="2698750"/>
                  <a:pt x="626111" y="2698750"/>
                  <a:pt x="626111" y="2698750"/>
                </a:cubicBezTo>
                <a:cubicBezTo>
                  <a:pt x="622327" y="2698750"/>
                  <a:pt x="622327" y="2698750"/>
                  <a:pt x="622327" y="2698750"/>
                </a:cubicBezTo>
                <a:close/>
                <a:moveTo>
                  <a:pt x="127418" y="2685292"/>
                </a:moveTo>
                <a:lnTo>
                  <a:pt x="120923" y="2727050"/>
                </a:lnTo>
                <a:cubicBezTo>
                  <a:pt x="109950" y="2802230"/>
                  <a:pt x="106710" y="2852350"/>
                  <a:pt x="101997" y="2958485"/>
                </a:cubicBezTo>
                <a:lnTo>
                  <a:pt x="101919" y="2958485"/>
                </a:lnTo>
                <a:lnTo>
                  <a:pt x="104173" y="2906554"/>
                </a:lnTo>
                <a:cubicBezTo>
                  <a:pt x="108166" y="2818650"/>
                  <a:pt x="111419" y="2779213"/>
                  <a:pt x="125024" y="2698868"/>
                </a:cubicBezTo>
                <a:close/>
                <a:moveTo>
                  <a:pt x="637175" y="2682873"/>
                </a:moveTo>
                <a:cubicBezTo>
                  <a:pt x="637175" y="2686648"/>
                  <a:pt x="637175" y="2686648"/>
                  <a:pt x="637175" y="2686648"/>
                </a:cubicBezTo>
                <a:cubicBezTo>
                  <a:pt x="637175" y="2690419"/>
                  <a:pt x="637175" y="2690419"/>
                  <a:pt x="633413" y="2690419"/>
                </a:cubicBezTo>
                <a:cubicBezTo>
                  <a:pt x="637175" y="2720611"/>
                  <a:pt x="644700" y="2754582"/>
                  <a:pt x="648462" y="2784769"/>
                </a:cubicBezTo>
                <a:cubicBezTo>
                  <a:pt x="663511" y="2890442"/>
                  <a:pt x="671035" y="2999865"/>
                  <a:pt x="678559" y="3113075"/>
                </a:cubicBezTo>
                <a:cubicBezTo>
                  <a:pt x="682321" y="3113075"/>
                  <a:pt x="682321" y="3113075"/>
                  <a:pt x="682321" y="3113075"/>
                </a:cubicBezTo>
                <a:cubicBezTo>
                  <a:pt x="798948" y="2965909"/>
                  <a:pt x="806473" y="2958363"/>
                  <a:pt x="908051" y="2803636"/>
                </a:cubicBezTo>
                <a:cubicBezTo>
                  <a:pt x="904289" y="2799863"/>
                  <a:pt x="904289" y="2799863"/>
                  <a:pt x="904289" y="2799863"/>
                </a:cubicBezTo>
                <a:cubicBezTo>
                  <a:pt x="900527" y="2796089"/>
                  <a:pt x="896765" y="2788542"/>
                  <a:pt x="904289" y="2773449"/>
                </a:cubicBezTo>
                <a:cubicBezTo>
                  <a:pt x="761327" y="2705516"/>
                  <a:pt x="753803" y="2697968"/>
                  <a:pt x="637175" y="2682873"/>
                </a:cubicBezTo>
                <a:close/>
                <a:moveTo>
                  <a:pt x="1485062" y="2675830"/>
                </a:moveTo>
                <a:lnTo>
                  <a:pt x="1481461" y="2681668"/>
                </a:lnTo>
                <a:lnTo>
                  <a:pt x="1473424" y="2694498"/>
                </a:lnTo>
                <a:lnTo>
                  <a:pt x="1477368" y="2686935"/>
                </a:lnTo>
                <a:close/>
                <a:moveTo>
                  <a:pt x="6456363" y="2638424"/>
                </a:moveTo>
                <a:lnTo>
                  <a:pt x="6457283" y="2638424"/>
                </a:lnTo>
                <a:lnTo>
                  <a:pt x="6463679" y="2713942"/>
                </a:lnTo>
                <a:close/>
                <a:moveTo>
                  <a:pt x="73453" y="2628619"/>
                </a:moveTo>
                <a:lnTo>
                  <a:pt x="73109" y="2632750"/>
                </a:lnTo>
                <a:lnTo>
                  <a:pt x="72548" y="2636042"/>
                </a:lnTo>
                <a:cubicBezTo>
                  <a:pt x="72345" y="2637237"/>
                  <a:pt x="72345" y="2637237"/>
                  <a:pt x="72345" y="2637237"/>
                </a:cubicBezTo>
                <a:cubicBezTo>
                  <a:pt x="60779" y="2690066"/>
                  <a:pt x="60779" y="2690066"/>
                  <a:pt x="60779" y="2690066"/>
                </a:cubicBezTo>
                <a:cubicBezTo>
                  <a:pt x="56442" y="2714123"/>
                  <a:pt x="52586" y="2736116"/>
                  <a:pt x="49168" y="2756215"/>
                </a:cubicBezTo>
                <a:lnTo>
                  <a:pt x="44208" y="2786434"/>
                </a:lnTo>
                <a:lnTo>
                  <a:pt x="48812" y="2756092"/>
                </a:lnTo>
                <a:cubicBezTo>
                  <a:pt x="57467" y="2699544"/>
                  <a:pt x="60293" y="2685407"/>
                  <a:pt x="71598" y="2637345"/>
                </a:cubicBezTo>
                <a:close/>
                <a:moveTo>
                  <a:pt x="75900" y="2617110"/>
                </a:moveTo>
                <a:lnTo>
                  <a:pt x="74032" y="2632756"/>
                </a:lnTo>
                <a:cubicBezTo>
                  <a:pt x="72947" y="2646022"/>
                  <a:pt x="73083" y="2660483"/>
                  <a:pt x="74438" y="2689569"/>
                </a:cubicBezTo>
                <a:lnTo>
                  <a:pt x="75224" y="2704931"/>
                </a:lnTo>
                <a:lnTo>
                  <a:pt x="75224" y="2713019"/>
                </a:lnTo>
                <a:cubicBezTo>
                  <a:pt x="72385" y="2667754"/>
                  <a:pt x="71675" y="2654316"/>
                  <a:pt x="73094" y="2632921"/>
                </a:cubicBezTo>
                <a:lnTo>
                  <a:pt x="73109" y="2632750"/>
                </a:lnTo>
                <a:lnTo>
                  <a:pt x="73971" y="2627685"/>
                </a:lnTo>
                <a:lnTo>
                  <a:pt x="75257" y="2620135"/>
                </a:lnTo>
                <a:close/>
                <a:moveTo>
                  <a:pt x="5398315" y="2573324"/>
                </a:moveTo>
                <a:cubicBezTo>
                  <a:pt x="5285358" y="2780655"/>
                  <a:pt x="5243940" y="2852279"/>
                  <a:pt x="5119688" y="3067140"/>
                </a:cubicBezTo>
                <a:cubicBezTo>
                  <a:pt x="5119688" y="3070913"/>
                  <a:pt x="5119688" y="3070913"/>
                  <a:pt x="5119688" y="3070913"/>
                </a:cubicBezTo>
                <a:cubicBezTo>
                  <a:pt x="5123453" y="3074682"/>
                  <a:pt x="5123453" y="3074682"/>
                  <a:pt x="5123453" y="3074682"/>
                </a:cubicBezTo>
                <a:cubicBezTo>
                  <a:pt x="5123453" y="3078450"/>
                  <a:pt x="5123453" y="3078450"/>
                  <a:pt x="5123453" y="3078450"/>
                </a:cubicBezTo>
                <a:cubicBezTo>
                  <a:pt x="5123453" y="3082219"/>
                  <a:pt x="5123453" y="3082219"/>
                  <a:pt x="5123453" y="3082219"/>
                </a:cubicBezTo>
                <a:cubicBezTo>
                  <a:pt x="5123453" y="3089757"/>
                  <a:pt x="5123453" y="3089757"/>
                  <a:pt x="5123453" y="3089757"/>
                </a:cubicBezTo>
                <a:cubicBezTo>
                  <a:pt x="5123453" y="3097299"/>
                  <a:pt x="5123453" y="3097299"/>
                  <a:pt x="5123453" y="3097299"/>
                </a:cubicBezTo>
                <a:cubicBezTo>
                  <a:pt x="5123453" y="3101068"/>
                  <a:pt x="5123453" y="3101068"/>
                  <a:pt x="5123453" y="3101068"/>
                </a:cubicBezTo>
                <a:cubicBezTo>
                  <a:pt x="5123453" y="3104837"/>
                  <a:pt x="5123453" y="3104837"/>
                  <a:pt x="5123453" y="3104837"/>
                </a:cubicBezTo>
                <a:cubicBezTo>
                  <a:pt x="5123453" y="3108606"/>
                  <a:pt x="5123453" y="3108606"/>
                  <a:pt x="5123453" y="3108606"/>
                </a:cubicBezTo>
                <a:cubicBezTo>
                  <a:pt x="5123453" y="3112378"/>
                  <a:pt x="5123453" y="3112378"/>
                  <a:pt x="5123453" y="3112378"/>
                </a:cubicBezTo>
                <a:cubicBezTo>
                  <a:pt x="5119688" y="3112378"/>
                  <a:pt x="5119688" y="3112378"/>
                  <a:pt x="5119688" y="3112378"/>
                </a:cubicBezTo>
                <a:cubicBezTo>
                  <a:pt x="5119688" y="3116147"/>
                  <a:pt x="5119688" y="3116147"/>
                  <a:pt x="5119688" y="3116147"/>
                </a:cubicBezTo>
                <a:cubicBezTo>
                  <a:pt x="5266532" y="3380019"/>
                  <a:pt x="5281593" y="3406406"/>
                  <a:pt x="5417141" y="3670280"/>
                </a:cubicBezTo>
                <a:cubicBezTo>
                  <a:pt x="5424671" y="3662741"/>
                  <a:pt x="5428436" y="3662741"/>
                  <a:pt x="5435967" y="3666511"/>
                </a:cubicBezTo>
                <a:cubicBezTo>
                  <a:pt x="5575280" y="3421485"/>
                  <a:pt x="5590341" y="3395097"/>
                  <a:pt x="5707063" y="3172691"/>
                </a:cubicBezTo>
                <a:cubicBezTo>
                  <a:pt x="5707063" y="3168922"/>
                  <a:pt x="5707063" y="3168922"/>
                  <a:pt x="5707063" y="3168922"/>
                </a:cubicBezTo>
                <a:cubicBezTo>
                  <a:pt x="5707063" y="3165154"/>
                  <a:pt x="5707063" y="3165154"/>
                  <a:pt x="5707063" y="3165154"/>
                </a:cubicBezTo>
                <a:cubicBezTo>
                  <a:pt x="5707063" y="3161385"/>
                  <a:pt x="5707063" y="3161385"/>
                  <a:pt x="5707063" y="3161385"/>
                </a:cubicBezTo>
                <a:cubicBezTo>
                  <a:pt x="5707063" y="3153843"/>
                  <a:pt x="5707063" y="3153843"/>
                  <a:pt x="5707063" y="3153843"/>
                </a:cubicBezTo>
                <a:cubicBezTo>
                  <a:pt x="5707063" y="3146305"/>
                  <a:pt x="5707063" y="3146305"/>
                  <a:pt x="5707063" y="3146305"/>
                </a:cubicBezTo>
                <a:cubicBezTo>
                  <a:pt x="5707063" y="3142536"/>
                  <a:pt x="5707063" y="3142536"/>
                  <a:pt x="5707063" y="3142536"/>
                </a:cubicBezTo>
                <a:cubicBezTo>
                  <a:pt x="5707063" y="3138767"/>
                  <a:pt x="5707063" y="3138767"/>
                  <a:pt x="5707063" y="3138767"/>
                </a:cubicBezTo>
                <a:cubicBezTo>
                  <a:pt x="5707063" y="3134995"/>
                  <a:pt x="5707063" y="3134995"/>
                  <a:pt x="5707063" y="3134995"/>
                </a:cubicBezTo>
                <a:cubicBezTo>
                  <a:pt x="5707063" y="3131225"/>
                  <a:pt x="5707063" y="3131225"/>
                  <a:pt x="5707063" y="3131225"/>
                </a:cubicBezTo>
                <a:cubicBezTo>
                  <a:pt x="5594106" y="2908823"/>
                  <a:pt x="5556454" y="2833432"/>
                  <a:pt x="5417141" y="2573324"/>
                </a:cubicBezTo>
                <a:cubicBezTo>
                  <a:pt x="5417141" y="2577093"/>
                  <a:pt x="5417141" y="2577093"/>
                  <a:pt x="5417141" y="2577093"/>
                </a:cubicBezTo>
                <a:cubicBezTo>
                  <a:pt x="5409610" y="2580862"/>
                  <a:pt x="5402080" y="2577093"/>
                  <a:pt x="5398315" y="2573324"/>
                </a:cubicBezTo>
                <a:close/>
                <a:moveTo>
                  <a:pt x="113362" y="2513077"/>
                </a:moveTo>
                <a:lnTo>
                  <a:pt x="107756" y="2539914"/>
                </a:lnTo>
                <a:cubicBezTo>
                  <a:pt x="102433" y="2567027"/>
                  <a:pt x="97109" y="2597204"/>
                  <a:pt x="90366" y="2636104"/>
                </a:cubicBezTo>
                <a:lnTo>
                  <a:pt x="79888" y="2696627"/>
                </a:lnTo>
                <a:lnTo>
                  <a:pt x="80009" y="2693625"/>
                </a:lnTo>
                <a:cubicBezTo>
                  <a:pt x="81835" y="2668181"/>
                  <a:pt x="88138" y="2623987"/>
                  <a:pt x="105517" y="2546420"/>
                </a:cubicBezTo>
                <a:close/>
                <a:moveTo>
                  <a:pt x="100229" y="2507995"/>
                </a:moveTo>
                <a:lnTo>
                  <a:pt x="95173" y="2528997"/>
                </a:lnTo>
                <a:cubicBezTo>
                  <a:pt x="91377" y="2545478"/>
                  <a:pt x="87062" y="2564919"/>
                  <a:pt x="81755" y="2589568"/>
                </a:cubicBezTo>
                <a:lnTo>
                  <a:pt x="75900" y="2617110"/>
                </a:lnTo>
                <a:lnTo>
                  <a:pt x="76200" y="2614596"/>
                </a:lnTo>
                <a:lnTo>
                  <a:pt x="75257" y="2620135"/>
                </a:lnTo>
                <a:lnTo>
                  <a:pt x="73453" y="2628619"/>
                </a:lnTo>
                <a:lnTo>
                  <a:pt x="75224" y="2607400"/>
                </a:lnTo>
                <a:cubicBezTo>
                  <a:pt x="75224" y="2607400"/>
                  <a:pt x="75224" y="2607400"/>
                  <a:pt x="90366" y="2543274"/>
                </a:cubicBezTo>
                <a:close/>
                <a:moveTo>
                  <a:pt x="2277071" y="2487603"/>
                </a:moveTo>
                <a:cubicBezTo>
                  <a:pt x="2269530" y="2491368"/>
                  <a:pt x="2265760" y="2495131"/>
                  <a:pt x="2254449" y="2491368"/>
                </a:cubicBezTo>
                <a:cubicBezTo>
                  <a:pt x="2111177" y="2724759"/>
                  <a:pt x="2081015" y="2773699"/>
                  <a:pt x="1941513" y="2976965"/>
                </a:cubicBezTo>
                <a:cubicBezTo>
                  <a:pt x="1941513" y="2980729"/>
                  <a:pt x="1941513" y="2980729"/>
                  <a:pt x="1941513" y="2980729"/>
                </a:cubicBezTo>
                <a:cubicBezTo>
                  <a:pt x="1941513" y="2984493"/>
                  <a:pt x="1941513" y="2984493"/>
                  <a:pt x="1941513" y="2984493"/>
                </a:cubicBezTo>
                <a:cubicBezTo>
                  <a:pt x="1945284" y="2984493"/>
                  <a:pt x="1945284" y="2984493"/>
                  <a:pt x="1945284" y="2984493"/>
                </a:cubicBezTo>
                <a:cubicBezTo>
                  <a:pt x="1945284" y="2988257"/>
                  <a:pt x="1945284" y="2988257"/>
                  <a:pt x="1945284" y="2988257"/>
                </a:cubicBezTo>
                <a:cubicBezTo>
                  <a:pt x="1945284" y="2995785"/>
                  <a:pt x="1945284" y="2995785"/>
                  <a:pt x="1945284" y="2995785"/>
                </a:cubicBezTo>
                <a:cubicBezTo>
                  <a:pt x="1945284" y="2999549"/>
                  <a:pt x="1945284" y="2999549"/>
                  <a:pt x="1945284" y="2999549"/>
                </a:cubicBezTo>
                <a:cubicBezTo>
                  <a:pt x="1945284" y="3003313"/>
                  <a:pt x="1945284" y="3003313"/>
                  <a:pt x="1945284" y="3003313"/>
                </a:cubicBezTo>
                <a:cubicBezTo>
                  <a:pt x="1945284" y="3007077"/>
                  <a:pt x="1945284" y="3007077"/>
                  <a:pt x="1945284" y="3007077"/>
                </a:cubicBezTo>
                <a:cubicBezTo>
                  <a:pt x="1941513" y="3007077"/>
                  <a:pt x="1941513" y="3007077"/>
                  <a:pt x="1941513" y="3007077"/>
                </a:cubicBezTo>
                <a:cubicBezTo>
                  <a:pt x="1941513" y="3010840"/>
                  <a:pt x="1941513" y="3010840"/>
                  <a:pt x="1941513" y="3010840"/>
                </a:cubicBezTo>
                <a:cubicBezTo>
                  <a:pt x="1941513" y="3014604"/>
                  <a:pt x="1941513" y="3014604"/>
                  <a:pt x="1941513" y="3014604"/>
                </a:cubicBezTo>
                <a:cubicBezTo>
                  <a:pt x="2099866" y="3210347"/>
                  <a:pt x="2126259" y="3247989"/>
                  <a:pt x="2288382" y="3481368"/>
                </a:cubicBezTo>
                <a:cubicBezTo>
                  <a:pt x="2299693" y="3477604"/>
                  <a:pt x="2299693" y="3477604"/>
                  <a:pt x="2311004" y="3481368"/>
                </a:cubicBezTo>
                <a:cubicBezTo>
                  <a:pt x="2480668" y="3263047"/>
                  <a:pt x="2507060" y="3229167"/>
                  <a:pt x="2665413" y="3003313"/>
                </a:cubicBezTo>
                <a:cubicBezTo>
                  <a:pt x="2665413" y="2999549"/>
                  <a:pt x="2665413" y="2999549"/>
                  <a:pt x="2665413" y="2999549"/>
                </a:cubicBezTo>
                <a:cubicBezTo>
                  <a:pt x="2665413" y="2995785"/>
                  <a:pt x="2665413" y="2995785"/>
                  <a:pt x="2665413" y="2995785"/>
                </a:cubicBezTo>
                <a:cubicBezTo>
                  <a:pt x="2661643" y="2995785"/>
                  <a:pt x="2661643" y="2995785"/>
                  <a:pt x="2661643" y="2995785"/>
                </a:cubicBezTo>
                <a:cubicBezTo>
                  <a:pt x="2661643" y="2992021"/>
                  <a:pt x="2661643" y="2992021"/>
                  <a:pt x="2661643" y="2992021"/>
                </a:cubicBezTo>
                <a:cubicBezTo>
                  <a:pt x="2661643" y="2988257"/>
                  <a:pt x="2661643" y="2988257"/>
                  <a:pt x="2661643" y="2988257"/>
                </a:cubicBezTo>
                <a:cubicBezTo>
                  <a:pt x="2661643" y="2980729"/>
                  <a:pt x="2661643" y="2980729"/>
                  <a:pt x="2661643" y="2980729"/>
                </a:cubicBezTo>
                <a:cubicBezTo>
                  <a:pt x="2661643" y="2973201"/>
                  <a:pt x="2661643" y="2973201"/>
                  <a:pt x="2661643" y="2973201"/>
                </a:cubicBezTo>
                <a:cubicBezTo>
                  <a:pt x="2661643" y="2969437"/>
                  <a:pt x="2661643" y="2969437"/>
                  <a:pt x="2661643" y="2969437"/>
                </a:cubicBezTo>
                <a:cubicBezTo>
                  <a:pt x="2661643" y="2965673"/>
                  <a:pt x="2661643" y="2965673"/>
                  <a:pt x="2661643" y="2965673"/>
                </a:cubicBezTo>
                <a:cubicBezTo>
                  <a:pt x="2665413" y="2961910"/>
                  <a:pt x="2665413" y="2961910"/>
                  <a:pt x="2665413" y="2961910"/>
                </a:cubicBezTo>
                <a:cubicBezTo>
                  <a:pt x="2665413" y="2958146"/>
                  <a:pt x="2665413" y="2958146"/>
                  <a:pt x="2665413" y="2958146"/>
                </a:cubicBezTo>
                <a:cubicBezTo>
                  <a:pt x="2499519" y="2747351"/>
                  <a:pt x="2458046" y="2687114"/>
                  <a:pt x="2277071" y="2487603"/>
                </a:cubicBezTo>
                <a:close/>
                <a:moveTo>
                  <a:pt x="4700997" y="2471725"/>
                </a:moveTo>
                <a:cubicBezTo>
                  <a:pt x="4554036" y="2712905"/>
                  <a:pt x="4516354" y="2776967"/>
                  <a:pt x="4365625" y="3010605"/>
                </a:cubicBezTo>
                <a:cubicBezTo>
                  <a:pt x="4365625" y="3014373"/>
                  <a:pt x="4365625" y="3014373"/>
                  <a:pt x="4365625" y="3014373"/>
                </a:cubicBezTo>
                <a:cubicBezTo>
                  <a:pt x="4369393" y="3018142"/>
                  <a:pt x="4369393" y="3018142"/>
                  <a:pt x="4369393" y="3018142"/>
                </a:cubicBezTo>
                <a:cubicBezTo>
                  <a:pt x="4369393" y="3021911"/>
                  <a:pt x="4369393" y="3021911"/>
                  <a:pt x="4369393" y="3021911"/>
                </a:cubicBezTo>
                <a:cubicBezTo>
                  <a:pt x="4369393" y="3025679"/>
                  <a:pt x="4369393" y="3025679"/>
                  <a:pt x="4369393" y="3025679"/>
                </a:cubicBezTo>
                <a:cubicBezTo>
                  <a:pt x="4369393" y="3033212"/>
                  <a:pt x="4369393" y="3033212"/>
                  <a:pt x="4369393" y="3033212"/>
                </a:cubicBezTo>
                <a:cubicBezTo>
                  <a:pt x="4369393" y="3040749"/>
                  <a:pt x="4369393" y="3040749"/>
                  <a:pt x="4369393" y="3040749"/>
                </a:cubicBezTo>
                <a:cubicBezTo>
                  <a:pt x="4369393" y="3044518"/>
                  <a:pt x="4369393" y="3044518"/>
                  <a:pt x="4369393" y="3044518"/>
                </a:cubicBezTo>
                <a:cubicBezTo>
                  <a:pt x="4369393" y="3048287"/>
                  <a:pt x="4369393" y="3048287"/>
                  <a:pt x="4369393" y="3048287"/>
                </a:cubicBezTo>
                <a:cubicBezTo>
                  <a:pt x="4369393" y="3052055"/>
                  <a:pt x="4369393" y="3052055"/>
                  <a:pt x="4369393" y="3052055"/>
                </a:cubicBezTo>
                <a:cubicBezTo>
                  <a:pt x="4365625" y="3055824"/>
                  <a:pt x="4365625" y="3055824"/>
                  <a:pt x="4365625" y="3055824"/>
                </a:cubicBezTo>
                <a:cubicBezTo>
                  <a:pt x="4365625" y="3059593"/>
                  <a:pt x="4365625" y="3059593"/>
                  <a:pt x="4365625" y="3059593"/>
                </a:cubicBezTo>
                <a:cubicBezTo>
                  <a:pt x="4538963" y="3334684"/>
                  <a:pt x="4561573" y="3368599"/>
                  <a:pt x="4723606" y="3651230"/>
                </a:cubicBezTo>
                <a:cubicBezTo>
                  <a:pt x="4731143" y="3643693"/>
                  <a:pt x="4734911" y="3643693"/>
                  <a:pt x="4746216" y="3647462"/>
                </a:cubicBezTo>
                <a:cubicBezTo>
                  <a:pt x="4919554" y="3383673"/>
                  <a:pt x="4934627" y="3353526"/>
                  <a:pt x="5081588" y="3112350"/>
                </a:cubicBezTo>
                <a:cubicBezTo>
                  <a:pt x="5077820" y="3108582"/>
                  <a:pt x="5077820" y="3108582"/>
                  <a:pt x="5077820" y="3108582"/>
                </a:cubicBezTo>
                <a:cubicBezTo>
                  <a:pt x="5077820" y="3104813"/>
                  <a:pt x="5077820" y="3104813"/>
                  <a:pt x="5077820" y="3104813"/>
                </a:cubicBezTo>
                <a:cubicBezTo>
                  <a:pt x="5077820" y="3101044"/>
                  <a:pt x="5077820" y="3101044"/>
                  <a:pt x="5077820" y="3101044"/>
                </a:cubicBezTo>
                <a:cubicBezTo>
                  <a:pt x="5077820" y="3097276"/>
                  <a:pt x="5077820" y="3097276"/>
                  <a:pt x="5077820" y="3097276"/>
                </a:cubicBezTo>
                <a:cubicBezTo>
                  <a:pt x="5074052" y="3089738"/>
                  <a:pt x="5074052" y="3089738"/>
                  <a:pt x="5074052" y="3089738"/>
                </a:cubicBezTo>
                <a:cubicBezTo>
                  <a:pt x="5077820" y="3082200"/>
                  <a:pt x="5077820" y="3082200"/>
                  <a:pt x="5077820" y="3082200"/>
                </a:cubicBezTo>
                <a:cubicBezTo>
                  <a:pt x="5077820" y="3078432"/>
                  <a:pt x="5077820" y="3078432"/>
                  <a:pt x="5077820" y="3078432"/>
                </a:cubicBezTo>
                <a:cubicBezTo>
                  <a:pt x="5077820" y="3074664"/>
                  <a:pt x="5077820" y="3074664"/>
                  <a:pt x="5077820" y="3074664"/>
                </a:cubicBezTo>
                <a:cubicBezTo>
                  <a:pt x="5077820" y="3070899"/>
                  <a:pt x="5077820" y="3070899"/>
                  <a:pt x="5077820" y="3070899"/>
                </a:cubicBezTo>
                <a:cubicBezTo>
                  <a:pt x="5077820" y="3067130"/>
                  <a:pt x="5077820" y="3067130"/>
                  <a:pt x="5077820" y="3067130"/>
                </a:cubicBezTo>
                <a:cubicBezTo>
                  <a:pt x="5081588" y="3067130"/>
                  <a:pt x="5081588" y="3067130"/>
                  <a:pt x="5081588" y="3067130"/>
                </a:cubicBezTo>
                <a:cubicBezTo>
                  <a:pt x="4934627" y="2814653"/>
                  <a:pt x="4893177" y="2739285"/>
                  <a:pt x="4719838" y="2471725"/>
                </a:cubicBezTo>
                <a:cubicBezTo>
                  <a:pt x="4712302" y="2475493"/>
                  <a:pt x="4704765" y="2475493"/>
                  <a:pt x="4700997" y="2471725"/>
                </a:cubicBezTo>
                <a:close/>
                <a:moveTo>
                  <a:pt x="115479" y="2453447"/>
                </a:moveTo>
                <a:lnTo>
                  <a:pt x="100229" y="2507995"/>
                </a:lnTo>
                <a:lnTo>
                  <a:pt x="102850" y="2497107"/>
                </a:lnTo>
                <a:close/>
                <a:moveTo>
                  <a:pt x="186283" y="2426088"/>
                </a:moveTo>
                <a:lnTo>
                  <a:pt x="175521" y="2465506"/>
                </a:lnTo>
                <a:cubicBezTo>
                  <a:pt x="170212" y="2485324"/>
                  <a:pt x="164371" y="2507399"/>
                  <a:pt x="157764" y="2532426"/>
                </a:cubicBezTo>
                <a:cubicBezTo>
                  <a:pt x="157764" y="2532426"/>
                  <a:pt x="157764" y="2532426"/>
                  <a:pt x="157764" y="2528648"/>
                </a:cubicBezTo>
                <a:lnTo>
                  <a:pt x="156907" y="2529750"/>
                </a:lnTo>
                <a:lnTo>
                  <a:pt x="161079" y="2511587"/>
                </a:lnTo>
                <a:cubicBezTo>
                  <a:pt x="165144" y="2495210"/>
                  <a:pt x="171389" y="2472589"/>
                  <a:pt x="181050" y="2441955"/>
                </a:cubicBezTo>
                <a:close/>
                <a:moveTo>
                  <a:pt x="3075678" y="2419342"/>
                </a:moveTo>
                <a:cubicBezTo>
                  <a:pt x="3071906" y="2423112"/>
                  <a:pt x="3071906" y="2423112"/>
                  <a:pt x="3071906" y="2423112"/>
                </a:cubicBezTo>
                <a:cubicBezTo>
                  <a:pt x="3064364" y="2426881"/>
                  <a:pt x="3060593" y="2426881"/>
                  <a:pt x="3049279" y="2423112"/>
                </a:cubicBezTo>
                <a:cubicBezTo>
                  <a:pt x="2898427" y="2671908"/>
                  <a:pt x="2860715" y="2732225"/>
                  <a:pt x="2709863" y="2958405"/>
                </a:cubicBezTo>
                <a:cubicBezTo>
                  <a:pt x="2709863" y="2962174"/>
                  <a:pt x="2709863" y="2962174"/>
                  <a:pt x="2709863" y="2962174"/>
                </a:cubicBezTo>
                <a:cubicBezTo>
                  <a:pt x="2713635" y="2965942"/>
                  <a:pt x="2713635" y="2965942"/>
                  <a:pt x="2713635" y="2965942"/>
                </a:cubicBezTo>
                <a:cubicBezTo>
                  <a:pt x="2713635" y="2969711"/>
                  <a:pt x="2713635" y="2969711"/>
                  <a:pt x="2713635" y="2969711"/>
                </a:cubicBezTo>
                <a:cubicBezTo>
                  <a:pt x="2713635" y="2973480"/>
                  <a:pt x="2713635" y="2973480"/>
                  <a:pt x="2713635" y="2973480"/>
                </a:cubicBezTo>
                <a:cubicBezTo>
                  <a:pt x="2713635" y="2977248"/>
                  <a:pt x="2713635" y="2977248"/>
                  <a:pt x="2713635" y="2977248"/>
                </a:cubicBezTo>
                <a:cubicBezTo>
                  <a:pt x="2713635" y="2984790"/>
                  <a:pt x="2713635" y="2984790"/>
                  <a:pt x="2713635" y="2984790"/>
                </a:cubicBezTo>
                <a:cubicBezTo>
                  <a:pt x="2713635" y="2988559"/>
                  <a:pt x="2713635" y="2988559"/>
                  <a:pt x="2713635" y="2988559"/>
                </a:cubicBezTo>
                <a:cubicBezTo>
                  <a:pt x="2713635" y="2992328"/>
                  <a:pt x="2713635" y="2992328"/>
                  <a:pt x="2713635" y="2992328"/>
                </a:cubicBezTo>
                <a:cubicBezTo>
                  <a:pt x="2713635" y="2996096"/>
                  <a:pt x="2713635" y="2996096"/>
                  <a:pt x="2713635" y="2996096"/>
                </a:cubicBezTo>
                <a:cubicBezTo>
                  <a:pt x="2713635" y="2999865"/>
                  <a:pt x="2713635" y="2999865"/>
                  <a:pt x="2713635" y="2999865"/>
                </a:cubicBezTo>
                <a:cubicBezTo>
                  <a:pt x="2709863" y="2999865"/>
                  <a:pt x="2709863" y="2999865"/>
                  <a:pt x="2709863" y="2999865"/>
                </a:cubicBezTo>
                <a:cubicBezTo>
                  <a:pt x="2709863" y="3003633"/>
                  <a:pt x="2709863" y="3003633"/>
                  <a:pt x="2709863" y="3003633"/>
                </a:cubicBezTo>
                <a:cubicBezTo>
                  <a:pt x="2879571" y="3237351"/>
                  <a:pt x="2909741" y="3278817"/>
                  <a:pt x="3083220" y="3546456"/>
                </a:cubicBezTo>
                <a:cubicBezTo>
                  <a:pt x="3090763" y="3542687"/>
                  <a:pt x="3094534" y="3542687"/>
                  <a:pt x="3105848" y="3546456"/>
                </a:cubicBezTo>
                <a:cubicBezTo>
                  <a:pt x="3290641" y="3297666"/>
                  <a:pt x="3317040" y="3263740"/>
                  <a:pt x="3482976" y="3018713"/>
                </a:cubicBezTo>
                <a:cubicBezTo>
                  <a:pt x="3482976" y="3014944"/>
                  <a:pt x="3482976" y="3014944"/>
                  <a:pt x="3482976" y="3014944"/>
                </a:cubicBezTo>
                <a:cubicBezTo>
                  <a:pt x="3479205" y="3011171"/>
                  <a:pt x="3479205" y="3011171"/>
                  <a:pt x="3479205" y="3011171"/>
                </a:cubicBezTo>
                <a:cubicBezTo>
                  <a:pt x="3479205" y="3007402"/>
                  <a:pt x="3479205" y="3007402"/>
                  <a:pt x="3479205" y="3007402"/>
                </a:cubicBezTo>
                <a:cubicBezTo>
                  <a:pt x="3479205" y="3003633"/>
                  <a:pt x="3479205" y="3003633"/>
                  <a:pt x="3479205" y="3003633"/>
                </a:cubicBezTo>
                <a:cubicBezTo>
                  <a:pt x="3479205" y="2996096"/>
                  <a:pt x="3479205" y="2996096"/>
                  <a:pt x="3479205" y="2996096"/>
                </a:cubicBezTo>
                <a:cubicBezTo>
                  <a:pt x="3479205" y="2988559"/>
                  <a:pt x="3479205" y="2988559"/>
                  <a:pt x="3479205" y="2988559"/>
                </a:cubicBezTo>
                <a:cubicBezTo>
                  <a:pt x="3479205" y="2984790"/>
                  <a:pt x="3479205" y="2984790"/>
                  <a:pt x="3479205" y="2984790"/>
                </a:cubicBezTo>
                <a:cubicBezTo>
                  <a:pt x="3479205" y="2981017"/>
                  <a:pt x="3479205" y="2981017"/>
                  <a:pt x="3479205" y="2981017"/>
                </a:cubicBezTo>
                <a:cubicBezTo>
                  <a:pt x="3479205" y="2977248"/>
                  <a:pt x="3479205" y="2977248"/>
                  <a:pt x="3479205" y="2977248"/>
                </a:cubicBezTo>
                <a:cubicBezTo>
                  <a:pt x="3479205" y="2973480"/>
                  <a:pt x="3479205" y="2973480"/>
                  <a:pt x="3479205" y="2973480"/>
                </a:cubicBezTo>
                <a:cubicBezTo>
                  <a:pt x="3482976" y="2973480"/>
                  <a:pt x="3482976" y="2973480"/>
                  <a:pt x="3482976" y="2973480"/>
                </a:cubicBezTo>
                <a:cubicBezTo>
                  <a:pt x="3482976" y="2969711"/>
                  <a:pt x="3482976" y="2969711"/>
                  <a:pt x="3482976" y="2969711"/>
                </a:cubicBezTo>
                <a:cubicBezTo>
                  <a:pt x="3309497" y="2728456"/>
                  <a:pt x="3264242" y="2660601"/>
                  <a:pt x="3075678" y="2419342"/>
                </a:cubicBezTo>
                <a:close/>
                <a:moveTo>
                  <a:pt x="137114" y="2417372"/>
                </a:moveTo>
                <a:lnTo>
                  <a:pt x="120731" y="2481758"/>
                </a:lnTo>
                <a:lnTo>
                  <a:pt x="113362" y="2513077"/>
                </a:lnTo>
                <a:lnTo>
                  <a:pt x="115919" y="2500838"/>
                </a:lnTo>
                <a:cubicBezTo>
                  <a:pt x="121597" y="2475375"/>
                  <a:pt x="127986" y="2450149"/>
                  <a:pt x="136503" y="2419501"/>
                </a:cubicBezTo>
                <a:close/>
                <a:moveTo>
                  <a:pt x="3882889" y="2416166"/>
                </a:moveTo>
                <a:cubicBezTo>
                  <a:pt x="3728539" y="2668609"/>
                  <a:pt x="3687128" y="2736431"/>
                  <a:pt x="3529013" y="2970032"/>
                </a:cubicBezTo>
                <a:cubicBezTo>
                  <a:pt x="3532778" y="2973800"/>
                  <a:pt x="3532778" y="2973800"/>
                  <a:pt x="3532778" y="2973800"/>
                </a:cubicBezTo>
                <a:cubicBezTo>
                  <a:pt x="3532778" y="2977569"/>
                  <a:pt x="3532778" y="2977569"/>
                  <a:pt x="3532778" y="2977569"/>
                </a:cubicBezTo>
                <a:cubicBezTo>
                  <a:pt x="3532778" y="2981333"/>
                  <a:pt x="3532778" y="2981333"/>
                  <a:pt x="3532778" y="2981333"/>
                </a:cubicBezTo>
                <a:cubicBezTo>
                  <a:pt x="3532778" y="2985102"/>
                  <a:pt x="3532778" y="2985102"/>
                  <a:pt x="3532778" y="2985102"/>
                </a:cubicBezTo>
                <a:cubicBezTo>
                  <a:pt x="3536542" y="2985102"/>
                  <a:pt x="3536542" y="2985102"/>
                  <a:pt x="3536542" y="2985102"/>
                </a:cubicBezTo>
                <a:cubicBezTo>
                  <a:pt x="3536542" y="2988870"/>
                  <a:pt x="3536542" y="2988870"/>
                  <a:pt x="3536542" y="2988870"/>
                </a:cubicBezTo>
                <a:cubicBezTo>
                  <a:pt x="3536542" y="2996403"/>
                  <a:pt x="3536542" y="2996403"/>
                  <a:pt x="3536542" y="2996403"/>
                </a:cubicBezTo>
                <a:cubicBezTo>
                  <a:pt x="3536542" y="3003940"/>
                  <a:pt x="3536542" y="3003940"/>
                  <a:pt x="3536542" y="3003940"/>
                </a:cubicBezTo>
                <a:cubicBezTo>
                  <a:pt x="3532778" y="3007709"/>
                  <a:pt x="3532778" y="3007709"/>
                  <a:pt x="3532778" y="3007709"/>
                </a:cubicBezTo>
                <a:cubicBezTo>
                  <a:pt x="3532778" y="3011473"/>
                  <a:pt x="3532778" y="3011473"/>
                  <a:pt x="3532778" y="3011473"/>
                </a:cubicBezTo>
                <a:cubicBezTo>
                  <a:pt x="3532778" y="3015241"/>
                  <a:pt x="3532778" y="3015241"/>
                  <a:pt x="3532778" y="3015241"/>
                </a:cubicBezTo>
                <a:cubicBezTo>
                  <a:pt x="3532778" y="3019010"/>
                  <a:pt x="3532778" y="3019010"/>
                  <a:pt x="3532778" y="3019010"/>
                </a:cubicBezTo>
                <a:cubicBezTo>
                  <a:pt x="3529013" y="3019010"/>
                  <a:pt x="3529013" y="3019010"/>
                  <a:pt x="3529013" y="3019010"/>
                </a:cubicBezTo>
                <a:cubicBezTo>
                  <a:pt x="3709716" y="3286523"/>
                  <a:pt x="3732304" y="3320428"/>
                  <a:pt x="3913007" y="3606781"/>
                </a:cubicBezTo>
                <a:cubicBezTo>
                  <a:pt x="3916771" y="3603013"/>
                  <a:pt x="3916771" y="3603013"/>
                  <a:pt x="3916771" y="3603013"/>
                </a:cubicBezTo>
                <a:cubicBezTo>
                  <a:pt x="3920536" y="3603013"/>
                  <a:pt x="3920536" y="3603013"/>
                  <a:pt x="3920536" y="3603013"/>
                </a:cubicBezTo>
                <a:cubicBezTo>
                  <a:pt x="3924300" y="3603013"/>
                  <a:pt x="3928065" y="3603013"/>
                  <a:pt x="3935594" y="3606781"/>
                </a:cubicBezTo>
                <a:cubicBezTo>
                  <a:pt x="4116297" y="3358106"/>
                  <a:pt x="4157708" y="3297828"/>
                  <a:pt x="4319588" y="3056682"/>
                </a:cubicBezTo>
                <a:cubicBezTo>
                  <a:pt x="4315823" y="3056682"/>
                  <a:pt x="4315823" y="3056682"/>
                  <a:pt x="4315823" y="3056682"/>
                </a:cubicBezTo>
                <a:cubicBezTo>
                  <a:pt x="4315823" y="3052918"/>
                  <a:pt x="4315823" y="3052918"/>
                  <a:pt x="4315823" y="3052918"/>
                </a:cubicBezTo>
                <a:cubicBezTo>
                  <a:pt x="4315823" y="3049150"/>
                  <a:pt x="4315823" y="3049150"/>
                  <a:pt x="4315823" y="3049150"/>
                </a:cubicBezTo>
                <a:cubicBezTo>
                  <a:pt x="4315823" y="3045381"/>
                  <a:pt x="4315823" y="3045381"/>
                  <a:pt x="4315823" y="3045381"/>
                </a:cubicBezTo>
                <a:cubicBezTo>
                  <a:pt x="4315823" y="3041612"/>
                  <a:pt x="4315823" y="3041612"/>
                  <a:pt x="4315823" y="3041612"/>
                </a:cubicBezTo>
                <a:cubicBezTo>
                  <a:pt x="4315823" y="3034080"/>
                  <a:pt x="4315823" y="3034080"/>
                  <a:pt x="4315823" y="3034080"/>
                </a:cubicBezTo>
                <a:cubicBezTo>
                  <a:pt x="4315823" y="3026542"/>
                  <a:pt x="4315823" y="3026542"/>
                  <a:pt x="4315823" y="3026542"/>
                </a:cubicBezTo>
                <a:cubicBezTo>
                  <a:pt x="4315823" y="3022778"/>
                  <a:pt x="4315823" y="3022778"/>
                  <a:pt x="4315823" y="3022778"/>
                </a:cubicBezTo>
                <a:cubicBezTo>
                  <a:pt x="4315823" y="3019010"/>
                  <a:pt x="4315823" y="3019010"/>
                  <a:pt x="4315823" y="3019010"/>
                </a:cubicBezTo>
                <a:cubicBezTo>
                  <a:pt x="4315823" y="3015241"/>
                  <a:pt x="4315823" y="3015241"/>
                  <a:pt x="4315823" y="3015241"/>
                </a:cubicBezTo>
                <a:cubicBezTo>
                  <a:pt x="4315823" y="3011473"/>
                  <a:pt x="4315823" y="3011473"/>
                  <a:pt x="4315823" y="3011473"/>
                </a:cubicBezTo>
                <a:cubicBezTo>
                  <a:pt x="4319588" y="3011473"/>
                  <a:pt x="4319588" y="3011473"/>
                  <a:pt x="4319588" y="3011473"/>
                </a:cubicBezTo>
                <a:cubicBezTo>
                  <a:pt x="4146414" y="2755270"/>
                  <a:pt x="4101239" y="2683680"/>
                  <a:pt x="3909242" y="2416166"/>
                </a:cubicBezTo>
                <a:cubicBezTo>
                  <a:pt x="3901713" y="2419933"/>
                  <a:pt x="3901713" y="2419933"/>
                  <a:pt x="3901713" y="2419933"/>
                </a:cubicBezTo>
                <a:cubicBezTo>
                  <a:pt x="3894183" y="2419933"/>
                  <a:pt x="3890419" y="2419933"/>
                  <a:pt x="3882889" y="2416166"/>
                </a:cubicBezTo>
                <a:close/>
                <a:moveTo>
                  <a:pt x="125673" y="2409139"/>
                </a:moveTo>
                <a:lnTo>
                  <a:pt x="115517" y="2447634"/>
                </a:lnTo>
                <a:cubicBezTo>
                  <a:pt x="111901" y="2461273"/>
                  <a:pt x="108713" y="2473373"/>
                  <a:pt x="105480" y="2486184"/>
                </a:cubicBezTo>
                <a:lnTo>
                  <a:pt x="102850" y="2497107"/>
                </a:lnTo>
                <a:lnTo>
                  <a:pt x="93663" y="2528869"/>
                </a:lnTo>
                <a:cubicBezTo>
                  <a:pt x="97485" y="2510029"/>
                  <a:pt x="103218" y="2488362"/>
                  <a:pt x="109428" y="2466224"/>
                </a:cubicBezTo>
                <a:close/>
                <a:moveTo>
                  <a:pt x="128865" y="2407168"/>
                </a:moveTo>
                <a:lnTo>
                  <a:pt x="115479" y="2453447"/>
                </a:lnTo>
                <a:lnTo>
                  <a:pt x="127276" y="2411250"/>
                </a:lnTo>
                <a:close/>
                <a:moveTo>
                  <a:pt x="280625" y="2405431"/>
                </a:moveTo>
                <a:lnTo>
                  <a:pt x="270559" y="2428220"/>
                </a:lnTo>
                <a:lnTo>
                  <a:pt x="258377" y="2456613"/>
                </a:lnTo>
                <a:lnTo>
                  <a:pt x="261836" y="2445880"/>
                </a:lnTo>
                <a:close/>
                <a:moveTo>
                  <a:pt x="136656" y="2372306"/>
                </a:moveTo>
                <a:lnTo>
                  <a:pt x="128059" y="2400752"/>
                </a:lnTo>
                <a:lnTo>
                  <a:pt x="125673" y="2409139"/>
                </a:lnTo>
                <a:lnTo>
                  <a:pt x="128123" y="2399853"/>
                </a:lnTo>
                <a:close/>
                <a:moveTo>
                  <a:pt x="1158082" y="2351084"/>
                </a:moveTo>
                <a:cubicBezTo>
                  <a:pt x="1060054" y="2539541"/>
                  <a:pt x="1026121" y="2603620"/>
                  <a:pt x="931863" y="2761935"/>
                </a:cubicBezTo>
                <a:cubicBezTo>
                  <a:pt x="939404" y="2765704"/>
                  <a:pt x="943174" y="2773241"/>
                  <a:pt x="935634" y="2788316"/>
                </a:cubicBezTo>
                <a:cubicBezTo>
                  <a:pt x="1082676" y="2890092"/>
                  <a:pt x="1086446" y="2893862"/>
                  <a:pt x="1225948" y="3025764"/>
                </a:cubicBezTo>
                <a:cubicBezTo>
                  <a:pt x="1229718" y="3021995"/>
                  <a:pt x="1229718" y="3021995"/>
                  <a:pt x="1229718" y="3021995"/>
                </a:cubicBezTo>
                <a:cubicBezTo>
                  <a:pt x="1233488" y="3018227"/>
                  <a:pt x="1233488" y="3018227"/>
                  <a:pt x="1233488" y="3018227"/>
                </a:cubicBezTo>
                <a:cubicBezTo>
                  <a:pt x="1225948" y="2833553"/>
                  <a:pt x="1210866" y="2648852"/>
                  <a:pt x="1188244" y="2471697"/>
                </a:cubicBezTo>
                <a:cubicBezTo>
                  <a:pt x="1180704" y="2430239"/>
                  <a:pt x="1176934" y="2388776"/>
                  <a:pt x="1169393" y="2351084"/>
                </a:cubicBezTo>
                <a:cubicBezTo>
                  <a:pt x="1165623" y="2351084"/>
                  <a:pt x="1165623" y="2351084"/>
                  <a:pt x="1165623" y="2351084"/>
                </a:cubicBezTo>
                <a:cubicBezTo>
                  <a:pt x="1161852" y="2351084"/>
                  <a:pt x="1161852" y="2351084"/>
                  <a:pt x="1161852" y="2351084"/>
                </a:cubicBezTo>
                <a:cubicBezTo>
                  <a:pt x="1158082" y="2351084"/>
                  <a:pt x="1158082" y="2351084"/>
                  <a:pt x="1158082" y="2351084"/>
                </a:cubicBezTo>
                <a:close/>
                <a:moveTo>
                  <a:pt x="542847" y="2351084"/>
                </a:moveTo>
                <a:cubicBezTo>
                  <a:pt x="539063" y="2354848"/>
                  <a:pt x="539063" y="2354848"/>
                  <a:pt x="539063" y="2354848"/>
                </a:cubicBezTo>
                <a:cubicBezTo>
                  <a:pt x="539063" y="2358612"/>
                  <a:pt x="539063" y="2358612"/>
                  <a:pt x="539063" y="2358612"/>
                </a:cubicBezTo>
                <a:cubicBezTo>
                  <a:pt x="535280" y="2358612"/>
                  <a:pt x="535280" y="2358612"/>
                  <a:pt x="535280" y="2358612"/>
                </a:cubicBezTo>
                <a:cubicBezTo>
                  <a:pt x="474743" y="2531784"/>
                  <a:pt x="455825" y="2584491"/>
                  <a:pt x="395288" y="2738846"/>
                </a:cubicBezTo>
                <a:cubicBezTo>
                  <a:pt x="402855" y="2735082"/>
                  <a:pt x="402855" y="2735082"/>
                  <a:pt x="402855" y="2735082"/>
                </a:cubicBezTo>
                <a:cubicBezTo>
                  <a:pt x="402855" y="2735082"/>
                  <a:pt x="402855" y="2738846"/>
                  <a:pt x="399072" y="2746379"/>
                </a:cubicBezTo>
                <a:lnTo>
                  <a:pt x="421939" y="2734196"/>
                </a:lnTo>
                <a:lnTo>
                  <a:pt x="409630" y="2742479"/>
                </a:lnTo>
                <a:cubicBezTo>
                  <a:pt x="403923" y="2747455"/>
                  <a:pt x="399505" y="2752766"/>
                  <a:pt x="396677" y="2758430"/>
                </a:cubicBezTo>
                <a:cubicBezTo>
                  <a:pt x="392906" y="2765987"/>
                  <a:pt x="389136" y="2769765"/>
                  <a:pt x="389136" y="2773543"/>
                </a:cubicBezTo>
                <a:cubicBezTo>
                  <a:pt x="328811" y="2924653"/>
                  <a:pt x="313730" y="2962419"/>
                  <a:pt x="257175" y="3087069"/>
                </a:cubicBezTo>
                <a:cubicBezTo>
                  <a:pt x="260946" y="3087069"/>
                  <a:pt x="260946" y="3087069"/>
                  <a:pt x="260946" y="3087069"/>
                </a:cubicBezTo>
                <a:cubicBezTo>
                  <a:pt x="260946" y="3087069"/>
                  <a:pt x="260946" y="3090847"/>
                  <a:pt x="260946" y="3090847"/>
                </a:cubicBezTo>
                <a:cubicBezTo>
                  <a:pt x="276027" y="3079512"/>
                  <a:pt x="294878" y="3060626"/>
                  <a:pt x="317500" y="3053069"/>
                </a:cubicBezTo>
                <a:cubicBezTo>
                  <a:pt x="336352" y="3041740"/>
                  <a:pt x="362744" y="3034188"/>
                  <a:pt x="381596" y="3030410"/>
                </a:cubicBezTo>
                <a:cubicBezTo>
                  <a:pt x="396677" y="3022854"/>
                  <a:pt x="415528" y="3026632"/>
                  <a:pt x="430610" y="3026632"/>
                </a:cubicBezTo>
                <a:cubicBezTo>
                  <a:pt x="434380" y="3022854"/>
                  <a:pt x="438150" y="3019076"/>
                  <a:pt x="441921" y="3015298"/>
                </a:cubicBezTo>
                <a:cubicBezTo>
                  <a:pt x="524867" y="2875537"/>
                  <a:pt x="536178" y="2860429"/>
                  <a:pt x="619125" y="2697983"/>
                </a:cubicBezTo>
                <a:cubicBezTo>
                  <a:pt x="615355" y="2697983"/>
                  <a:pt x="615355" y="2697983"/>
                  <a:pt x="615355" y="2697983"/>
                </a:cubicBezTo>
                <a:cubicBezTo>
                  <a:pt x="615355" y="2694204"/>
                  <a:pt x="615355" y="2694204"/>
                  <a:pt x="615355" y="2694204"/>
                </a:cubicBezTo>
                <a:cubicBezTo>
                  <a:pt x="615355" y="2690430"/>
                  <a:pt x="615355" y="2690430"/>
                  <a:pt x="615355" y="2686648"/>
                </a:cubicBezTo>
                <a:cubicBezTo>
                  <a:pt x="615355" y="2682873"/>
                  <a:pt x="615355" y="2682873"/>
                  <a:pt x="615355" y="2682873"/>
                </a:cubicBezTo>
                <a:cubicBezTo>
                  <a:pt x="579537" y="2686648"/>
                  <a:pt x="530523" y="2694204"/>
                  <a:pt x="487636" y="2706484"/>
                </a:cubicBezTo>
                <a:lnTo>
                  <a:pt x="438728" y="2725320"/>
                </a:lnTo>
                <a:lnTo>
                  <a:pt x="462624" y="2712963"/>
                </a:lnTo>
                <a:cubicBezTo>
                  <a:pt x="513524" y="2687548"/>
                  <a:pt x="536226" y="2683314"/>
                  <a:pt x="618518" y="2674841"/>
                </a:cubicBezTo>
                <a:cubicBezTo>
                  <a:pt x="618518" y="2671079"/>
                  <a:pt x="618518" y="2671079"/>
                  <a:pt x="618518" y="2671079"/>
                </a:cubicBezTo>
                <a:cubicBezTo>
                  <a:pt x="622301" y="2671079"/>
                  <a:pt x="622301" y="2671079"/>
                  <a:pt x="622301" y="2667314"/>
                </a:cubicBezTo>
                <a:cubicBezTo>
                  <a:pt x="603383" y="2543079"/>
                  <a:pt x="573115" y="2437671"/>
                  <a:pt x="542847" y="2351084"/>
                </a:cubicBezTo>
                <a:close/>
                <a:moveTo>
                  <a:pt x="6144231" y="2347910"/>
                </a:moveTo>
                <a:cubicBezTo>
                  <a:pt x="6144231" y="2351680"/>
                  <a:pt x="6144231" y="2351680"/>
                  <a:pt x="6144231" y="2351680"/>
                </a:cubicBezTo>
                <a:cubicBezTo>
                  <a:pt x="6140450" y="2351680"/>
                  <a:pt x="6140450" y="2351680"/>
                  <a:pt x="6140450" y="2351680"/>
                </a:cubicBezTo>
                <a:cubicBezTo>
                  <a:pt x="6174480" y="2623143"/>
                  <a:pt x="6193386" y="2905927"/>
                  <a:pt x="6197167" y="3188682"/>
                </a:cubicBezTo>
                <a:cubicBezTo>
                  <a:pt x="6200948" y="3188682"/>
                  <a:pt x="6200948" y="3188682"/>
                  <a:pt x="6200948" y="3188682"/>
                </a:cubicBezTo>
                <a:cubicBezTo>
                  <a:pt x="6200948" y="3192450"/>
                  <a:pt x="6200948" y="3192450"/>
                  <a:pt x="6200948" y="3192450"/>
                </a:cubicBezTo>
                <a:cubicBezTo>
                  <a:pt x="6204729" y="3192450"/>
                  <a:pt x="6204729" y="3192450"/>
                  <a:pt x="6204729" y="3192450"/>
                </a:cubicBezTo>
                <a:cubicBezTo>
                  <a:pt x="6284134" y="3011477"/>
                  <a:pt x="6284134" y="3011477"/>
                  <a:pt x="6348413" y="2868221"/>
                </a:cubicBezTo>
                <a:cubicBezTo>
                  <a:pt x="6348413" y="2864448"/>
                  <a:pt x="6348413" y="2864448"/>
                  <a:pt x="6348413" y="2864448"/>
                </a:cubicBezTo>
                <a:cubicBezTo>
                  <a:pt x="6340851" y="2845600"/>
                  <a:pt x="6344632" y="2834290"/>
                  <a:pt x="6344632" y="2830520"/>
                </a:cubicBezTo>
                <a:cubicBezTo>
                  <a:pt x="6269009" y="2634454"/>
                  <a:pt x="6246322" y="2577899"/>
                  <a:pt x="6144231" y="2347910"/>
                </a:cubicBezTo>
                <a:close/>
                <a:moveTo>
                  <a:pt x="6128800" y="2339974"/>
                </a:moveTo>
                <a:cubicBezTo>
                  <a:pt x="6072296" y="2453135"/>
                  <a:pt x="6072296" y="2453135"/>
                  <a:pt x="5970588" y="2660601"/>
                </a:cubicBezTo>
                <a:cubicBezTo>
                  <a:pt x="5974355" y="2679459"/>
                  <a:pt x="5978122" y="2694547"/>
                  <a:pt x="5974355" y="2709637"/>
                </a:cubicBezTo>
                <a:cubicBezTo>
                  <a:pt x="6079830" y="2939736"/>
                  <a:pt x="6094897" y="2969909"/>
                  <a:pt x="6189071" y="3192450"/>
                </a:cubicBezTo>
                <a:cubicBezTo>
                  <a:pt x="6189071" y="3188682"/>
                  <a:pt x="6189071" y="3188682"/>
                  <a:pt x="6189071" y="3188682"/>
                </a:cubicBezTo>
                <a:cubicBezTo>
                  <a:pt x="6192838" y="3188682"/>
                  <a:pt x="6192838" y="3188682"/>
                  <a:pt x="6192838" y="3188682"/>
                </a:cubicBezTo>
                <a:cubicBezTo>
                  <a:pt x="6189071" y="2905795"/>
                  <a:pt x="6170236" y="2619106"/>
                  <a:pt x="6136334" y="2347518"/>
                </a:cubicBezTo>
                <a:cubicBezTo>
                  <a:pt x="6132567" y="2343744"/>
                  <a:pt x="6132567" y="2343744"/>
                  <a:pt x="6132567" y="2343744"/>
                </a:cubicBezTo>
                <a:cubicBezTo>
                  <a:pt x="6128800" y="2339974"/>
                  <a:pt x="6128800" y="2339974"/>
                  <a:pt x="6128800" y="2339974"/>
                </a:cubicBezTo>
                <a:close/>
                <a:moveTo>
                  <a:pt x="166925" y="2309406"/>
                </a:moveTo>
                <a:lnTo>
                  <a:pt x="168738" y="2309406"/>
                </a:lnTo>
                <a:lnTo>
                  <a:pt x="151054" y="2368754"/>
                </a:lnTo>
                <a:lnTo>
                  <a:pt x="137114" y="2417372"/>
                </a:lnTo>
                <a:lnTo>
                  <a:pt x="140717" y="2403211"/>
                </a:lnTo>
                <a:lnTo>
                  <a:pt x="164198" y="2316409"/>
                </a:lnTo>
                <a:close/>
                <a:moveTo>
                  <a:pt x="169148" y="2308030"/>
                </a:moveTo>
                <a:lnTo>
                  <a:pt x="168989" y="2309406"/>
                </a:lnTo>
                <a:lnTo>
                  <a:pt x="168738" y="2309406"/>
                </a:lnTo>
                <a:close/>
                <a:moveTo>
                  <a:pt x="173921" y="2289601"/>
                </a:moveTo>
                <a:lnTo>
                  <a:pt x="173921" y="2291477"/>
                </a:lnTo>
                <a:lnTo>
                  <a:pt x="172867" y="2291477"/>
                </a:lnTo>
                <a:lnTo>
                  <a:pt x="172867" y="2290656"/>
                </a:lnTo>
                <a:close/>
                <a:moveTo>
                  <a:pt x="162409" y="2289083"/>
                </a:moveTo>
                <a:lnTo>
                  <a:pt x="159918" y="2297067"/>
                </a:lnTo>
                <a:cubicBezTo>
                  <a:pt x="155679" y="2310762"/>
                  <a:pt x="151027" y="2325855"/>
                  <a:pt x="145787" y="2342827"/>
                </a:cubicBezTo>
                <a:lnTo>
                  <a:pt x="136656" y="2372306"/>
                </a:lnTo>
                <a:lnTo>
                  <a:pt x="143645" y="2349176"/>
                </a:lnTo>
                <a:cubicBezTo>
                  <a:pt x="149199" y="2331042"/>
                  <a:pt x="155051" y="2312201"/>
                  <a:pt x="161022" y="2293361"/>
                </a:cubicBezTo>
                <a:close/>
                <a:moveTo>
                  <a:pt x="181555" y="2266272"/>
                </a:moveTo>
                <a:lnTo>
                  <a:pt x="181555" y="2267926"/>
                </a:lnTo>
                <a:lnTo>
                  <a:pt x="180978" y="2267926"/>
                </a:lnTo>
                <a:close/>
                <a:moveTo>
                  <a:pt x="841177" y="2252656"/>
                </a:moveTo>
                <a:cubicBezTo>
                  <a:pt x="837407" y="2256425"/>
                  <a:pt x="833636" y="2263966"/>
                  <a:pt x="826096" y="2267736"/>
                </a:cubicBezTo>
                <a:cubicBezTo>
                  <a:pt x="743149" y="2452484"/>
                  <a:pt x="720527" y="2501497"/>
                  <a:pt x="641350" y="2659851"/>
                </a:cubicBezTo>
                <a:cubicBezTo>
                  <a:pt x="645121" y="2663624"/>
                  <a:pt x="645121" y="2663624"/>
                  <a:pt x="645121" y="2663624"/>
                </a:cubicBezTo>
                <a:cubicBezTo>
                  <a:pt x="645121" y="2667394"/>
                  <a:pt x="648891" y="2667394"/>
                  <a:pt x="645121" y="2674935"/>
                </a:cubicBezTo>
                <a:cubicBezTo>
                  <a:pt x="645121" y="2678704"/>
                  <a:pt x="645121" y="2678704"/>
                  <a:pt x="645121" y="2678704"/>
                </a:cubicBezTo>
                <a:cubicBezTo>
                  <a:pt x="777082" y="2697555"/>
                  <a:pt x="777082" y="2697555"/>
                  <a:pt x="909043" y="2765426"/>
                </a:cubicBezTo>
                <a:cubicBezTo>
                  <a:pt x="912813" y="2761657"/>
                  <a:pt x="916583" y="2757888"/>
                  <a:pt x="924124" y="2757888"/>
                </a:cubicBezTo>
                <a:cubicBezTo>
                  <a:pt x="1041004" y="2561823"/>
                  <a:pt x="1044774" y="2554282"/>
                  <a:pt x="1154113" y="2346916"/>
                </a:cubicBezTo>
                <a:cubicBezTo>
                  <a:pt x="1150343" y="2346916"/>
                  <a:pt x="1150343" y="2346916"/>
                  <a:pt x="1150343" y="2346916"/>
                </a:cubicBezTo>
                <a:cubicBezTo>
                  <a:pt x="1150343" y="2343146"/>
                  <a:pt x="1150343" y="2343146"/>
                  <a:pt x="1150343" y="2343146"/>
                </a:cubicBezTo>
                <a:cubicBezTo>
                  <a:pt x="1150343" y="2339374"/>
                  <a:pt x="1150343" y="2339374"/>
                  <a:pt x="1150343" y="2339374"/>
                </a:cubicBezTo>
                <a:cubicBezTo>
                  <a:pt x="1146573" y="2339374"/>
                  <a:pt x="1146573" y="2339374"/>
                  <a:pt x="1146573" y="2339374"/>
                </a:cubicBezTo>
                <a:cubicBezTo>
                  <a:pt x="1146573" y="2331834"/>
                  <a:pt x="1146573" y="2331834"/>
                  <a:pt x="1150343" y="2328063"/>
                </a:cubicBezTo>
                <a:cubicBezTo>
                  <a:pt x="1150343" y="2324293"/>
                  <a:pt x="1150343" y="2324293"/>
                  <a:pt x="1150343" y="2324293"/>
                </a:cubicBezTo>
                <a:cubicBezTo>
                  <a:pt x="984449" y="2263966"/>
                  <a:pt x="976908" y="2260197"/>
                  <a:pt x="841177" y="2252656"/>
                </a:cubicBezTo>
                <a:close/>
                <a:moveTo>
                  <a:pt x="813793" y="2249481"/>
                </a:moveTo>
                <a:cubicBezTo>
                  <a:pt x="670521" y="2268315"/>
                  <a:pt x="662980" y="2272082"/>
                  <a:pt x="549871" y="2336117"/>
                </a:cubicBezTo>
                <a:cubicBezTo>
                  <a:pt x="549871" y="2339883"/>
                  <a:pt x="549871" y="2339883"/>
                  <a:pt x="549871" y="2339883"/>
                </a:cubicBezTo>
                <a:cubicBezTo>
                  <a:pt x="549871" y="2343651"/>
                  <a:pt x="549871" y="2343651"/>
                  <a:pt x="549871" y="2343651"/>
                </a:cubicBezTo>
                <a:cubicBezTo>
                  <a:pt x="546100" y="2343651"/>
                  <a:pt x="546100" y="2343651"/>
                  <a:pt x="546100" y="2343651"/>
                </a:cubicBezTo>
                <a:cubicBezTo>
                  <a:pt x="580033" y="2430284"/>
                  <a:pt x="606425" y="2535750"/>
                  <a:pt x="629047" y="2663823"/>
                </a:cubicBezTo>
                <a:cubicBezTo>
                  <a:pt x="629047" y="2663823"/>
                  <a:pt x="632818" y="2660056"/>
                  <a:pt x="632818" y="2660056"/>
                </a:cubicBezTo>
                <a:cubicBezTo>
                  <a:pt x="636588" y="2660056"/>
                  <a:pt x="636588" y="2660056"/>
                  <a:pt x="636588" y="2660056"/>
                </a:cubicBezTo>
                <a:cubicBezTo>
                  <a:pt x="723305" y="2475485"/>
                  <a:pt x="734616" y="2456652"/>
                  <a:pt x="817563" y="2268315"/>
                </a:cubicBezTo>
                <a:cubicBezTo>
                  <a:pt x="813793" y="2268315"/>
                  <a:pt x="806252" y="2264548"/>
                  <a:pt x="813793" y="2249481"/>
                </a:cubicBezTo>
                <a:close/>
                <a:moveTo>
                  <a:pt x="6393401" y="2189221"/>
                </a:moveTo>
                <a:lnTo>
                  <a:pt x="6398477" y="2201738"/>
                </a:lnTo>
                <a:cubicBezTo>
                  <a:pt x="6421792" y="2259970"/>
                  <a:pt x="6436244" y="2299696"/>
                  <a:pt x="6453470" y="2353778"/>
                </a:cubicBezTo>
                <a:lnTo>
                  <a:pt x="6460130" y="2375175"/>
                </a:lnTo>
                <a:lnTo>
                  <a:pt x="6449818" y="2343690"/>
                </a:lnTo>
                <a:cubicBezTo>
                  <a:pt x="6434453" y="2298228"/>
                  <a:pt x="6419617" y="2258529"/>
                  <a:pt x="6400543" y="2208098"/>
                </a:cubicBezTo>
                <a:close/>
                <a:moveTo>
                  <a:pt x="209919" y="2185355"/>
                </a:moveTo>
                <a:lnTo>
                  <a:pt x="203737" y="2202665"/>
                </a:lnTo>
                <a:lnTo>
                  <a:pt x="181555" y="2266272"/>
                </a:lnTo>
                <a:lnTo>
                  <a:pt x="181555" y="2264158"/>
                </a:lnTo>
                <a:cubicBezTo>
                  <a:pt x="190003" y="2240611"/>
                  <a:pt x="197571" y="2219476"/>
                  <a:pt x="204552" y="2200101"/>
                </a:cubicBezTo>
                <a:close/>
                <a:moveTo>
                  <a:pt x="6268152" y="2131918"/>
                </a:moveTo>
                <a:lnTo>
                  <a:pt x="6268450" y="2132215"/>
                </a:lnTo>
                <a:lnTo>
                  <a:pt x="6285606" y="2172983"/>
                </a:lnTo>
                <a:lnTo>
                  <a:pt x="6268066" y="2132310"/>
                </a:lnTo>
                <a:close/>
                <a:moveTo>
                  <a:pt x="5638565" y="2095483"/>
                </a:moveTo>
                <a:cubicBezTo>
                  <a:pt x="5499335" y="2355486"/>
                  <a:pt x="5476757" y="2400705"/>
                  <a:pt x="5416550" y="2513747"/>
                </a:cubicBezTo>
                <a:cubicBezTo>
                  <a:pt x="5420313" y="2517516"/>
                  <a:pt x="5420313" y="2517516"/>
                  <a:pt x="5420313" y="2517516"/>
                </a:cubicBezTo>
                <a:cubicBezTo>
                  <a:pt x="5424076" y="2528820"/>
                  <a:pt x="5427839" y="2543893"/>
                  <a:pt x="5420313" y="2566502"/>
                </a:cubicBezTo>
                <a:cubicBezTo>
                  <a:pt x="5563306" y="2830274"/>
                  <a:pt x="5582120" y="2864188"/>
                  <a:pt x="5713824" y="3124184"/>
                </a:cubicBezTo>
                <a:cubicBezTo>
                  <a:pt x="5713824" y="3120415"/>
                  <a:pt x="5713824" y="3120415"/>
                  <a:pt x="5713824" y="3120415"/>
                </a:cubicBezTo>
                <a:cubicBezTo>
                  <a:pt x="5717587" y="3120415"/>
                  <a:pt x="5717587" y="3120415"/>
                  <a:pt x="5717587" y="3120415"/>
                </a:cubicBezTo>
                <a:cubicBezTo>
                  <a:pt x="5717587" y="3116647"/>
                  <a:pt x="5717587" y="3116647"/>
                  <a:pt x="5717587" y="3116647"/>
                </a:cubicBezTo>
                <a:cubicBezTo>
                  <a:pt x="5721350" y="3116647"/>
                  <a:pt x="5721350" y="3116647"/>
                  <a:pt x="5721350" y="3116647"/>
                </a:cubicBezTo>
                <a:cubicBezTo>
                  <a:pt x="5713824" y="2777520"/>
                  <a:pt x="5691246" y="2430849"/>
                  <a:pt x="5646091" y="2103019"/>
                </a:cubicBezTo>
                <a:cubicBezTo>
                  <a:pt x="5642328" y="2103019"/>
                  <a:pt x="5642328" y="2103019"/>
                  <a:pt x="5642328" y="2103019"/>
                </a:cubicBezTo>
                <a:cubicBezTo>
                  <a:pt x="5642328" y="2099251"/>
                  <a:pt x="5642328" y="2099251"/>
                  <a:pt x="5642328" y="2099251"/>
                </a:cubicBezTo>
                <a:cubicBezTo>
                  <a:pt x="5638565" y="2095483"/>
                  <a:pt x="5638565" y="2095483"/>
                  <a:pt x="5638565" y="2095483"/>
                </a:cubicBezTo>
                <a:close/>
                <a:moveTo>
                  <a:pt x="6351816" y="2080508"/>
                </a:moveTo>
                <a:lnTo>
                  <a:pt x="6355330" y="2080508"/>
                </a:lnTo>
                <a:cubicBezTo>
                  <a:pt x="6355330" y="2084275"/>
                  <a:pt x="6355330" y="2084275"/>
                  <a:pt x="6355330" y="2084275"/>
                </a:cubicBezTo>
                <a:cubicBezTo>
                  <a:pt x="6355330" y="2088044"/>
                  <a:pt x="6355330" y="2088044"/>
                  <a:pt x="6355330" y="2088044"/>
                </a:cubicBezTo>
                <a:cubicBezTo>
                  <a:pt x="6364278" y="2112066"/>
                  <a:pt x="6372403" y="2133677"/>
                  <a:pt x="6379879" y="2153481"/>
                </a:cubicBezTo>
                <a:lnTo>
                  <a:pt x="6393401" y="2189221"/>
                </a:lnTo>
                <a:lnTo>
                  <a:pt x="6379148" y="2154078"/>
                </a:lnTo>
                <a:lnTo>
                  <a:pt x="6356647" y="2099446"/>
                </a:lnTo>
                <a:close/>
                <a:moveTo>
                  <a:pt x="6351588" y="2079618"/>
                </a:moveTo>
                <a:lnTo>
                  <a:pt x="6351816" y="2080508"/>
                </a:lnTo>
                <a:lnTo>
                  <a:pt x="6351588" y="2080508"/>
                </a:lnTo>
                <a:close/>
                <a:moveTo>
                  <a:pt x="1846857" y="2071674"/>
                </a:moveTo>
                <a:cubicBezTo>
                  <a:pt x="1846857" y="2075448"/>
                  <a:pt x="1843088" y="2075448"/>
                  <a:pt x="1843088" y="2079225"/>
                </a:cubicBezTo>
                <a:cubicBezTo>
                  <a:pt x="1846857" y="2120754"/>
                  <a:pt x="1854394" y="2162284"/>
                  <a:pt x="1861931" y="2207587"/>
                </a:cubicBezTo>
                <a:cubicBezTo>
                  <a:pt x="1892078" y="2452987"/>
                  <a:pt x="1914689" y="2705934"/>
                  <a:pt x="1922226" y="2962655"/>
                </a:cubicBezTo>
                <a:cubicBezTo>
                  <a:pt x="1925994" y="2962655"/>
                  <a:pt x="1925994" y="2962655"/>
                  <a:pt x="1925994" y="2962655"/>
                </a:cubicBezTo>
                <a:cubicBezTo>
                  <a:pt x="1929763" y="2966433"/>
                  <a:pt x="1929763" y="2966433"/>
                  <a:pt x="1929763" y="2966433"/>
                </a:cubicBezTo>
                <a:cubicBezTo>
                  <a:pt x="1933531" y="2966433"/>
                  <a:pt x="1933531" y="2966433"/>
                  <a:pt x="1933531" y="2966433"/>
                </a:cubicBezTo>
                <a:cubicBezTo>
                  <a:pt x="1933531" y="2970206"/>
                  <a:pt x="1933531" y="2970206"/>
                  <a:pt x="1933531" y="2970206"/>
                </a:cubicBezTo>
                <a:cubicBezTo>
                  <a:pt x="2084270" y="2743692"/>
                  <a:pt x="2106880" y="2709711"/>
                  <a:pt x="2246313" y="2483187"/>
                </a:cubicBezTo>
                <a:cubicBezTo>
                  <a:pt x="2246313" y="2479412"/>
                  <a:pt x="2246313" y="2479412"/>
                  <a:pt x="2246313" y="2479412"/>
                </a:cubicBezTo>
                <a:cubicBezTo>
                  <a:pt x="2242545" y="2479412"/>
                  <a:pt x="2242545" y="2479412"/>
                  <a:pt x="2242545" y="2479412"/>
                </a:cubicBezTo>
                <a:cubicBezTo>
                  <a:pt x="2235008" y="2464316"/>
                  <a:pt x="2235008" y="2449211"/>
                  <a:pt x="2242545" y="2434111"/>
                </a:cubicBezTo>
                <a:cubicBezTo>
                  <a:pt x="2042817" y="2230240"/>
                  <a:pt x="2023974" y="2211364"/>
                  <a:pt x="1850625" y="2071674"/>
                </a:cubicBezTo>
                <a:cubicBezTo>
                  <a:pt x="1846857" y="2071674"/>
                  <a:pt x="1846857" y="2071674"/>
                  <a:pt x="1846857" y="2071674"/>
                </a:cubicBezTo>
                <a:close/>
                <a:moveTo>
                  <a:pt x="256020" y="2064370"/>
                </a:moveTo>
                <a:lnTo>
                  <a:pt x="224029" y="2146596"/>
                </a:lnTo>
                <a:lnTo>
                  <a:pt x="209919" y="2185355"/>
                </a:lnTo>
                <a:lnTo>
                  <a:pt x="222390" y="2150438"/>
                </a:lnTo>
                <a:cubicBezTo>
                  <a:pt x="233877" y="2118949"/>
                  <a:pt x="243892" y="2093100"/>
                  <a:pt x="254968" y="2066781"/>
                </a:cubicBezTo>
                <a:close/>
                <a:moveTo>
                  <a:pt x="6322378" y="2062748"/>
                </a:moveTo>
                <a:cubicBezTo>
                  <a:pt x="6304076" y="2062926"/>
                  <a:pt x="6292705" y="2070005"/>
                  <a:pt x="6264275" y="2098325"/>
                </a:cubicBezTo>
                <a:cubicBezTo>
                  <a:pt x="6264275" y="2102100"/>
                  <a:pt x="6264275" y="2102100"/>
                  <a:pt x="6264275" y="2102100"/>
                </a:cubicBezTo>
                <a:cubicBezTo>
                  <a:pt x="6268066" y="2111542"/>
                  <a:pt x="6269961" y="2117204"/>
                  <a:pt x="6270435" y="2121454"/>
                </a:cubicBezTo>
                <a:lnTo>
                  <a:pt x="6268152" y="2131918"/>
                </a:lnTo>
                <a:lnTo>
                  <a:pt x="6257102" y="2120892"/>
                </a:lnTo>
                <a:cubicBezTo>
                  <a:pt x="6207929" y="2188834"/>
                  <a:pt x="6200364" y="2200159"/>
                  <a:pt x="6143625" y="2309623"/>
                </a:cubicBezTo>
                <a:cubicBezTo>
                  <a:pt x="6143625" y="2313397"/>
                  <a:pt x="6143625" y="2313397"/>
                  <a:pt x="6143625" y="2313397"/>
                </a:cubicBezTo>
                <a:cubicBezTo>
                  <a:pt x="6147408" y="2313397"/>
                  <a:pt x="6147408" y="2313397"/>
                  <a:pt x="6147408" y="2313397"/>
                </a:cubicBezTo>
                <a:cubicBezTo>
                  <a:pt x="6147408" y="2317172"/>
                  <a:pt x="6147408" y="2317172"/>
                  <a:pt x="6147408" y="2317172"/>
                </a:cubicBezTo>
                <a:cubicBezTo>
                  <a:pt x="6147408" y="2320946"/>
                  <a:pt x="6147408" y="2320946"/>
                  <a:pt x="6147408" y="2320946"/>
                </a:cubicBezTo>
                <a:cubicBezTo>
                  <a:pt x="6147408" y="2324723"/>
                  <a:pt x="6147408" y="2324723"/>
                  <a:pt x="6147408" y="2324723"/>
                </a:cubicBezTo>
                <a:cubicBezTo>
                  <a:pt x="6147408" y="2332274"/>
                  <a:pt x="6147408" y="2332274"/>
                  <a:pt x="6147408" y="2339822"/>
                </a:cubicBezTo>
                <a:cubicBezTo>
                  <a:pt x="6147408" y="2343596"/>
                  <a:pt x="6147408" y="2343596"/>
                  <a:pt x="6147408" y="2343596"/>
                </a:cubicBezTo>
                <a:cubicBezTo>
                  <a:pt x="6249537" y="2570066"/>
                  <a:pt x="6264667" y="2607814"/>
                  <a:pt x="6347884" y="2822963"/>
                </a:cubicBezTo>
                <a:cubicBezTo>
                  <a:pt x="6347884" y="2822963"/>
                  <a:pt x="6351666" y="2822963"/>
                  <a:pt x="6351666" y="2822963"/>
                </a:cubicBezTo>
                <a:cubicBezTo>
                  <a:pt x="6351666" y="2822963"/>
                  <a:pt x="6355449" y="2826742"/>
                  <a:pt x="6355449" y="2830520"/>
                </a:cubicBezTo>
                <a:cubicBezTo>
                  <a:pt x="6400840" y="2724824"/>
                  <a:pt x="6419752" y="2679529"/>
                  <a:pt x="6450013" y="2619138"/>
                </a:cubicBezTo>
                <a:cubicBezTo>
                  <a:pt x="6450013" y="2615364"/>
                  <a:pt x="6450013" y="2615364"/>
                  <a:pt x="6450013" y="2615364"/>
                </a:cubicBezTo>
                <a:cubicBezTo>
                  <a:pt x="6446230" y="2611591"/>
                  <a:pt x="6446230" y="2611591"/>
                  <a:pt x="6446230" y="2611591"/>
                </a:cubicBezTo>
                <a:cubicBezTo>
                  <a:pt x="6446230" y="2607814"/>
                  <a:pt x="6446230" y="2607814"/>
                  <a:pt x="6446230" y="2607814"/>
                </a:cubicBezTo>
                <a:cubicBezTo>
                  <a:pt x="6446230" y="2604039"/>
                  <a:pt x="6446230" y="2604039"/>
                  <a:pt x="6446230" y="2604039"/>
                </a:cubicBezTo>
                <a:cubicBezTo>
                  <a:pt x="6446230" y="2600262"/>
                  <a:pt x="6446230" y="2600262"/>
                  <a:pt x="6446230" y="2596489"/>
                </a:cubicBezTo>
                <a:cubicBezTo>
                  <a:pt x="6446230" y="2592715"/>
                  <a:pt x="6446230" y="2592715"/>
                  <a:pt x="6446230" y="2592715"/>
                </a:cubicBezTo>
                <a:cubicBezTo>
                  <a:pt x="6389965" y="2427580"/>
                  <a:pt x="6365555" y="2363589"/>
                  <a:pt x="6299516" y="2206036"/>
                </a:cubicBezTo>
                <a:lnTo>
                  <a:pt x="6285606" y="2172983"/>
                </a:lnTo>
                <a:lnTo>
                  <a:pt x="6299042" y="2204138"/>
                </a:lnTo>
                <a:cubicBezTo>
                  <a:pt x="6364547" y="2355867"/>
                  <a:pt x="6386521" y="2407491"/>
                  <a:pt x="6446222" y="2589210"/>
                </a:cubicBezTo>
                <a:cubicBezTo>
                  <a:pt x="6450013" y="2589210"/>
                  <a:pt x="6450013" y="2589210"/>
                  <a:pt x="6450013" y="2589210"/>
                </a:cubicBezTo>
                <a:cubicBezTo>
                  <a:pt x="6450013" y="2581658"/>
                  <a:pt x="6450013" y="2574104"/>
                  <a:pt x="6446222" y="2566552"/>
                </a:cubicBezTo>
                <a:cubicBezTo>
                  <a:pt x="6419688" y="2377756"/>
                  <a:pt x="6389364" y="2211607"/>
                  <a:pt x="6347668" y="2075670"/>
                </a:cubicBezTo>
                <a:cubicBezTo>
                  <a:pt x="6347668" y="2071893"/>
                  <a:pt x="6347668" y="2071893"/>
                  <a:pt x="6347668" y="2071893"/>
                </a:cubicBezTo>
                <a:cubicBezTo>
                  <a:pt x="6343877" y="2068118"/>
                  <a:pt x="6343877" y="2068118"/>
                  <a:pt x="6343877" y="2068118"/>
                </a:cubicBezTo>
                <a:cubicBezTo>
                  <a:pt x="6343877" y="2064343"/>
                  <a:pt x="6343877" y="2064343"/>
                  <a:pt x="6343877" y="2064343"/>
                </a:cubicBezTo>
                <a:cubicBezTo>
                  <a:pt x="6335348" y="2063399"/>
                  <a:pt x="6328478" y="2062689"/>
                  <a:pt x="6322378" y="2062748"/>
                </a:cubicBezTo>
                <a:close/>
                <a:moveTo>
                  <a:pt x="5024069" y="1917683"/>
                </a:moveTo>
                <a:cubicBezTo>
                  <a:pt x="5016500" y="1921453"/>
                  <a:pt x="5016500" y="1921453"/>
                  <a:pt x="5016500" y="1921453"/>
                </a:cubicBezTo>
                <a:cubicBezTo>
                  <a:pt x="5065696" y="2287048"/>
                  <a:pt x="5095971" y="2667718"/>
                  <a:pt x="5103540" y="3048381"/>
                </a:cubicBezTo>
                <a:cubicBezTo>
                  <a:pt x="5107324" y="3052150"/>
                  <a:pt x="5107324" y="3052150"/>
                  <a:pt x="5107324" y="3052150"/>
                </a:cubicBezTo>
                <a:cubicBezTo>
                  <a:pt x="5111109" y="3052150"/>
                  <a:pt x="5111109" y="3052150"/>
                  <a:pt x="5111109" y="3052150"/>
                </a:cubicBezTo>
                <a:cubicBezTo>
                  <a:pt x="5111109" y="3055918"/>
                  <a:pt x="5111109" y="3055918"/>
                  <a:pt x="5111109" y="3055918"/>
                </a:cubicBezTo>
                <a:cubicBezTo>
                  <a:pt x="5114893" y="3055918"/>
                  <a:pt x="5114893" y="3055918"/>
                  <a:pt x="5114893" y="3055918"/>
                </a:cubicBezTo>
                <a:cubicBezTo>
                  <a:pt x="5262482" y="2799633"/>
                  <a:pt x="5270051" y="2784557"/>
                  <a:pt x="5391150" y="2565954"/>
                </a:cubicBezTo>
                <a:cubicBezTo>
                  <a:pt x="5391150" y="2558415"/>
                  <a:pt x="5391150" y="2558415"/>
                  <a:pt x="5391150" y="2558415"/>
                </a:cubicBezTo>
                <a:cubicBezTo>
                  <a:pt x="5387366" y="2558415"/>
                  <a:pt x="5387366" y="2558415"/>
                  <a:pt x="5387366" y="2558415"/>
                </a:cubicBezTo>
                <a:cubicBezTo>
                  <a:pt x="5383581" y="2539571"/>
                  <a:pt x="5379797" y="2528264"/>
                  <a:pt x="5387366" y="2509418"/>
                </a:cubicBezTo>
                <a:cubicBezTo>
                  <a:pt x="5243561" y="2260664"/>
                  <a:pt x="5198148" y="2185284"/>
                  <a:pt x="5024069" y="1917683"/>
                </a:cubicBezTo>
                <a:close/>
                <a:moveTo>
                  <a:pt x="4997900" y="1914510"/>
                </a:moveTo>
                <a:cubicBezTo>
                  <a:pt x="4884850" y="2114163"/>
                  <a:pt x="4843399" y="2193271"/>
                  <a:pt x="4722813" y="2400460"/>
                </a:cubicBezTo>
                <a:cubicBezTo>
                  <a:pt x="4730350" y="2415529"/>
                  <a:pt x="4737886" y="2434363"/>
                  <a:pt x="4726581" y="2460733"/>
                </a:cubicBezTo>
                <a:cubicBezTo>
                  <a:pt x="4896155" y="2731962"/>
                  <a:pt x="4926302" y="2773397"/>
                  <a:pt x="5084571" y="3055918"/>
                </a:cubicBezTo>
                <a:cubicBezTo>
                  <a:pt x="5088339" y="3052154"/>
                  <a:pt x="5088339" y="3052154"/>
                  <a:pt x="5088339" y="3052154"/>
                </a:cubicBezTo>
                <a:cubicBezTo>
                  <a:pt x="5092108" y="3048386"/>
                  <a:pt x="5092108" y="3048386"/>
                  <a:pt x="5092108" y="3048386"/>
                </a:cubicBezTo>
                <a:cubicBezTo>
                  <a:pt x="5095876" y="3048386"/>
                  <a:pt x="5095876" y="3048386"/>
                  <a:pt x="5095876" y="3048386"/>
                </a:cubicBezTo>
                <a:cubicBezTo>
                  <a:pt x="5084571" y="2667921"/>
                  <a:pt x="5058193" y="2287448"/>
                  <a:pt x="5009205" y="1922042"/>
                </a:cubicBezTo>
                <a:cubicBezTo>
                  <a:pt x="5005436" y="1918276"/>
                  <a:pt x="5005436" y="1918276"/>
                  <a:pt x="5005436" y="1918276"/>
                </a:cubicBezTo>
                <a:cubicBezTo>
                  <a:pt x="5001668" y="1918276"/>
                  <a:pt x="5001668" y="1918276"/>
                  <a:pt x="5001668" y="1918276"/>
                </a:cubicBezTo>
                <a:cubicBezTo>
                  <a:pt x="4997900" y="1914510"/>
                  <a:pt x="4997900" y="1914510"/>
                  <a:pt x="4997900" y="1914510"/>
                </a:cubicBezTo>
                <a:close/>
                <a:moveTo>
                  <a:pt x="2578206" y="1895461"/>
                </a:moveTo>
                <a:cubicBezTo>
                  <a:pt x="2450397" y="2132993"/>
                  <a:pt x="2405288" y="2212171"/>
                  <a:pt x="2281238" y="2427081"/>
                </a:cubicBezTo>
                <a:cubicBezTo>
                  <a:pt x="2284997" y="2430852"/>
                  <a:pt x="2284997" y="2430852"/>
                  <a:pt x="2284997" y="2430852"/>
                </a:cubicBezTo>
                <a:cubicBezTo>
                  <a:pt x="2288756" y="2442162"/>
                  <a:pt x="2296275" y="2457243"/>
                  <a:pt x="2284997" y="2476093"/>
                </a:cubicBezTo>
                <a:cubicBezTo>
                  <a:pt x="2461674" y="2675920"/>
                  <a:pt x="2491747" y="2713628"/>
                  <a:pt x="2672183" y="2951160"/>
                </a:cubicBezTo>
                <a:cubicBezTo>
                  <a:pt x="2672183" y="2947387"/>
                  <a:pt x="2672183" y="2947387"/>
                  <a:pt x="2672183" y="2947387"/>
                </a:cubicBezTo>
                <a:cubicBezTo>
                  <a:pt x="2675942" y="2947387"/>
                  <a:pt x="2675942" y="2947387"/>
                  <a:pt x="2675942" y="2947387"/>
                </a:cubicBezTo>
                <a:cubicBezTo>
                  <a:pt x="2675942" y="2943618"/>
                  <a:pt x="2675942" y="2943618"/>
                  <a:pt x="2675942" y="2943618"/>
                </a:cubicBezTo>
                <a:cubicBezTo>
                  <a:pt x="2679701" y="2943618"/>
                  <a:pt x="2679701" y="2943618"/>
                  <a:pt x="2679701" y="2943618"/>
                </a:cubicBezTo>
                <a:cubicBezTo>
                  <a:pt x="2679701" y="2939850"/>
                  <a:pt x="2679701" y="2939850"/>
                  <a:pt x="2679701" y="2939850"/>
                </a:cubicBezTo>
                <a:cubicBezTo>
                  <a:pt x="2668424" y="2626907"/>
                  <a:pt x="2645869" y="2313970"/>
                  <a:pt x="2604520" y="2012341"/>
                </a:cubicBezTo>
                <a:cubicBezTo>
                  <a:pt x="2600760" y="1974637"/>
                  <a:pt x="2593242" y="1936936"/>
                  <a:pt x="2589483" y="1899232"/>
                </a:cubicBezTo>
                <a:cubicBezTo>
                  <a:pt x="2581965" y="1899232"/>
                  <a:pt x="2581965" y="1899232"/>
                  <a:pt x="2581965" y="1899232"/>
                </a:cubicBezTo>
                <a:cubicBezTo>
                  <a:pt x="2578206" y="1895461"/>
                  <a:pt x="2578206" y="1895461"/>
                  <a:pt x="2578206" y="1895461"/>
                </a:cubicBezTo>
                <a:close/>
                <a:moveTo>
                  <a:pt x="2607869" y="1887523"/>
                </a:moveTo>
                <a:cubicBezTo>
                  <a:pt x="2607869" y="1891290"/>
                  <a:pt x="2607869" y="1891290"/>
                  <a:pt x="2607869" y="1891290"/>
                </a:cubicBezTo>
                <a:cubicBezTo>
                  <a:pt x="2604097" y="1891290"/>
                  <a:pt x="2604097" y="1891290"/>
                  <a:pt x="2604097" y="1891290"/>
                </a:cubicBezTo>
                <a:cubicBezTo>
                  <a:pt x="2604097" y="1895059"/>
                  <a:pt x="2600325" y="1895059"/>
                  <a:pt x="2600325" y="1895059"/>
                </a:cubicBezTo>
                <a:cubicBezTo>
                  <a:pt x="2604097" y="1932741"/>
                  <a:pt x="2607869" y="1970423"/>
                  <a:pt x="2615413" y="2011873"/>
                </a:cubicBezTo>
                <a:cubicBezTo>
                  <a:pt x="2656905" y="2313333"/>
                  <a:pt x="2679537" y="2626096"/>
                  <a:pt x="2690853" y="2938859"/>
                </a:cubicBezTo>
                <a:cubicBezTo>
                  <a:pt x="2694625" y="2942628"/>
                  <a:pt x="2694625" y="2942628"/>
                  <a:pt x="2694625" y="2942628"/>
                </a:cubicBezTo>
                <a:cubicBezTo>
                  <a:pt x="2698397" y="2942628"/>
                  <a:pt x="2698397" y="2942628"/>
                  <a:pt x="2698397" y="2942628"/>
                </a:cubicBezTo>
                <a:cubicBezTo>
                  <a:pt x="2702169" y="2946396"/>
                  <a:pt x="2702169" y="2946396"/>
                  <a:pt x="2702169" y="2946396"/>
                </a:cubicBezTo>
                <a:cubicBezTo>
                  <a:pt x="2871910" y="2693921"/>
                  <a:pt x="2890770" y="2660011"/>
                  <a:pt x="3041650" y="2415076"/>
                </a:cubicBezTo>
                <a:cubicBezTo>
                  <a:pt x="3026562" y="2388699"/>
                  <a:pt x="3030334" y="2366090"/>
                  <a:pt x="3037878" y="2358553"/>
                </a:cubicBezTo>
                <a:cubicBezTo>
                  <a:pt x="2856822" y="2143762"/>
                  <a:pt x="2800242" y="2083470"/>
                  <a:pt x="2607869" y="1887523"/>
                </a:cubicBezTo>
                <a:close/>
                <a:moveTo>
                  <a:pt x="325909" y="1879953"/>
                </a:moveTo>
                <a:lnTo>
                  <a:pt x="306507" y="1921741"/>
                </a:lnTo>
                <a:cubicBezTo>
                  <a:pt x="292390" y="1952841"/>
                  <a:pt x="277479" y="1987004"/>
                  <a:pt x="259477" y="2028942"/>
                </a:cubicBezTo>
                <a:lnTo>
                  <a:pt x="240286" y="2073875"/>
                </a:lnTo>
                <a:lnTo>
                  <a:pt x="251821" y="2045383"/>
                </a:lnTo>
                <a:cubicBezTo>
                  <a:pt x="277575" y="1982216"/>
                  <a:pt x="293708" y="1945187"/>
                  <a:pt x="321809" y="1888142"/>
                </a:cubicBezTo>
                <a:close/>
                <a:moveTo>
                  <a:pt x="6253163" y="1824027"/>
                </a:moveTo>
                <a:cubicBezTo>
                  <a:pt x="6260783" y="1835283"/>
                  <a:pt x="6260783" y="1835283"/>
                  <a:pt x="6260783" y="1835283"/>
                </a:cubicBezTo>
                <a:lnTo>
                  <a:pt x="6288883" y="1901008"/>
                </a:lnTo>
                <a:lnTo>
                  <a:pt x="6287976" y="1900100"/>
                </a:lnTo>
                <a:lnTo>
                  <a:pt x="6287453" y="1899070"/>
                </a:lnTo>
                <a:cubicBezTo>
                  <a:pt x="6276023" y="1872802"/>
                  <a:pt x="6264593" y="1850290"/>
                  <a:pt x="6253163" y="1824027"/>
                </a:cubicBezTo>
                <a:close/>
                <a:moveTo>
                  <a:pt x="486100" y="1812466"/>
                </a:moveTo>
                <a:lnTo>
                  <a:pt x="479914" y="1822027"/>
                </a:lnTo>
                <a:cubicBezTo>
                  <a:pt x="431931" y="1896254"/>
                  <a:pt x="403300" y="1940867"/>
                  <a:pt x="382092" y="1975143"/>
                </a:cubicBezTo>
                <a:lnTo>
                  <a:pt x="348987" y="2030680"/>
                </a:lnTo>
                <a:lnTo>
                  <a:pt x="361530" y="2006543"/>
                </a:lnTo>
                <a:cubicBezTo>
                  <a:pt x="397839" y="1938203"/>
                  <a:pt x="421180" y="1903299"/>
                  <a:pt x="480645" y="1820078"/>
                </a:cubicBezTo>
                <a:close/>
                <a:moveTo>
                  <a:pt x="4262656" y="1808147"/>
                </a:moveTo>
                <a:cubicBezTo>
                  <a:pt x="4258879" y="1811919"/>
                  <a:pt x="4258879" y="1811919"/>
                  <a:pt x="4258879" y="1811919"/>
                </a:cubicBezTo>
                <a:cubicBezTo>
                  <a:pt x="4258879" y="1811919"/>
                  <a:pt x="4251325" y="1815691"/>
                  <a:pt x="4251325" y="1815691"/>
                </a:cubicBezTo>
                <a:cubicBezTo>
                  <a:pt x="4251325" y="1830781"/>
                  <a:pt x="4255102" y="1845873"/>
                  <a:pt x="4258879" y="1857193"/>
                </a:cubicBezTo>
                <a:cubicBezTo>
                  <a:pt x="4307982" y="2223159"/>
                  <a:pt x="4334422" y="2607988"/>
                  <a:pt x="4345754" y="2989045"/>
                </a:cubicBezTo>
                <a:cubicBezTo>
                  <a:pt x="4349531" y="2992813"/>
                  <a:pt x="4349531" y="2992813"/>
                  <a:pt x="4349531" y="2992813"/>
                </a:cubicBezTo>
                <a:cubicBezTo>
                  <a:pt x="4353308" y="2996587"/>
                  <a:pt x="4353308" y="2996587"/>
                  <a:pt x="4353308" y="2996587"/>
                </a:cubicBezTo>
                <a:cubicBezTo>
                  <a:pt x="4357085" y="3000360"/>
                  <a:pt x="4357085" y="3000360"/>
                  <a:pt x="4357085" y="3000360"/>
                </a:cubicBezTo>
                <a:cubicBezTo>
                  <a:pt x="4527057" y="2732494"/>
                  <a:pt x="4545943" y="2702310"/>
                  <a:pt x="4689475" y="2460846"/>
                </a:cubicBezTo>
                <a:cubicBezTo>
                  <a:pt x="4681921" y="2445757"/>
                  <a:pt x="4674366" y="2426894"/>
                  <a:pt x="4685698" y="2400484"/>
                </a:cubicBezTo>
                <a:cubicBezTo>
                  <a:pt x="4511949" y="2147701"/>
                  <a:pt x="4462846" y="2072244"/>
                  <a:pt x="4262656" y="1808147"/>
                </a:cubicBezTo>
                <a:close/>
                <a:moveTo>
                  <a:pt x="4229648" y="1808147"/>
                </a:moveTo>
                <a:cubicBezTo>
                  <a:pt x="4089822" y="2045636"/>
                  <a:pt x="4052031" y="2109722"/>
                  <a:pt x="3908425" y="2343446"/>
                </a:cubicBezTo>
                <a:cubicBezTo>
                  <a:pt x="3923541" y="2366064"/>
                  <a:pt x="3919762" y="2384912"/>
                  <a:pt x="3915983" y="2399992"/>
                </a:cubicBezTo>
                <a:cubicBezTo>
                  <a:pt x="3915983" y="2403761"/>
                  <a:pt x="3915983" y="2403761"/>
                  <a:pt x="3915983" y="2403761"/>
                </a:cubicBezTo>
                <a:cubicBezTo>
                  <a:pt x="4097380" y="2660100"/>
                  <a:pt x="4142729" y="2720416"/>
                  <a:pt x="4327905" y="2995601"/>
                </a:cubicBezTo>
                <a:cubicBezTo>
                  <a:pt x="4331684" y="2991832"/>
                  <a:pt x="4331684" y="2991832"/>
                  <a:pt x="4331684" y="2991832"/>
                </a:cubicBezTo>
                <a:cubicBezTo>
                  <a:pt x="4335463" y="2988059"/>
                  <a:pt x="4335463" y="2988059"/>
                  <a:pt x="4335463" y="2988059"/>
                </a:cubicBezTo>
                <a:cubicBezTo>
                  <a:pt x="4327905" y="2607324"/>
                  <a:pt x="4297672" y="2222814"/>
                  <a:pt x="4248544" y="1857152"/>
                </a:cubicBezTo>
                <a:cubicBezTo>
                  <a:pt x="4244765" y="1845842"/>
                  <a:pt x="4244765" y="1830764"/>
                  <a:pt x="4240986" y="1815686"/>
                </a:cubicBezTo>
                <a:cubicBezTo>
                  <a:pt x="4237206" y="1811917"/>
                  <a:pt x="4237206" y="1811917"/>
                  <a:pt x="4237206" y="1811917"/>
                </a:cubicBezTo>
                <a:cubicBezTo>
                  <a:pt x="4229648" y="1808147"/>
                  <a:pt x="4229648" y="1808147"/>
                  <a:pt x="4229648" y="1808147"/>
                </a:cubicBezTo>
                <a:close/>
                <a:moveTo>
                  <a:pt x="3422260" y="1801802"/>
                </a:moveTo>
                <a:cubicBezTo>
                  <a:pt x="3418487" y="1805561"/>
                  <a:pt x="3418487" y="1805561"/>
                  <a:pt x="3418487" y="1805561"/>
                </a:cubicBezTo>
                <a:cubicBezTo>
                  <a:pt x="3418487" y="1805561"/>
                  <a:pt x="3414713" y="1805561"/>
                  <a:pt x="3414713" y="1809325"/>
                </a:cubicBezTo>
                <a:cubicBezTo>
                  <a:pt x="3418487" y="1835677"/>
                  <a:pt x="3422260" y="1862028"/>
                  <a:pt x="3426034" y="1892144"/>
                </a:cubicBezTo>
                <a:cubicBezTo>
                  <a:pt x="3471316" y="2234717"/>
                  <a:pt x="3501505" y="2592346"/>
                  <a:pt x="3509052" y="2949976"/>
                </a:cubicBezTo>
                <a:cubicBezTo>
                  <a:pt x="3512826" y="2953740"/>
                  <a:pt x="3512826" y="2953740"/>
                  <a:pt x="3512826" y="2953740"/>
                </a:cubicBezTo>
                <a:cubicBezTo>
                  <a:pt x="3516599" y="2953740"/>
                  <a:pt x="3516599" y="2953740"/>
                  <a:pt x="3516599" y="2953740"/>
                </a:cubicBezTo>
                <a:cubicBezTo>
                  <a:pt x="3520373" y="2953740"/>
                  <a:pt x="3520373" y="2953740"/>
                  <a:pt x="3520373" y="2953740"/>
                </a:cubicBezTo>
                <a:cubicBezTo>
                  <a:pt x="3520373" y="2957504"/>
                  <a:pt x="3520373" y="2957504"/>
                  <a:pt x="3520373" y="2957504"/>
                </a:cubicBezTo>
                <a:cubicBezTo>
                  <a:pt x="3697730" y="2690222"/>
                  <a:pt x="3716598" y="2660109"/>
                  <a:pt x="3875088" y="2407886"/>
                </a:cubicBezTo>
                <a:cubicBezTo>
                  <a:pt x="3859994" y="2385300"/>
                  <a:pt x="3863767" y="2362711"/>
                  <a:pt x="3863767" y="2351418"/>
                </a:cubicBezTo>
                <a:cubicBezTo>
                  <a:pt x="3867541" y="2351418"/>
                  <a:pt x="3867541" y="2351418"/>
                  <a:pt x="3867541" y="2351418"/>
                </a:cubicBezTo>
                <a:cubicBezTo>
                  <a:pt x="3867541" y="2347653"/>
                  <a:pt x="3867541" y="2347653"/>
                  <a:pt x="3867541" y="2347653"/>
                </a:cubicBezTo>
                <a:cubicBezTo>
                  <a:pt x="3682636" y="2106722"/>
                  <a:pt x="3626033" y="2035196"/>
                  <a:pt x="3422260" y="1801802"/>
                </a:cubicBezTo>
                <a:close/>
                <a:moveTo>
                  <a:pt x="3389074" y="1801802"/>
                </a:moveTo>
                <a:cubicBezTo>
                  <a:pt x="3257297" y="2038960"/>
                  <a:pt x="3208352" y="2125545"/>
                  <a:pt x="3076575" y="2351418"/>
                </a:cubicBezTo>
                <a:cubicBezTo>
                  <a:pt x="3080340" y="2358947"/>
                  <a:pt x="3095400" y="2381536"/>
                  <a:pt x="3080340" y="2407887"/>
                </a:cubicBezTo>
                <a:cubicBezTo>
                  <a:pt x="3268592" y="2648815"/>
                  <a:pt x="3302478" y="2690223"/>
                  <a:pt x="3490730" y="2957504"/>
                </a:cubicBezTo>
                <a:cubicBezTo>
                  <a:pt x="3494495" y="2957504"/>
                  <a:pt x="3494495" y="2957504"/>
                  <a:pt x="3494495" y="2957504"/>
                </a:cubicBezTo>
                <a:cubicBezTo>
                  <a:pt x="3494495" y="2953740"/>
                  <a:pt x="3494495" y="2953740"/>
                  <a:pt x="3494495" y="2953740"/>
                </a:cubicBezTo>
                <a:cubicBezTo>
                  <a:pt x="3498260" y="2953740"/>
                  <a:pt x="3498260" y="2953740"/>
                  <a:pt x="3498260" y="2953740"/>
                </a:cubicBezTo>
                <a:cubicBezTo>
                  <a:pt x="3502025" y="2949976"/>
                  <a:pt x="3502025" y="2949976"/>
                  <a:pt x="3502025" y="2949976"/>
                </a:cubicBezTo>
                <a:cubicBezTo>
                  <a:pt x="3490730" y="2592347"/>
                  <a:pt x="3460610" y="2234717"/>
                  <a:pt x="3415429" y="1895910"/>
                </a:cubicBezTo>
                <a:cubicBezTo>
                  <a:pt x="3411664" y="1865792"/>
                  <a:pt x="3407899" y="1835677"/>
                  <a:pt x="3404134" y="1809325"/>
                </a:cubicBezTo>
                <a:cubicBezTo>
                  <a:pt x="3396604" y="1805561"/>
                  <a:pt x="3396604" y="1805561"/>
                  <a:pt x="3396604" y="1805561"/>
                </a:cubicBezTo>
                <a:cubicBezTo>
                  <a:pt x="3392839" y="1801802"/>
                  <a:pt x="3392839" y="1801802"/>
                  <a:pt x="3392839" y="1801802"/>
                </a:cubicBezTo>
                <a:cubicBezTo>
                  <a:pt x="3389074" y="1801802"/>
                  <a:pt x="3389074" y="1801802"/>
                  <a:pt x="3389074" y="1801802"/>
                </a:cubicBezTo>
                <a:close/>
                <a:moveTo>
                  <a:pt x="1024898" y="1793864"/>
                </a:moveTo>
                <a:cubicBezTo>
                  <a:pt x="1024898" y="1797626"/>
                  <a:pt x="1024898" y="1797626"/>
                  <a:pt x="1024898" y="1797626"/>
                </a:cubicBezTo>
                <a:cubicBezTo>
                  <a:pt x="1021132" y="1797626"/>
                  <a:pt x="1021132" y="1797626"/>
                  <a:pt x="1021132" y="1797626"/>
                </a:cubicBezTo>
                <a:cubicBezTo>
                  <a:pt x="945818" y="1981948"/>
                  <a:pt x="911927" y="2057182"/>
                  <a:pt x="836613" y="2222700"/>
                </a:cubicBezTo>
                <a:cubicBezTo>
                  <a:pt x="840379" y="2222700"/>
                  <a:pt x="840379" y="2222700"/>
                  <a:pt x="840379" y="2222700"/>
                </a:cubicBezTo>
                <a:cubicBezTo>
                  <a:pt x="844145" y="2222700"/>
                  <a:pt x="851676" y="2230222"/>
                  <a:pt x="844145" y="2245269"/>
                </a:cubicBezTo>
                <a:cubicBezTo>
                  <a:pt x="994773" y="2256556"/>
                  <a:pt x="1006070" y="2256556"/>
                  <a:pt x="1152932" y="2312982"/>
                </a:cubicBezTo>
                <a:cubicBezTo>
                  <a:pt x="1152932" y="2309220"/>
                  <a:pt x="1152932" y="2309220"/>
                  <a:pt x="1152932" y="2309220"/>
                </a:cubicBezTo>
                <a:cubicBezTo>
                  <a:pt x="1156698" y="2305459"/>
                  <a:pt x="1156698" y="2305459"/>
                  <a:pt x="1160463" y="2305459"/>
                </a:cubicBezTo>
                <a:cubicBezTo>
                  <a:pt x="1126572" y="2102322"/>
                  <a:pt x="1081384" y="1933047"/>
                  <a:pt x="1032430" y="1793864"/>
                </a:cubicBezTo>
                <a:cubicBezTo>
                  <a:pt x="1028664" y="1793864"/>
                  <a:pt x="1028664" y="1793864"/>
                  <a:pt x="1028664" y="1793864"/>
                </a:cubicBezTo>
                <a:cubicBezTo>
                  <a:pt x="1024898" y="1793864"/>
                  <a:pt x="1024898" y="1793864"/>
                  <a:pt x="1024898" y="1793864"/>
                </a:cubicBezTo>
                <a:close/>
                <a:moveTo>
                  <a:pt x="1139197" y="1773934"/>
                </a:moveTo>
                <a:cubicBezTo>
                  <a:pt x="1113335" y="1773756"/>
                  <a:pt x="1083172" y="1774462"/>
                  <a:pt x="1043584" y="1775403"/>
                </a:cubicBezTo>
                <a:cubicBezTo>
                  <a:pt x="1043584" y="1779163"/>
                  <a:pt x="1043584" y="1779163"/>
                  <a:pt x="1043584" y="1779163"/>
                </a:cubicBezTo>
                <a:cubicBezTo>
                  <a:pt x="1039813" y="1782921"/>
                  <a:pt x="1039813" y="1782921"/>
                  <a:pt x="1039813" y="1782921"/>
                </a:cubicBezTo>
                <a:cubicBezTo>
                  <a:pt x="1039813" y="1786682"/>
                  <a:pt x="1039813" y="1786682"/>
                  <a:pt x="1039813" y="1786682"/>
                </a:cubicBezTo>
                <a:cubicBezTo>
                  <a:pt x="1088827" y="1925818"/>
                  <a:pt x="1134071" y="2098799"/>
                  <a:pt x="1168004" y="2301869"/>
                </a:cubicBezTo>
                <a:cubicBezTo>
                  <a:pt x="1168004" y="2301869"/>
                  <a:pt x="1171774" y="2301869"/>
                  <a:pt x="1171774" y="2301869"/>
                </a:cubicBezTo>
                <a:cubicBezTo>
                  <a:pt x="1175544" y="2301869"/>
                  <a:pt x="1175544" y="2301869"/>
                  <a:pt x="1175544" y="2301869"/>
                </a:cubicBezTo>
                <a:cubicBezTo>
                  <a:pt x="1288654" y="2076236"/>
                  <a:pt x="1296194" y="2064955"/>
                  <a:pt x="1401763" y="1846846"/>
                </a:cubicBezTo>
                <a:cubicBezTo>
                  <a:pt x="1386682" y="1839325"/>
                  <a:pt x="1390452" y="1824283"/>
                  <a:pt x="1394223" y="1816766"/>
                </a:cubicBezTo>
                <a:cubicBezTo>
                  <a:pt x="1255664" y="1782921"/>
                  <a:pt x="1216782" y="1774462"/>
                  <a:pt x="1139197" y="1773934"/>
                </a:cubicBezTo>
                <a:close/>
                <a:moveTo>
                  <a:pt x="401721" y="1731073"/>
                </a:moveTo>
                <a:lnTo>
                  <a:pt x="375634" y="1781794"/>
                </a:lnTo>
                <a:cubicBezTo>
                  <a:pt x="364268" y="1803943"/>
                  <a:pt x="354324" y="1823400"/>
                  <a:pt x="345465" y="1840884"/>
                </a:cubicBezTo>
                <a:lnTo>
                  <a:pt x="325909" y="1879953"/>
                </a:lnTo>
                <a:lnTo>
                  <a:pt x="327372" y="1876800"/>
                </a:lnTo>
                <a:cubicBezTo>
                  <a:pt x="348216" y="1832978"/>
                  <a:pt x="369854" y="1790746"/>
                  <a:pt x="400037" y="1734203"/>
                </a:cubicBezTo>
                <a:close/>
                <a:moveTo>
                  <a:pt x="414338" y="1706543"/>
                </a:moveTo>
                <a:lnTo>
                  <a:pt x="410764" y="1714273"/>
                </a:lnTo>
                <a:lnTo>
                  <a:pt x="401721" y="1731073"/>
                </a:lnTo>
                <a:close/>
                <a:moveTo>
                  <a:pt x="6163176" y="1688627"/>
                </a:moveTo>
                <a:cubicBezTo>
                  <a:pt x="6163176" y="1692394"/>
                  <a:pt x="6166944" y="1696161"/>
                  <a:pt x="6170711" y="1696161"/>
                </a:cubicBezTo>
                <a:cubicBezTo>
                  <a:pt x="6266318" y="1884095"/>
                  <a:pt x="6281153" y="1910469"/>
                  <a:pt x="6318705" y="1997435"/>
                </a:cubicBezTo>
                <a:lnTo>
                  <a:pt x="6330029" y="2023936"/>
                </a:lnTo>
                <a:lnTo>
                  <a:pt x="6336492" y="2042829"/>
                </a:lnTo>
                <a:cubicBezTo>
                  <a:pt x="6332724" y="2042829"/>
                  <a:pt x="6332724" y="2042829"/>
                  <a:pt x="6332724" y="2042829"/>
                </a:cubicBezTo>
                <a:cubicBezTo>
                  <a:pt x="6332724" y="2039060"/>
                  <a:pt x="6332724" y="2039060"/>
                  <a:pt x="6332724" y="2039060"/>
                </a:cubicBezTo>
                <a:cubicBezTo>
                  <a:pt x="6238530" y="1831808"/>
                  <a:pt x="6230995" y="1812969"/>
                  <a:pt x="6163176" y="1688627"/>
                </a:cubicBezTo>
                <a:close/>
                <a:moveTo>
                  <a:pt x="425487" y="1686919"/>
                </a:moveTo>
                <a:lnTo>
                  <a:pt x="417444" y="1701863"/>
                </a:lnTo>
                <a:lnTo>
                  <a:pt x="418721" y="1698787"/>
                </a:lnTo>
                <a:cubicBezTo>
                  <a:pt x="418721" y="1698787"/>
                  <a:pt x="418721" y="1698787"/>
                  <a:pt x="425060" y="1687669"/>
                </a:cubicBezTo>
                <a:close/>
                <a:moveTo>
                  <a:pt x="467323" y="1658123"/>
                </a:moveTo>
                <a:lnTo>
                  <a:pt x="450004" y="1686140"/>
                </a:lnTo>
                <a:cubicBezTo>
                  <a:pt x="440232" y="1702228"/>
                  <a:pt x="429593" y="1719978"/>
                  <a:pt x="417642" y="1740059"/>
                </a:cubicBezTo>
                <a:lnTo>
                  <a:pt x="383203" y="1798170"/>
                </a:lnTo>
                <a:lnTo>
                  <a:pt x="383889" y="1796709"/>
                </a:lnTo>
                <a:cubicBezTo>
                  <a:pt x="393344" y="1777495"/>
                  <a:pt x="409427" y="1747813"/>
                  <a:pt x="437704" y="1703289"/>
                </a:cubicBezTo>
                <a:close/>
                <a:moveTo>
                  <a:pt x="449622" y="1645916"/>
                </a:moveTo>
                <a:lnTo>
                  <a:pt x="440789" y="1660670"/>
                </a:lnTo>
                <a:cubicBezTo>
                  <a:pt x="433746" y="1672434"/>
                  <a:pt x="433746" y="1672434"/>
                  <a:pt x="433746" y="1672434"/>
                </a:cubicBezTo>
                <a:lnTo>
                  <a:pt x="425487" y="1686919"/>
                </a:lnTo>
                <a:lnTo>
                  <a:pt x="433356" y="1672300"/>
                </a:lnTo>
                <a:close/>
                <a:moveTo>
                  <a:pt x="638075" y="1633588"/>
                </a:moveTo>
                <a:lnTo>
                  <a:pt x="630994" y="1640712"/>
                </a:lnTo>
                <a:cubicBezTo>
                  <a:pt x="620131" y="1652336"/>
                  <a:pt x="608359" y="1665192"/>
                  <a:pt x="595192" y="1679721"/>
                </a:cubicBezTo>
                <a:lnTo>
                  <a:pt x="552718" y="1726888"/>
                </a:lnTo>
                <a:lnTo>
                  <a:pt x="560397" y="1715020"/>
                </a:lnTo>
                <a:cubicBezTo>
                  <a:pt x="572851" y="1698578"/>
                  <a:pt x="595505" y="1672856"/>
                  <a:pt x="637304" y="1634272"/>
                </a:cubicBezTo>
                <a:close/>
                <a:moveTo>
                  <a:pt x="6131062" y="1608461"/>
                </a:moveTo>
                <a:lnTo>
                  <a:pt x="6136959" y="1616061"/>
                </a:lnTo>
                <a:lnTo>
                  <a:pt x="6143625" y="1627180"/>
                </a:lnTo>
                <a:close/>
                <a:moveTo>
                  <a:pt x="5989638" y="1597029"/>
                </a:moveTo>
                <a:cubicBezTo>
                  <a:pt x="6049872" y="1789413"/>
                  <a:pt x="6098813" y="2019530"/>
                  <a:pt x="6132694" y="2291152"/>
                </a:cubicBezTo>
                <a:cubicBezTo>
                  <a:pt x="6132694" y="2291152"/>
                  <a:pt x="6136459" y="2294924"/>
                  <a:pt x="6136459" y="2294924"/>
                </a:cubicBezTo>
                <a:cubicBezTo>
                  <a:pt x="6140224" y="2298695"/>
                  <a:pt x="6140224" y="2298695"/>
                  <a:pt x="6140224" y="2298695"/>
                </a:cubicBezTo>
                <a:cubicBezTo>
                  <a:pt x="6200458" y="2189292"/>
                  <a:pt x="6207987" y="2170430"/>
                  <a:pt x="6253163" y="2110067"/>
                </a:cubicBezTo>
                <a:cubicBezTo>
                  <a:pt x="6245634" y="2091204"/>
                  <a:pt x="6245634" y="2087434"/>
                  <a:pt x="6249398" y="2079888"/>
                </a:cubicBezTo>
                <a:cubicBezTo>
                  <a:pt x="6147753" y="1872401"/>
                  <a:pt x="6121400" y="1819590"/>
                  <a:pt x="5997167" y="1600802"/>
                </a:cubicBezTo>
                <a:cubicBezTo>
                  <a:pt x="5993403" y="1600802"/>
                  <a:pt x="5993403" y="1600802"/>
                  <a:pt x="5993403" y="1600802"/>
                </a:cubicBezTo>
                <a:cubicBezTo>
                  <a:pt x="5993403" y="1597029"/>
                  <a:pt x="5993403" y="1597029"/>
                  <a:pt x="5993403" y="1597029"/>
                </a:cubicBezTo>
                <a:cubicBezTo>
                  <a:pt x="5989638" y="1597029"/>
                  <a:pt x="5989638" y="1597029"/>
                  <a:pt x="5989638" y="1597029"/>
                </a:cubicBezTo>
                <a:close/>
                <a:moveTo>
                  <a:pt x="5978107" y="1582741"/>
                </a:moveTo>
                <a:cubicBezTo>
                  <a:pt x="5910054" y="1635456"/>
                  <a:pt x="5910054" y="1639223"/>
                  <a:pt x="5842000" y="1725847"/>
                </a:cubicBezTo>
                <a:cubicBezTo>
                  <a:pt x="5853342" y="1748443"/>
                  <a:pt x="5853342" y="1759740"/>
                  <a:pt x="5849562" y="1763504"/>
                </a:cubicBezTo>
                <a:cubicBezTo>
                  <a:pt x="5981888" y="2000764"/>
                  <a:pt x="6008354" y="2042192"/>
                  <a:pt x="6125557" y="2290758"/>
                </a:cubicBezTo>
                <a:cubicBezTo>
                  <a:pt x="6129338" y="2286992"/>
                  <a:pt x="6129338" y="2286992"/>
                  <a:pt x="6129338" y="2286992"/>
                </a:cubicBezTo>
                <a:cubicBezTo>
                  <a:pt x="6091530" y="2015831"/>
                  <a:pt x="6042380" y="1782333"/>
                  <a:pt x="5985669" y="1590274"/>
                </a:cubicBezTo>
                <a:cubicBezTo>
                  <a:pt x="5981888" y="1590274"/>
                  <a:pt x="5981888" y="1590274"/>
                  <a:pt x="5981888" y="1590274"/>
                </a:cubicBezTo>
                <a:cubicBezTo>
                  <a:pt x="5981888" y="1586508"/>
                  <a:pt x="5981888" y="1586508"/>
                  <a:pt x="5981888" y="1586508"/>
                </a:cubicBezTo>
                <a:cubicBezTo>
                  <a:pt x="5981888" y="1582741"/>
                  <a:pt x="5981888" y="1582741"/>
                  <a:pt x="5981888" y="1582741"/>
                </a:cubicBezTo>
                <a:cubicBezTo>
                  <a:pt x="5978107" y="1582741"/>
                  <a:pt x="5978107" y="1582741"/>
                  <a:pt x="5978107" y="1582741"/>
                </a:cubicBezTo>
                <a:close/>
                <a:moveTo>
                  <a:pt x="527390" y="1520607"/>
                </a:moveTo>
                <a:lnTo>
                  <a:pt x="520557" y="1531354"/>
                </a:lnTo>
                <a:cubicBezTo>
                  <a:pt x="508280" y="1550938"/>
                  <a:pt x="495194" y="1572039"/>
                  <a:pt x="480820" y="1595311"/>
                </a:cubicBezTo>
                <a:lnTo>
                  <a:pt x="449622" y="1645916"/>
                </a:lnTo>
                <a:lnTo>
                  <a:pt x="457517" y="1632729"/>
                </a:lnTo>
                <a:cubicBezTo>
                  <a:pt x="465440" y="1619494"/>
                  <a:pt x="476005" y="1601848"/>
                  <a:pt x="490091" y="1578319"/>
                </a:cubicBezTo>
                <a:cubicBezTo>
                  <a:pt x="501360" y="1558554"/>
                  <a:pt x="512864" y="1540437"/>
                  <a:pt x="524603" y="1524026"/>
                </a:cubicBezTo>
                <a:close/>
                <a:moveTo>
                  <a:pt x="2129874" y="1517641"/>
                </a:moveTo>
                <a:cubicBezTo>
                  <a:pt x="2129874" y="1517641"/>
                  <a:pt x="2129874" y="1521415"/>
                  <a:pt x="2129874" y="1521415"/>
                </a:cubicBezTo>
                <a:cubicBezTo>
                  <a:pt x="2122338" y="1528964"/>
                  <a:pt x="2114801" y="1528964"/>
                  <a:pt x="2111033" y="1528964"/>
                </a:cubicBezTo>
                <a:cubicBezTo>
                  <a:pt x="1941463" y="1853559"/>
                  <a:pt x="1922622" y="1895078"/>
                  <a:pt x="1851025" y="2027183"/>
                </a:cubicBezTo>
                <a:cubicBezTo>
                  <a:pt x="1851025" y="2030957"/>
                  <a:pt x="1851025" y="2030957"/>
                  <a:pt x="1851025" y="2030957"/>
                </a:cubicBezTo>
                <a:cubicBezTo>
                  <a:pt x="1854793" y="2030957"/>
                  <a:pt x="1854793" y="2030957"/>
                  <a:pt x="1854793" y="2030957"/>
                </a:cubicBezTo>
                <a:cubicBezTo>
                  <a:pt x="1854793" y="2034734"/>
                  <a:pt x="1854793" y="2034734"/>
                  <a:pt x="1854793" y="2034734"/>
                </a:cubicBezTo>
                <a:cubicBezTo>
                  <a:pt x="1858562" y="2042282"/>
                  <a:pt x="1858562" y="2046056"/>
                  <a:pt x="1858562" y="2057380"/>
                </a:cubicBezTo>
                <a:cubicBezTo>
                  <a:pt x="1854793" y="2057380"/>
                  <a:pt x="1854793" y="2057380"/>
                  <a:pt x="1854793" y="2057380"/>
                </a:cubicBezTo>
                <a:cubicBezTo>
                  <a:pt x="1854793" y="2061154"/>
                  <a:pt x="1854793" y="2061154"/>
                  <a:pt x="1854793" y="2061154"/>
                </a:cubicBezTo>
                <a:cubicBezTo>
                  <a:pt x="2062046" y="2231007"/>
                  <a:pt x="2062046" y="2231007"/>
                  <a:pt x="2250457" y="2427281"/>
                </a:cubicBezTo>
                <a:cubicBezTo>
                  <a:pt x="2254225" y="2423505"/>
                  <a:pt x="2261762" y="2415958"/>
                  <a:pt x="2269298" y="2419732"/>
                </a:cubicBezTo>
                <a:cubicBezTo>
                  <a:pt x="2423796" y="2159291"/>
                  <a:pt x="2423796" y="2159291"/>
                  <a:pt x="2566988" y="1887529"/>
                </a:cubicBezTo>
                <a:cubicBezTo>
                  <a:pt x="2566988" y="1883754"/>
                  <a:pt x="2566988" y="1883754"/>
                  <a:pt x="2566988" y="1883754"/>
                </a:cubicBezTo>
                <a:cubicBezTo>
                  <a:pt x="2566988" y="1876206"/>
                  <a:pt x="2566988" y="1876206"/>
                  <a:pt x="2566988" y="1876206"/>
                </a:cubicBezTo>
                <a:cubicBezTo>
                  <a:pt x="2563220" y="1876206"/>
                  <a:pt x="2563220" y="1876206"/>
                  <a:pt x="2563220" y="1876206"/>
                </a:cubicBezTo>
                <a:cubicBezTo>
                  <a:pt x="2563220" y="1872430"/>
                  <a:pt x="2563220" y="1872430"/>
                  <a:pt x="2563220" y="1872430"/>
                </a:cubicBezTo>
                <a:cubicBezTo>
                  <a:pt x="2563220" y="1868656"/>
                  <a:pt x="2563220" y="1868656"/>
                  <a:pt x="2563220" y="1868656"/>
                </a:cubicBezTo>
                <a:cubicBezTo>
                  <a:pt x="2559452" y="1857335"/>
                  <a:pt x="2559452" y="1857335"/>
                  <a:pt x="2563220" y="1849785"/>
                </a:cubicBezTo>
                <a:cubicBezTo>
                  <a:pt x="2563220" y="1846010"/>
                  <a:pt x="2563220" y="1846010"/>
                  <a:pt x="2563220" y="1846010"/>
                </a:cubicBezTo>
                <a:cubicBezTo>
                  <a:pt x="2340895" y="1653521"/>
                  <a:pt x="2333358" y="1645971"/>
                  <a:pt x="2129874" y="1517641"/>
                </a:cubicBezTo>
                <a:close/>
                <a:moveTo>
                  <a:pt x="531525" y="1511696"/>
                </a:moveTo>
                <a:lnTo>
                  <a:pt x="493713" y="1566843"/>
                </a:lnTo>
                <a:cubicBezTo>
                  <a:pt x="505949" y="1547049"/>
                  <a:pt x="518184" y="1529140"/>
                  <a:pt x="530419" y="1512999"/>
                </a:cubicBezTo>
                <a:close/>
                <a:moveTo>
                  <a:pt x="1563963" y="1493450"/>
                </a:moveTo>
                <a:lnTo>
                  <a:pt x="1567464" y="1503949"/>
                </a:lnTo>
                <a:lnTo>
                  <a:pt x="1568043" y="1502765"/>
                </a:lnTo>
                <a:lnTo>
                  <a:pt x="1568305" y="1503552"/>
                </a:lnTo>
                <a:cubicBezTo>
                  <a:pt x="1526842" y="1590232"/>
                  <a:pt x="1470301" y="1707065"/>
                  <a:pt x="1428837" y="1793738"/>
                </a:cubicBezTo>
                <a:cubicBezTo>
                  <a:pt x="1436376" y="1812581"/>
                  <a:pt x="1436376" y="1812581"/>
                  <a:pt x="1677618" y="1940720"/>
                </a:cubicBezTo>
                <a:lnTo>
                  <a:pt x="1677618" y="1941657"/>
                </a:lnTo>
                <a:lnTo>
                  <a:pt x="1676814" y="1941120"/>
                </a:lnTo>
                <a:lnTo>
                  <a:pt x="1676814" y="1955355"/>
                </a:lnTo>
                <a:lnTo>
                  <a:pt x="1619664" y="1924230"/>
                </a:lnTo>
                <a:cubicBezTo>
                  <a:pt x="1558175" y="1892431"/>
                  <a:pt x="1488205" y="1860630"/>
                  <a:pt x="1428837" y="1835192"/>
                </a:cubicBezTo>
                <a:cubicBezTo>
                  <a:pt x="1417529" y="1842727"/>
                  <a:pt x="1417529" y="1842727"/>
                  <a:pt x="1183826" y="2302521"/>
                </a:cubicBezTo>
                <a:cubicBezTo>
                  <a:pt x="1183826" y="2306293"/>
                  <a:pt x="1183826" y="2306293"/>
                  <a:pt x="1183826" y="2306293"/>
                </a:cubicBezTo>
                <a:cubicBezTo>
                  <a:pt x="1187595" y="2306293"/>
                  <a:pt x="1187595" y="2306293"/>
                  <a:pt x="1187595" y="2306293"/>
                </a:cubicBezTo>
                <a:cubicBezTo>
                  <a:pt x="1187595" y="2310062"/>
                  <a:pt x="1187595" y="2310062"/>
                  <a:pt x="1187595" y="2310062"/>
                </a:cubicBezTo>
                <a:cubicBezTo>
                  <a:pt x="1187595" y="2313829"/>
                  <a:pt x="1187595" y="2313829"/>
                  <a:pt x="1187595" y="2313829"/>
                </a:cubicBezTo>
                <a:cubicBezTo>
                  <a:pt x="1187595" y="2328906"/>
                  <a:pt x="1187595" y="2328906"/>
                  <a:pt x="1187595" y="2328906"/>
                </a:cubicBezTo>
                <a:cubicBezTo>
                  <a:pt x="1187595" y="2332674"/>
                  <a:pt x="1187595" y="2332674"/>
                  <a:pt x="1187595" y="2332674"/>
                </a:cubicBezTo>
                <a:cubicBezTo>
                  <a:pt x="1338371" y="2415587"/>
                  <a:pt x="1360988" y="2430663"/>
                  <a:pt x="1526842" y="2566334"/>
                </a:cubicBezTo>
                <a:cubicBezTo>
                  <a:pt x="1543333" y="2559740"/>
                  <a:pt x="1551166" y="2556030"/>
                  <a:pt x="1669027" y="2345649"/>
                </a:cubicBezTo>
                <a:lnTo>
                  <a:pt x="1725832" y="2243636"/>
                </a:lnTo>
                <a:lnTo>
                  <a:pt x="1725832" y="2253927"/>
                </a:lnTo>
                <a:cubicBezTo>
                  <a:pt x="1725832" y="2253927"/>
                  <a:pt x="1725832" y="2253927"/>
                  <a:pt x="1725832" y="2257695"/>
                </a:cubicBezTo>
                <a:lnTo>
                  <a:pt x="1726620" y="2256272"/>
                </a:lnTo>
                <a:lnTo>
                  <a:pt x="1726620" y="2257296"/>
                </a:lnTo>
                <a:cubicBezTo>
                  <a:pt x="1677618" y="2351518"/>
                  <a:pt x="1605999" y="2472117"/>
                  <a:pt x="1553228" y="2562566"/>
                </a:cubicBezTo>
                <a:cubicBezTo>
                  <a:pt x="1556997" y="2573872"/>
                  <a:pt x="1560766" y="2588950"/>
                  <a:pt x="1556997" y="2600255"/>
                </a:cubicBezTo>
                <a:cubicBezTo>
                  <a:pt x="1624846" y="2668095"/>
                  <a:pt x="1715312" y="2758549"/>
                  <a:pt x="1779392" y="2826388"/>
                </a:cubicBezTo>
                <a:lnTo>
                  <a:pt x="1779840" y="2828180"/>
                </a:lnTo>
                <a:lnTo>
                  <a:pt x="1778621" y="2826778"/>
                </a:lnTo>
                <a:lnTo>
                  <a:pt x="1782006" y="2840307"/>
                </a:lnTo>
                <a:lnTo>
                  <a:pt x="1728093" y="2786458"/>
                </a:lnTo>
                <a:cubicBezTo>
                  <a:pt x="1669608" y="2728159"/>
                  <a:pt x="1603173" y="2662440"/>
                  <a:pt x="1549458" y="2611562"/>
                </a:cubicBezTo>
                <a:cubicBezTo>
                  <a:pt x="1534381" y="2617214"/>
                  <a:pt x="1521188" y="2627582"/>
                  <a:pt x="1509349" y="2640770"/>
                </a:cubicBezTo>
                <a:lnTo>
                  <a:pt x="1485062" y="2675830"/>
                </a:lnTo>
                <a:lnTo>
                  <a:pt x="1522413" y="2615285"/>
                </a:lnTo>
                <a:cubicBezTo>
                  <a:pt x="1511128" y="2600201"/>
                  <a:pt x="1514890" y="2581342"/>
                  <a:pt x="1518652" y="2573797"/>
                </a:cubicBezTo>
                <a:cubicBezTo>
                  <a:pt x="1345614" y="2434256"/>
                  <a:pt x="1330567" y="2422944"/>
                  <a:pt x="1183862" y="2339971"/>
                </a:cubicBezTo>
                <a:cubicBezTo>
                  <a:pt x="1180100" y="2343742"/>
                  <a:pt x="1180100" y="2343742"/>
                  <a:pt x="1180100" y="2343742"/>
                </a:cubicBezTo>
                <a:cubicBezTo>
                  <a:pt x="1180100" y="2343742"/>
                  <a:pt x="1176338" y="2347513"/>
                  <a:pt x="1176338" y="2347513"/>
                </a:cubicBezTo>
                <a:cubicBezTo>
                  <a:pt x="1183862" y="2385229"/>
                  <a:pt x="1187623" y="2426714"/>
                  <a:pt x="1195147" y="2471970"/>
                </a:cubicBezTo>
                <a:cubicBezTo>
                  <a:pt x="1217717" y="2649229"/>
                  <a:pt x="1232764" y="2834036"/>
                  <a:pt x="1240287" y="3018816"/>
                </a:cubicBezTo>
                <a:cubicBezTo>
                  <a:pt x="1244049" y="3018816"/>
                  <a:pt x="1244049" y="3018816"/>
                  <a:pt x="1244049" y="3018816"/>
                </a:cubicBezTo>
                <a:cubicBezTo>
                  <a:pt x="1247810" y="3018816"/>
                  <a:pt x="1247810" y="3018816"/>
                  <a:pt x="1247810" y="3018816"/>
                </a:cubicBezTo>
                <a:cubicBezTo>
                  <a:pt x="1247810" y="3022590"/>
                  <a:pt x="1247810" y="3022590"/>
                  <a:pt x="1247810" y="3022590"/>
                </a:cubicBezTo>
                <a:cubicBezTo>
                  <a:pt x="1251572" y="3022590"/>
                  <a:pt x="1251572" y="3022590"/>
                  <a:pt x="1251572" y="3022590"/>
                </a:cubicBezTo>
                <a:cubicBezTo>
                  <a:pt x="1347495" y="2886838"/>
                  <a:pt x="1384171" y="2835921"/>
                  <a:pt x="1447297" y="2736210"/>
                </a:cubicBezTo>
                <a:lnTo>
                  <a:pt x="1473424" y="2694498"/>
                </a:lnTo>
                <a:lnTo>
                  <a:pt x="1450335" y="2738761"/>
                </a:lnTo>
                <a:cubicBezTo>
                  <a:pt x="1441795" y="2755723"/>
                  <a:pt x="1433549" y="2771741"/>
                  <a:pt x="1425068" y="2784929"/>
                </a:cubicBezTo>
                <a:cubicBezTo>
                  <a:pt x="1376065" y="2860306"/>
                  <a:pt x="1308216" y="2958287"/>
                  <a:pt x="1255444" y="3029882"/>
                </a:cubicBezTo>
                <a:cubicBezTo>
                  <a:pt x="1259214" y="3033651"/>
                  <a:pt x="1259214" y="3033651"/>
                  <a:pt x="1259214" y="3033651"/>
                </a:cubicBezTo>
                <a:cubicBezTo>
                  <a:pt x="1259214" y="3037419"/>
                  <a:pt x="1259214" y="3037419"/>
                  <a:pt x="1259214" y="3037419"/>
                </a:cubicBezTo>
                <a:cubicBezTo>
                  <a:pt x="1259214" y="3041188"/>
                  <a:pt x="1259214" y="3041188"/>
                  <a:pt x="1259214" y="3041188"/>
                </a:cubicBezTo>
                <a:cubicBezTo>
                  <a:pt x="1259214" y="3044957"/>
                  <a:pt x="1259214" y="3044957"/>
                  <a:pt x="1259214" y="3044957"/>
                </a:cubicBezTo>
                <a:cubicBezTo>
                  <a:pt x="1259214" y="3048725"/>
                  <a:pt x="1259214" y="3048725"/>
                  <a:pt x="1259214" y="3048725"/>
                </a:cubicBezTo>
                <a:cubicBezTo>
                  <a:pt x="1259214" y="3052494"/>
                  <a:pt x="1259214" y="3052494"/>
                  <a:pt x="1259214" y="3052494"/>
                </a:cubicBezTo>
                <a:cubicBezTo>
                  <a:pt x="1259214" y="3056263"/>
                  <a:pt x="1259214" y="3056263"/>
                  <a:pt x="1259214" y="3056263"/>
                </a:cubicBezTo>
                <a:cubicBezTo>
                  <a:pt x="1255444" y="3056263"/>
                  <a:pt x="1255444" y="3056263"/>
                  <a:pt x="1255444" y="3056263"/>
                </a:cubicBezTo>
                <a:cubicBezTo>
                  <a:pt x="1391143" y="3203248"/>
                  <a:pt x="1417529" y="3233396"/>
                  <a:pt x="1560766" y="3418056"/>
                </a:cubicBezTo>
                <a:cubicBezTo>
                  <a:pt x="1564536" y="3418056"/>
                  <a:pt x="1575844" y="3418056"/>
                  <a:pt x="1579613" y="3418056"/>
                </a:cubicBezTo>
                <a:cubicBezTo>
                  <a:pt x="1627673" y="3361525"/>
                  <a:pt x="1688455" y="3290161"/>
                  <a:pt x="1741286" y="3224622"/>
                </a:cubicBezTo>
                <a:lnTo>
                  <a:pt x="1789933" y="3162765"/>
                </a:lnTo>
                <a:lnTo>
                  <a:pt x="1789933" y="3177265"/>
                </a:lnTo>
                <a:lnTo>
                  <a:pt x="1790700" y="3176252"/>
                </a:lnTo>
                <a:lnTo>
                  <a:pt x="1790700" y="3176865"/>
                </a:lnTo>
                <a:cubicBezTo>
                  <a:pt x="1730390" y="3252241"/>
                  <a:pt x="1651232" y="3353987"/>
                  <a:pt x="1587152" y="3425593"/>
                </a:cubicBezTo>
                <a:cubicBezTo>
                  <a:pt x="1590922" y="3436900"/>
                  <a:pt x="1590922" y="3451974"/>
                  <a:pt x="1587152" y="3463281"/>
                </a:cubicBezTo>
                <a:cubicBezTo>
                  <a:pt x="1647463" y="3549962"/>
                  <a:pt x="1726620" y="3663024"/>
                  <a:pt x="1783161" y="3749705"/>
                </a:cubicBezTo>
                <a:lnTo>
                  <a:pt x="1782910" y="3750961"/>
                </a:lnTo>
                <a:lnTo>
                  <a:pt x="1782392" y="3750110"/>
                </a:lnTo>
                <a:lnTo>
                  <a:pt x="1778865" y="3767735"/>
                </a:lnTo>
                <a:lnTo>
                  <a:pt x="1732805" y="3696648"/>
                </a:lnTo>
                <a:cubicBezTo>
                  <a:pt x="1682801" y="3621568"/>
                  <a:pt x="1624847" y="3539597"/>
                  <a:pt x="1579613" y="3474587"/>
                </a:cubicBezTo>
                <a:cubicBezTo>
                  <a:pt x="1575844" y="3474587"/>
                  <a:pt x="1564536" y="3474587"/>
                  <a:pt x="1560766" y="3474587"/>
                </a:cubicBezTo>
                <a:cubicBezTo>
                  <a:pt x="1409990" y="3629105"/>
                  <a:pt x="1383604" y="3655486"/>
                  <a:pt x="1244136" y="3764780"/>
                </a:cubicBezTo>
                <a:cubicBezTo>
                  <a:pt x="1247906" y="3768548"/>
                  <a:pt x="1247906" y="3768548"/>
                  <a:pt x="1247906" y="3768548"/>
                </a:cubicBezTo>
                <a:cubicBezTo>
                  <a:pt x="1247906" y="3772317"/>
                  <a:pt x="1247906" y="3772317"/>
                  <a:pt x="1247906" y="3772317"/>
                </a:cubicBezTo>
                <a:cubicBezTo>
                  <a:pt x="1247906" y="3776086"/>
                  <a:pt x="1247906" y="3776086"/>
                  <a:pt x="1247906" y="3776086"/>
                </a:cubicBezTo>
                <a:cubicBezTo>
                  <a:pt x="1247906" y="3779855"/>
                  <a:pt x="1247906" y="3779855"/>
                  <a:pt x="1247906" y="3779855"/>
                </a:cubicBezTo>
                <a:cubicBezTo>
                  <a:pt x="1244136" y="3791161"/>
                  <a:pt x="1244136" y="3791161"/>
                  <a:pt x="1244136" y="3791161"/>
                </a:cubicBezTo>
                <a:cubicBezTo>
                  <a:pt x="1244136" y="3794929"/>
                  <a:pt x="1244136" y="3794929"/>
                  <a:pt x="1244136" y="3794929"/>
                </a:cubicBezTo>
                <a:cubicBezTo>
                  <a:pt x="1360988" y="3983366"/>
                  <a:pt x="1379835" y="4017285"/>
                  <a:pt x="1504225" y="4235872"/>
                </a:cubicBezTo>
                <a:cubicBezTo>
                  <a:pt x="1507995" y="4239640"/>
                  <a:pt x="1515534" y="4243409"/>
                  <a:pt x="1523072" y="4243409"/>
                </a:cubicBezTo>
                <a:cubicBezTo>
                  <a:pt x="1576787" y="4206664"/>
                  <a:pt x="1643222" y="4159319"/>
                  <a:pt x="1701707" y="4115684"/>
                </a:cubicBezTo>
                <a:lnTo>
                  <a:pt x="1755997" y="4074408"/>
                </a:lnTo>
                <a:lnTo>
                  <a:pt x="1755997" y="4089296"/>
                </a:lnTo>
                <a:lnTo>
                  <a:pt x="1756776" y="4088610"/>
                </a:lnTo>
                <a:lnTo>
                  <a:pt x="1756776" y="4088891"/>
                </a:lnTo>
                <a:cubicBezTo>
                  <a:pt x="1688926" y="4137885"/>
                  <a:pt x="1598460" y="4205722"/>
                  <a:pt x="1530611" y="4254715"/>
                </a:cubicBezTo>
                <a:cubicBezTo>
                  <a:pt x="1534381" y="4269790"/>
                  <a:pt x="1549458" y="4337628"/>
                  <a:pt x="1688926" y="4605208"/>
                </a:cubicBezTo>
                <a:lnTo>
                  <a:pt x="1688585" y="4606572"/>
                </a:lnTo>
                <a:lnTo>
                  <a:pt x="1688126" y="4605613"/>
                </a:lnTo>
                <a:lnTo>
                  <a:pt x="1684691" y="4619343"/>
                </a:lnTo>
                <a:lnTo>
                  <a:pt x="1645401" y="4539962"/>
                </a:lnTo>
                <a:cubicBezTo>
                  <a:pt x="1603172" y="4456579"/>
                  <a:pt x="1555113" y="4366836"/>
                  <a:pt x="1515534" y="4296172"/>
                </a:cubicBezTo>
                <a:cubicBezTo>
                  <a:pt x="1511764" y="4292403"/>
                  <a:pt x="1504225" y="4288634"/>
                  <a:pt x="1500456" y="4288634"/>
                </a:cubicBezTo>
                <a:cubicBezTo>
                  <a:pt x="1338371" y="4371546"/>
                  <a:pt x="1300677" y="4390390"/>
                  <a:pt x="1161209" y="4435615"/>
                </a:cubicBezTo>
                <a:cubicBezTo>
                  <a:pt x="1161209" y="4439384"/>
                  <a:pt x="1161209" y="4439384"/>
                  <a:pt x="1161209" y="4439384"/>
                </a:cubicBezTo>
                <a:cubicBezTo>
                  <a:pt x="1161209" y="4443152"/>
                  <a:pt x="1161209" y="4443152"/>
                  <a:pt x="1161209" y="4443152"/>
                </a:cubicBezTo>
                <a:cubicBezTo>
                  <a:pt x="1161209" y="4450690"/>
                  <a:pt x="1161209" y="4450690"/>
                  <a:pt x="1161209" y="4450690"/>
                </a:cubicBezTo>
                <a:cubicBezTo>
                  <a:pt x="1157440" y="4454458"/>
                  <a:pt x="1157440" y="4454458"/>
                  <a:pt x="1157440" y="4454458"/>
                </a:cubicBezTo>
                <a:cubicBezTo>
                  <a:pt x="1157440" y="4458227"/>
                  <a:pt x="1157440" y="4458227"/>
                  <a:pt x="1157440" y="4458227"/>
                </a:cubicBezTo>
                <a:cubicBezTo>
                  <a:pt x="1153671" y="4458227"/>
                  <a:pt x="1153671" y="4458227"/>
                  <a:pt x="1153671" y="4458227"/>
                </a:cubicBezTo>
                <a:cubicBezTo>
                  <a:pt x="1251675" y="4669277"/>
                  <a:pt x="1266753" y="4699426"/>
                  <a:pt x="1364757" y="4929319"/>
                </a:cubicBezTo>
                <a:cubicBezTo>
                  <a:pt x="1391143" y="4944394"/>
                  <a:pt x="1519303" y="4910476"/>
                  <a:pt x="1632385" y="4872788"/>
                </a:cubicBezTo>
                <a:lnTo>
                  <a:pt x="1632356" y="4872878"/>
                </a:lnTo>
                <a:lnTo>
                  <a:pt x="1631566" y="4873193"/>
                </a:lnTo>
                <a:lnTo>
                  <a:pt x="1627850" y="4884335"/>
                </a:lnTo>
                <a:lnTo>
                  <a:pt x="1571368" y="4902055"/>
                </a:lnTo>
                <a:cubicBezTo>
                  <a:pt x="1511293" y="4920604"/>
                  <a:pt x="1444857" y="4939684"/>
                  <a:pt x="1391143" y="4948163"/>
                </a:cubicBezTo>
                <a:cubicBezTo>
                  <a:pt x="1391143" y="4963238"/>
                  <a:pt x="1402451" y="5027307"/>
                  <a:pt x="1507995" y="5279812"/>
                </a:cubicBezTo>
                <a:lnTo>
                  <a:pt x="1507534" y="5281194"/>
                </a:lnTo>
                <a:lnTo>
                  <a:pt x="1507134" y="5280216"/>
                </a:lnTo>
                <a:lnTo>
                  <a:pt x="1503826" y="5290136"/>
                </a:lnTo>
                <a:lnTo>
                  <a:pt x="1473540" y="5215743"/>
                </a:lnTo>
                <a:cubicBezTo>
                  <a:pt x="1440852" y="5136600"/>
                  <a:pt x="1403394" y="5048977"/>
                  <a:pt x="1372296" y="4978313"/>
                </a:cubicBezTo>
                <a:cubicBezTo>
                  <a:pt x="1357690" y="4969362"/>
                  <a:pt x="1342907" y="4962591"/>
                  <a:pt x="1327984" y="4957548"/>
                </a:cubicBezTo>
                <a:lnTo>
                  <a:pt x="1327459" y="4957428"/>
                </a:lnTo>
                <a:lnTo>
                  <a:pt x="1349760" y="4955362"/>
                </a:lnTo>
                <a:cubicBezTo>
                  <a:pt x="1342207" y="4936510"/>
                  <a:pt x="1353537" y="4928970"/>
                  <a:pt x="1357313" y="4928970"/>
                </a:cubicBezTo>
                <a:cubicBezTo>
                  <a:pt x="1274228" y="4732914"/>
                  <a:pt x="1244016" y="4665048"/>
                  <a:pt x="1149601" y="4461452"/>
                </a:cubicBezTo>
                <a:cubicBezTo>
                  <a:pt x="1145825" y="4461452"/>
                  <a:pt x="1145825" y="4461452"/>
                  <a:pt x="1145825" y="4461452"/>
                </a:cubicBezTo>
                <a:cubicBezTo>
                  <a:pt x="1142048" y="4457681"/>
                  <a:pt x="1142048" y="4457681"/>
                  <a:pt x="1142048" y="4457681"/>
                </a:cubicBezTo>
                <a:cubicBezTo>
                  <a:pt x="1138272" y="4457681"/>
                  <a:pt x="1138272" y="4457681"/>
                  <a:pt x="1138272" y="4457681"/>
                </a:cubicBezTo>
                <a:cubicBezTo>
                  <a:pt x="1100506" y="4642426"/>
                  <a:pt x="1051410" y="4804550"/>
                  <a:pt x="998538" y="4932740"/>
                </a:cubicBezTo>
                <a:cubicBezTo>
                  <a:pt x="998538" y="4936510"/>
                  <a:pt x="998538" y="4936510"/>
                  <a:pt x="998538" y="4936510"/>
                </a:cubicBezTo>
                <a:cubicBezTo>
                  <a:pt x="1002315" y="4936510"/>
                  <a:pt x="1002315" y="4936510"/>
                  <a:pt x="1002315" y="4936510"/>
                </a:cubicBezTo>
                <a:cubicBezTo>
                  <a:pt x="1002315" y="4940281"/>
                  <a:pt x="1002315" y="4940281"/>
                  <a:pt x="1002315" y="4940281"/>
                </a:cubicBezTo>
                <a:cubicBezTo>
                  <a:pt x="1002315" y="4944051"/>
                  <a:pt x="1002315" y="4944051"/>
                  <a:pt x="1002315" y="4944051"/>
                </a:cubicBezTo>
                <a:cubicBezTo>
                  <a:pt x="1024502" y="4947350"/>
                  <a:pt x="1044093" y="4950237"/>
                  <a:pt x="1061700" y="4952733"/>
                </a:cubicBezTo>
                <a:lnTo>
                  <a:pt x="1084969" y="4955841"/>
                </a:lnTo>
                <a:lnTo>
                  <a:pt x="1052213" y="4956621"/>
                </a:lnTo>
                <a:cubicBezTo>
                  <a:pt x="1036937" y="4956172"/>
                  <a:pt x="1021741" y="4954759"/>
                  <a:pt x="1006664" y="4951932"/>
                </a:cubicBezTo>
                <a:cubicBezTo>
                  <a:pt x="1006664" y="4955701"/>
                  <a:pt x="1006664" y="4955701"/>
                  <a:pt x="1006664" y="4955701"/>
                </a:cubicBezTo>
                <a:cubicBezTo>
                  <a:pt x="1006664" y="4959469"/>
                  <a:pt x="1006664" y="4959469"/>
                  <a:pt x="1006664" y="4959469"/>
                </a:cubicBezTo>
                <a:cubicBezTo>
                  <a:pt x="1006664" y="4963238"/>
                  <a:pt x="1006664" y="4963238"/>
                  <a:pt x="1006664" y="4963238"/>
                </a:cubicBezTo>
                <a:cubicBezTo>
                  <a:pt x="999125" y="4963238"/>
                  <a:pt x="991586" y="4959469"/>
                  <a:pt x="984047" y="4959469"/>
                </a:cubicBezTo>
                <a:cubicBezTo>
                  <a:pt x="972739" y="4944394"/>
                  <a:pt x="965200" y="4933088"/>
                  <a:pt x="972739" y="4921782"/>
                </a:cubicBezTo>
                <a:cubicBezTo>
                  <a:pt x="976508" y="4921782"/>
                  <a:pt x="976508" y="4921782"/>
                  <a:pt x="976508" y="4921782"/>
                </a:cubicBezTo>
                <a:cubicBezTo>
                  <a:pt x="976508" y="4918013"/>
                  <a:pt x="976508" y="4918013"/>
                  <a:pt x="976508" y="4918013"/>
                </a:cubicBezTo>
                <a:cubicBezTo>
                  <a:pt x="908659" y="4737114"/>
                  <a:pt x="886043" y="4669277"/>
                  <a:pt x="810655" y="4473302"/>
                </a:cubicBezTo>
                <a:lnTo>
                  <a:pt x="772008" y="4445822"/>
                </a:lnTo>
                <a:lnTo>
                  <a:pt x="791582" y="4451330"/>
                </a:lnTo>
                <a:cubicBezTo>
                  <a:pt x="787826" y="4447562"/>
                  <a:pt x="787826" y="4447562"/>
                  <a:pt x="787826" y="4447562"/>
                </a:cubicBezTo>
                <a:cubicBezTo>
                  <a:pt x="787826" y="4440024"/>
                  <a:pt x="787826" y="4432487"/>
                  <a:pt x="795338" y="4432487"/>
                </a:cubicBezTo>
                <a:cubicBezTo>
                  <a:pt x="720211" y="4247827"/>
                  <a:pt x="701430" y="4198835"/>
                  <a:pt x="622547" y="4021712"/>
                </a:cubicBezTo>
                <a:cubicBezTo>
                  <a:pt x="618790" y="4021712"/>
                  <a:pt x="618790" y="4021712"/>
                  <a:pt x="618790" y="4021712"/>
                </a:cubicBezTo>
                <a:cubicBezTo>
                  <a:pt x="618790" y="4017943"/>
                  <a:pt x="618790" y="4017943"/>
                  <a:pt x="618790" y="4017943"/>
                </a:cubicBezTo>
                <a:cubicBezTo>
                  <a:pt x="596252" y="4134769"/>
                  <a:pt x="566202" y="4236521"/>
                  <a:pt x="528638" y="4319430"/>
                </a:cubicBezTo>
                <a:cubicBezTo>
                  <a:pt x="528638" y="4319430"/>
                  <a:pt x="532395" y="4323198"/>
                  <a:pt x="532395" y="4326967"/>
                </a:cubicBezTo>
                <a:cubicBezTo>
                  <a:pt x="536151" y="4330736"/>
                  <a:pt x="536151" y="4330736"/>
                  <a:pt x="536151" y="4330736"/>
                </a:cubicBezTo>
                <a:cubicBezTo>
                  <a:pt x="551646" y="4340628"/>
                  <a:pt x="565321" y="4349402"/>
                  <a:pt x="577632" y="4357248"/>
                </a:cubicBezTo>
                <a:lnTo>
                  <a:pt x="600147" y="4371415"/>
                </a:lnTo>
                <a:lnTo>
                  <a:pt x="535488" y="4337628"/>
                </a:lnTo>
                <a:cubicBezTo>
                  <a:pt x="535488" y="4341396"/>
                  <a:pt x="535488" y="4341396"/>
                  <a:pt x="535488" y="4341396"/>
                </a:cubicBezTo>
                <a:cubicBezTo>
                  <a:pt x="535488" y="4345165"/>
                  <a:pt x="535488" y="4345165"/>
                  <a:pt x="535488" y="4345165"/>
                </a:cubicBezTo>
                <a:cubicBezTo>
                  <a:pt x="535488" y="4348934"/>
                  <a:pt x="535488" y="4348934"/>
                  <a:pt x="535488" y="4348934"/>
                </a:cubicBezTo>
                <a:cubicBezTo>
                  <a:pt x="516641" y="4330090"/>
                  <a:pt x="512871" y="4330090"/>
                  <a:pt x="509102" y="4299940"/>
                </a:cubicBezTo>
                <a:cubicBezTo>
                  <a:pt x="512871" y="4299940"/>
                  <a:pt x="512871" y="4299940"/>
                  <a:pt x="512871" y="4299940"/>
                </a:cubicBezTo>
                <a:cubicBezTo>
                  <a:pt x="460100" y="4126578"/>
                  <a:pt x="445022" y="4077585"/>
                  <a:pt x="384712" y="3904223"/>
                </a:cubicBezTo>
                <a:lnTo>
                  <a:pt x="353735" y="3859270"/>
                </a:lnTo>
                <a:lnTo>
                  <a:pt x="374045" y="3881418"/>
                </a:lnTo>
                <a:cubicBezTo>
                  <a:pt x="370266" y="3873869"/>
                  <a:pt x="370266" y="3870094"/>
                  <a:pt x="370266" y="3870094"/>
                </a:cubicBezTo>
                <a:cubicBezTo>
                  <a:pt x="370266" y="3870094"/>
                  <a:pt x="374045" y="3870094"/>
                  <a:pt x="377825" y="3870094"/>
                </a:cubicBezTo>
                <a:lnTo>
                  <a:pt x="366543" y="3840117"/>
                </a:lnTo>
                <a:lnTo>
                  <a:pt x="388222" y="3893325"/>
                </a:lnTo>
                <a:cubicBezTo>
                  <a:pt x="490078" y="3964960"/>
                  <a:pt x="501395" y="3972501"/>
                  <a:pt x="603251" y="3998893"/>
                </a:cubicBezTo>
                <a:cubicBezTo>
                  <a:pt x="603251" y="3995123"/>
                  <a:pt x="603251" y="3995123"/>
                  <a:pt x="603251" y="3995123"/>
                </a:cubicBezTo>
                <a:cubicBezTo>
                  <a:pt x="603251" y="3991353"/>
                  <a:pt x="603251" y="3991353"/>
                  <a:pt x="603251" y="3991353"/>
                </a:cubicBezTo>
                <a:cubicBezTo>
                  <a:pt x="599479" y="3991353"/>
                  <a:pt x="599479" y="3991353"/>
                  <a:pt x="599479" y="3991353"/>
                </a:cubicBezTo>
                <a:cubicBezTo>
                  <a:pt x="603251" y="3987582"/>
                  <a:pt x="603251" y="3987582"/>
                  <a:pt x="603251" y="3987582"/>
                </a:cubicBezTo>
                <a:cubicBezTo>
                  <a:pt x="603251" y="3983812"/>
                  <a:pt x="603251" y="3983812"/>
                  <a:pt x="603251" y="3983812"/>
                </a:cubicBezTo>
                <a:cubicBezTo>
                  <a:pt x="463671" y="3689728"/>
                  <a:pt x="437263" y="3652025"/>
                  <a:pt x="437263" y="3652025"/>
                </a:cubicBezTo>
                <a:lnTo>
                  <a:pt x="433491" y="3652025"/>
                </a:lnTo>
                <a:cubicBezTo>
                  <a:pt x="429718" y="3648254"/>
                  <a:pt x="425946" y="3644484"/>
                  <a:pt x="425946" y="3644484"/>
                </a:cubicBezTo>
                <a:cubicBezTo>
                  <a:pt x="327862" y="3614322"/>
                  <a:pt x="320317" y="3610551"/>
                  <a:pt x="256186" y="3546456"/>
                </a:cubicBezTo>
                <a:cubicBezTo>
                  <a:pt x="256186" y="3550226"/>
                  <a:pt x="256186" y="3550226"/>
                  <a:pt x="256186" y="3550226"/>
                </a:cubicBezTo>
                <a:lnTo>
                  <a:pt x="254948" y="3550226"/>
                </a:lnTo>
                <a:lnTo>
                  <a:pt x="253093" y="3545468"/>
                </a:lnTo>
                <a:cubicBezTo>
                  <a:pt x="249313" y="3545468"/>
                  <a:pt x="249313" y="3545468"/>
                  <a:pt x="249313" y="3545468"/>
                </a:cubicBezTo>
                <a:cubicBezTo>
                  <a:pt x="249313" y="3541693"/>
                  <a:pt x="249313" y="3541693"/>
                  <a:pt x="249313" y="3541693"/>
                </a:cubicBezTo>
                <a:cubicBezTo>
                  <a:pt x="241754" y="3583215"/>
                  <a:pt x="230415" y="3613413"/>
                  <a:pt x="219075" y="3643611"/>
                </a:cubicBezTo>
                <a:cubicBezTo>
                  <a:pt x="219075" y="3643611"/>
                  <a:pt x="219075" y="3647385"/>
                  <a:pt x="222855" y="3647385"/>
                </a:cubicBezTo>
                <a:cubicBezTo>
                  <a:pt x="222855" y="3651160"/>
                  <a:pt x="222855" y="3651160"/>
                  <a:pt x="222855" y="3651160"/>
                </a:cubicBezTo>
                <a:cubicBezTo>
                  <a:pt x="222855" y="3654935"/>
                  <a:pt x="222855" y="3654935"/>
                  <a:pt x="222855" y="3654935"/>
                </a:cubicBezTo>
                <a:lnTo>
                  <a:pt x="244604" y="3697198"/>
                </a:lnTo>
                <a:lnTo>
                  <a:pt x="226397" y="3665763"/>
                </a:lnTo>
                <a:lnTo>
                  <a:pt x="226397" y="3663024"/>
                </a:lnTo>
                <a:lnTo>
                  <a:pt x="223541" y="3660169"/>
                </a:lnTo>
                <a:lnTo>
                  <a:pt x="214617" y="3639469"/>
                </a:lnTo>
                <a:lnTo>
                  <a:pt x="212819" y="3627657"/>
                </a:lnTo>
                <a:lnTo>
                  <a:pt x="214540" y="3629393"/>
                </a:lnTo>
                <a:cubicBezTo>
                  <a:pt x="214540" y="3633168"/>
                  <a:pt x="214540" y="3633168"/>
                  <a:pt x="214540" y="3636943"/>
                </a:cubicBezTo>
                <a:cubicBezTo>
                  <a:pt x="225765" y="3606742"/>
                  <a:pt x="236991" y="3572766"/>
                  <a:pt x="244475" y="3535014"/>
                </a:cubicBezTo>
                <a:cubicBezTo>
                  <a:pt x="240733" y="3535014"/>
                  <a:pt x="240733" y="3535014"/>
                  <a:pt x="240733" y="3535014"/>
                </a:cubicBezTo>
                <a:cubicBezTo>
                  <a:pt x="240733" y="3531239"/>
                  <a:pt x="240733" y="3531239"/>
                  <a:pt x="240733" y="3531239"/>
                </a:cubicBezTo>
                <a:lnTo>
                  <a:pt x="222848" y="3494814"/>
                </a:lnTo>
                <a:lnTo>
                  <a:pt x="238125" y="3524231"/>
                </a:lnTo>
                <a:cubicBezTo>
                  <a:pt x="238125" y="3520446"/>
                  <a:pt x="238125" y="3520446"/>
                  <a:pt x="238125" y="3520446"/>
                </a:cubicBezTo>
                <a:lnTo>
                  <a:pt x="223373" y="3490983"/>
                </a:lnTo>
                <a:lnTo>
                  <a:pt x="241403" y="3523624"/>
                </a:lnTo>
                <a:cubicBezTo>
                  <a:pt x="245192" y="3523624"/>
                  <a:pt x="245192" y="3523624"/>
                  <a:pt x="245192" y="3523624"/>
                </a:cubicBezTo>
                <a:cubicBezTo>
                  <a:pt x="245192" y="3527405"/>
                  <a:pt x="245192" y="3527405"/>
                  <a:pt x="245192" y="3527405"/>
                </a:cubicBezTo>
                <a:cubicBezTo>
                  <a:pt x="252771" y="3489594"/>
                  <a:pt x="260350" y="3448001"/>
                  <a:pt x="260350" y="3402628"/>
                </a:cubicBezTo>
                <a:cubicBezTo>
                  <a:pt x="260350" y="3398847"/>
                  <a:pt x="260350" y="3398847"/>
                  <a:pt x="260350" y="3398847"/>
                </a:cubicBezTo>
                <a:cubicBezTo>
                  <a:pt x="256561" y="3398847"/>
                  <a:pt x="256561" y="3398847"/>
                  <a:pt x="256561" y="3398847"/>
                </a:cubicBezTo>
                <a:cubicBezTo>
                  <a:pt x="239508" y="3387503"/>
                  <a:pt x="219613" y="3374270"/>
                  <a:pt x="199718" y="3360563"/>
                </a:cubicBezTo>
                <a:lnTo>
                  <a:pt x="143015" y="3319553"/>
                </a:lnTo>
                <a:lnTo>
                  <a:pt x="197644" y="3358972"/>
                </a:lnTo>
                <a:cubicBezTo>
                  <a:pt x="216530" y="3372783"/>
                  <a:pt x="235416" y="3386118"/>
                  <a:pt x="252413" y="3395643"/>
                </a:cubicBezTo>
                <a:cubicBezTo>
                  <a:pt x="252413" y="3391833"/>
                  <a:pt x="252413" y="3391833"/>
                  <a:pt x="252413" y="3391833"/>
                </a:cubicBezTo>
                <a:cubicBezTo>
                  <a:pt x="237305" y="3380403"/>
                  <a:pt x="218419" y="3368021"/>
                  <a:pt x="199061" y="3355638"/>
                </a:cubicBezTo>
                <a:lnTo>
                  <a:pt x="143015" y="3319543"/>
                </a:lnTo>
                <a:lnTo>
                  <a:pt x="143114" y="3316397"/>
                </a:lnTo>
                <a:lnTo>
                  <a:pt x="199430" y="3354952"/>
                </a:lnTo>
                <a:cubicBezTo>
                  <a:pt x="219224" y="3367550"/>
                  <a:pt x="239018" y="3379682"/>
                  <a:pt x="255985" y="3390880"/>
                </a:cubicBezTo>
                <a:cubicBezTo>
                  <a:pt x="259755" y="3390880"/>
                  <a:pt x="259755" y="3390880"/>
                  <a:pt x="259755" y="3390880"/>
                </a:cubicBezTo>
                <a:cubicBezTo>
                  <a:pt x="259755" y="3390880"/>
                  <a:pt x="259755" y="3390880"/>
                  <a:pt x="263525" y="3390880"/>
                </a:cubicBezTo>
                <a:lnTo>
                  <a:pt x="263525" y="3256511"/>
                </a:lnTo>
                <a:cubicBezTo>
                  <a:pt x="259755" y="3256511"/>
                  <a:pt x="259755" y="3256511"/>
                  <a:pt x="259755" y="3256511"/>
                </a:cubicBezTo>
                <a:cubicBezTo>
                  <a:pt x="242789" y="3263976"/>
                  <a:pt x="222052" y="3273307"/>
                  <a:pt x="201315" y="3282641"/>
                </a:cubicBezTo>
                <a:lnTo>
                  <a:pt x="143359" y="3308553"/>
                </a:lnTo>
                <a:lnTo>
                  <a:pt x="143373" y="3308111"/>
                </a:lnTo>
                <a:lnTo>
                  <a:pt x="200025" y="3281948"/>
                </a:lnTo>
                <a:cubicBezTo>
                  <a:pt x="220028" y="3272522"/>
                  <a:pt x="240030" y="3263098"/>
                  <a:pt x="257175" y="3255557"/>
                </a:cubicBezTo>
                <a:cubicBezTo>
                  <a:pt x="253365" y="3251785"/>
                  <a:pt x="253365" y="3251785"/>
                  <a:pt x="253365" y="3251785"/>
                </a:cubicBezTo>
                <a:cubicBezTo>
                  <a:pt x="257175" y="3251785"/>
                  <a:pt x="257175" y="3251785"/>
                  <a:pt x="257175" y="3251785"/>
                </a:cubicBezTo>
                <a:cubicBezTo>
                  <a:pt x="257175" y="3248016"/>
                  <a:pt x="257175" y="3248016"/>
                  <a:pt x="257175" y="3248016"/>
                </a:cubicBezTo>
                <a:cubicBezTo>
                  <a:pt x="240030" y="3257441"/>
                  <a:pt x="220028" y="3267810"/>
                  <a:pt x="200025" y="3278178"/>
                </a:cubicBezTo>
                <a:lnTo>
                  <a:pt x="143374" y="3308077"/>
                </a:lnTo>
                <a:lnTo>
                  <a:pt x="143374" y="3308059"/>
                </a:lnTo>
                <a:lnTo>
                  <a:pt x="199901" y="3276260"/>
                </a:lnTo>
                <a:cubicBezTo>
                  <a:pt x="220167" y="3264939"/>
                  <a:pt x="240903" y="3253615"/>
                  <a:pt x="259755" y="3244181"/>
                </a:cubicBezTo>
                <a:cubicBezTo>
                  <a:pt x="263525" y="3244181"/>
                  <a:pt x="263525" y="3244181"/>
                  <a:pt x="263525" y="3244181"/>
                </a:cubicBezTo>
                <a:cubicBezTo>
                  <a:pt x="259755" y="3206441"/>
                  <a:pt x="255985" y="3172474"/>
                  <a:pt x="252214" y="3142280"/>
                </a:cubicBezTo>
                <a:cubicBezTo>
                  <a:pt x="252214" y="3130957"/>
                  <a:pt x="248444" y="3119637"/>
                  <a:pt x="248444" y="3108312"/>
                </a:cubicBezTo>
                <a:cubicBezTo>
                  <a:pt x="244674" y="3112086"/>
                  <a:pt x="244674" y="3112086"/>
                  <a:pt x="244674" y="3112086"/>
                </a:cubicBezTo>
                <a:cubicBezTo>
                  <a:pt x="244674" y="3115860"/>
                  <a:pt x="244674" y="3115860"/>
                  <a:pt x="244674" y="3115860"/>
                </a:cubicBezTo>
                <a:lnTo>
                  <a:pt x="224790" y="3144612"/>
                </a:lnTo>
                <a:lnTo>
                  <a:pt x="241300" y="3116821"/>
                </a:lnTo>
                <a:lnTo>
                  <a:pt x="239244" y="3116821"/>
                </a:lnTo>
                <a:lnTo>
                  <a:pt x="241300" y="3113075"/>
                </a:lnTo>
                <a:lnTo>
                  <a:pt x="238741" y="3115609"/>
                </a:lnTo>
                <a:lnTo>
                  <a:pt x="244475" y="3105375"/>
                </a:lnTo>
                <a:cubicBezTo>
                  <a:pt x="244475" y="3101624"/>
                  <a:pt x="244475" y="3101624"/>
                  <a:pt x="244475" y="3101624"/>
                </a:cubicBezTo>
                <a:cubicBezTo>
                  <a:pt x="237030" y="3060366"/>
                  <a:pt x="229586" y="3026618"/>
                  <a:pt x="218418" y="3000369"/>
                </a:cubicBezTo>
                <a:cubicBezTo>
                  <a:pt x="218418" y="3004119"/>
                  <a:pt x="218418" y="3004119"/>
                  <a:pt x="218418" y="3004119"/>
                </a:cubicBezTo>
                <a:cubicBezTo>
                  <a:pt x="218418" y="3007869"/>
                  <a:pt x="218418" y="3007869"/>
                  <a:pt x="218418" y="3007869"/>
                </a:cubicBezTo>
                <a:cubicBezTo>
                  <a:pt x="214696" y="3007869"/>
                  <a:pt x="214696" y="3007869"/>
                  <a:pt x="214696" y="3007869"/>
                </a:cubicBezTo>
                <a:lnTo>
                  <a:pt x="213072" y="3013057"/>
                </a:lnTo>
                <a:lnTo>
                  <a:pt x="212575" y="3013553"/>
                </a:lnTo>
                <a:lnTo>
                  <a:pt x="215088" y="3003506"/>
                </a:lnTo>
                <a:cubicBezTo>
                  <a:pt x="215088" y="2999737"/>
                  <a:pt x="215088" y="2999737"/>
                  <a:pt x="215088" y="2999737"/>
                </a:cubicBezTo>
                <a:lnTo>
                  <a:pt x="218140" y="2992111"/>
                </a:lnTo>
                <a:lnTo>
                  <a:pt x="218562" y="2991691"/>
                </a:lnTo>
                <a:lnTo>
                  <a:pt x="218417" y="2991417"/>
                </a:lnTo>
                <a:lnTo>
                  <a:pt x="222627" y="2980894"/>
                </a:lnTo>
                <a:cubicBezTo>
                  <a:pt x="222627" y="2977130"/>
                  <a:pt x="222627" y="2977130"/>
                  <a:pt x="222627" y="2977130"/>
                </a:cubicBezTo>
                <a:cubicBezTo>
                  <a:pt x="222627" y="2973362"/>
                  <a:pt x="222627" y="2973362"/>
                  <a:pt x="222627" y="2973362"/>
                </a:cubicBezTo>
                <a:cubicBezTo>
                  <a:pt x="226397" y="2969593"/>
                  <a:pt x="226397" y="2969593"/>
                  <a:pt x="226397" y="2969593"/>
                </a:cubicBezTo>
                <a:cubicBezTo>
                  <a:pt x="226397" y="2973362"/>
                  <a:pt x="226397" y="2973362"/>
                  <a:pt x="226397" y="2973362"/>
                </a:cubicBezTo>
                <a:lnTo>
                  <a:pt x="228471" y="2969593"/>
                </a:lnTo>
                <a:lnTo>
                  <a:pt x="246959" y="2936001"/>
                </a:lnTo>
                <a:cubicBezTo>
                  <a:pt x="290712" y="2856656"/>
                  <a:pt x="308852" y="2827803"/>
                  <a:pt x="384712" y="2758549"/>
                </a:cubicBezTo>
                <a:cubicBezTo>
                  <a:pt x="392250" y="2747242"/>
                  <a:pt x="403559" y="2728395"/>
                  <a:pt x="531718" y="2362824"/>
                </a:cubicBezTo>
                <a:cubicBezTo>
                  <a:pt x="527949" y="2362824"/>
                  <a:pt x="527949" y="2362824"/>
                  <a:pt x="527949" y="2362824"/>
                </a:cubicBezTo>
                <a:cubicBezTo>
                  <a:pt x="527949" y="2359056"/>
                  <a:pt x="527949" y="2359056"/>
                  <a:pt x="527949" y="2359056"/>
                </a:cubicBezTo>
                <a:cubicBezTo>
                  <a:pt x="527949" y="2355286"/>
                  <a:pt x="527949" y="2355286"/>
                  <a:pt x="527949" y="2355286"/>
                </a:cubicBezTo>
                <a:cubicBezTo>
                  <a:pt x="527949" y="2351518"/>
                  <a:pt x="527949" y="2351518"/>
                  <a:pt x="527949" y="2351518"/>
                </a:cubicBezTo>
                <a:cubicBezTo>
                  <a:pt x="505333" y="2370362"/>
                  <a:pt x="505333" y="2370362"/>
                  <a:pt x="505333" y="2370362"/>
                </a:cubicBezTo>
                <a:cubicBezTo>
                  <a:pt x="505333" y="2366594"/>
                  <a:pt x="509102" y="2362824"/>
                  <a:pt x="512871" y="2359056"/>
                </a:cubicBezTo>
                <a:cubicBezTo>
                  <a:pt x="531718" y="2343979"/>
                  <a:pt x="531718" y="2343979"/>
                  <a:pt x="531718" y="2343979"/>
                </a:cubicBezTo>
                <a:cubicBezTo>
                  <a:pt x="531718" y="2340212"/>
                  <a:pt x="531718" y="2340212"/>
                  <a:pt x="531718" y="2340212"/>
                </a:cubicBezTo>
                <a:cubicBezTo>
                  <a:pt x="535488" y="2336443"/>
                  <a:pt x="535488" y="2336443"/>
                  <a:pt x="535488" y="2336443"/>
                </a:cubicBezTo>
                <a:cubicBezTo>
                  <a:pt x="535488" y="2332674"/>
                  <a:pt x="535488" y="2332674"/>
                  <a:pt x="535488" y="2332674"/>
                </a:cubicBezTo>
                <a:cubicBezTo>
                  <a:pt x="535488" y="2332674"/>
                  <a:pt x="531718" y="2328906"/>
                  <a:pt x="531718" y="2325136"/>
                </a:cubicBezTo>
                <a:cubicBezTo>
                  <a:pt x="531718" y="2325136"/>
                  <a:pt x="535488" y="2321366"/>
                  <a:pt x="535488" y="2317597"/>
                </a:cubicBezTo>
                <a:cubicBezTo>
                  <a:pt x="539257" y="2321366"/>
                  <a:pt x="539257" y="2325136"/>
                  <a:pt x="539257" y="2325136"/>
                </a:cubicBezTo>
                <a:cubicBezTo>
                  <a:pt x="543027" y="2325136"/>
                  <a:pt x="543027" y="2325136"/>
                  <a:pt x="543027" y="2325136"/>
                </a:cubicBezTo>
                <a:cubicBezTo>
                  <a:pt x="543027" y="2321366"/>
                  <a:pt x="543027" y="2321366"/>
                  <a:pt x="543027" y="2321366"/>
                </a:cubicBezTo>
                <a:cubicBezTo>
                  <a:pt x="546796" y="2321366"/>
                  <a:pt x="546796" y="2321366"/>
                  <a:pt x="546796" y="2321366"/>
                </a:cubicBezTo>
                <a:cubicBezTo>
                  <a:pt x="546796" y="2317597"/>
                  <a:pt x="546796" y="2317597"/>
                  <a:pt x="546796" y="2317597"/>
                </a:cubicBezTo>
                <a:cubicBezTo>
                  <a:pt x="558104" y="2283678"/>
                  <a:pt x="558104" y="2283678"/>
                  <a:pt x="558104" y="2283678"/>
                </a:cubicBezTo>
                <a:cubicBezTo>
                  <a:pt x="561874" y="2279910"/>
                  <a:pt x="565643" y="2276141"/>
                  <a:pt x="565643" y="2268603"/>
                </a:cubicBezTo>
                <a:cubicBezTo>
                  <a:pt x="550566" y="2317597"/>
                  <a:pt x="550566" y="2317597"/>
                  <a:pt x="550566" y="2317597"/>
                </a:cubicBezTo>
                <a:cubicBezTo>
                  <a:pt x="554335" y="2317597"/>
                  <a:pt x="554335" y="2317597"/>
                  <a:pt x="554335" y="2317597"/>
                </a:cubicBezTo>
                <a:cubicBezTo>
                  <a:pt x="554335" y="2321366"/>
                  <a:pt x="554335" y="2321366"/>
                  <a:pt x="554335" y="2321366"/>
                </a:cubicBezTo>
                <a:cubicBezTo>
                  <a:pt x="554335" y="2325136"/>
                  <a:pt x="554335" y="2325136"/>
                  <a:pt x="554335" y="2325136"/>
                </a:cubicBezTo>
                <a:cubicBezTo>
                  <a:pt x="554335" y="2328906"/>
                  <a:pt x="554335" y="2328906"/>
                  <a:pt x="554335" y="2328906"/>
                </a:cubicBezTo>
                <a:cubicBezTo>
                  <a:pt x="663648" y="2268603"/>
                  <a:pt x="686264" y="2257296"/>
                  <a:pt x="818193" y="2238452"/>
                </a:cubicBezTo>
                <a:cubicBezTo>
                  <a:pt x="837040" y="2219609"/>
                  <a:pt x="837040" y="2219609"/>
                  <a:pt x="1017972" y="1797506"/>
                </a:cubicBezTo>
                <a:cubicBezTo>
                  <a:pt x="1014203" y="1797506"/>
                  <a:pt x="1014203" y="1797506"/>
                  <a:pt x="1014203" y="1797506"/>
                </a:cubicBezTo>
                <a:cubicBezTo>
                  <a:pt x="1014203" y="1793738"/>
                  <a:pt x="1014203" y="1793738"/>
                  <a:pt x="1014203" y="1793738"/>
                </a:cubicBezTo>
                <a:cubicBezTo>
                  <a:pt x="1010433" y="1793738"/>
                  <a:pt x="1010433" y="1793738"/>
                  <a:pt x="1010433" y="1793738"/>
                </a:cubicBezTo>
                <a:cubicBezTo>
                  <a:pt x="1010433" y="1789971"/>
                  <a:pt x="1010433" y="1789971"/>
                  <a:pt x="1010433" y="1789971"/>
                </a:cubicBezTo>
                <a:cubicBezTo>
                  <a:pt x="1010433" y="1786202"/>
                  <a:pt x="1010433" y="1786202"/>
                  <a:pt x="1010433" y="1786202"/>
                </a:cubicBezTo>
                <a:cubicBezTo>
                  <a:pt x="1010433" y="1782434"/>
                  <a:pt x="1010433" y="1782434"/>
                  <a:pt x="1010433" y="1782434"/>
                </a:cubicBezTo>
                <a:cubicBezTo>
                  <a:pt x="953892" y="1789971"/>
                  <a:pt x="953892" y="1789971"/>
                  <a:pt x="953892" y="1789971"/>
                </a:cubicBezTo>
                <a:cubicBezTo>
                  <a:pt x="957661" y="1786202"/>
                  <a:pt x="957661" y="1782434"/>
                  <a:pt x="961431" y="1782434"/>
                </a:cubicBezTo>
                <a:cubicBezTo>
                  <a:pt x="1014203" y="1771129"/>
                  <a:pt x="1014203" y="1771129"/>
                  <a:pt x="1014203" y="1771129"/>
                </a:cubicBezTo>
                <a:cubicBezTo>
                  <a:pt x="1017972" y="1767360"/>
                  <a:pt x="1017972" y="1767360"/>
                  <a:pt x="1017972" y="1767360"/>
                </a:cubicBezTo>
                <a:cubicBezTo>
                  <a:pt x="1017972" y="1763592"/>
                  <a:pt x="1017972" y="1763592"/>
                  <a:pt x="1017972" y="1763592"/>
                </a:cubicBezTo>
                <a:cubicBezTo>
                  <a:pt x="1021741" y="1763592"/>
                  <a:pt x="1021741" y="1763592"/>
                  <a:pt x="1021741" y="1763592"/>
                </a:cubicBezTo>
                <a:cubicBezTo>
                  <a:pt x="1017972" y="1752287"/>
                  <a:pt x="1014203" y="1744752"/>
                  <a:pt x="1010433" y="1733447"/>
                </a:cubicBezTo>
                <a:cubicBezTo>
                  <a:pt x="1010433" y="1733447"/>
                  <a:pt x="1014203" y="1729679"/>
                  <a:pt x="1014203" y="1725910"/>
                </a:cubicBezTo>
                <a:cubicBezTo>
                  <a:pt x="1017972" y="1737216"/>
                  <a:pt x="1021741" y="1744752"/>
                  <a:pt x="1025511" y="1756056"/>
                </a:cubicBezTo>
                <a:cubicBezTo>
                  <a:pt x="1029280" y="1756056"/>
                  <a:pt x="1029280" y="1756056"/>
                  <a:pt x="1029280" y="1756056"/>
                </a:cubicBezTo>
                <a:cubicBezTo>
                  <a:pt x="1029280" y="1752287"/>
                  <a:pt x="1029280" y="1752287"/>
                  <a:pt x="1029280" y="1752287"/>
                </a:cubicBezTo>
                <a:cubicBezTo>
                  <a:pt x="1033050" y="1752287"/>
                  <a:pt x="1033050" y="1752287"/>
                  <a:pt x="1033050" y="1752287"/>
                </a:cubicBezTo>
                <a:cubicBezTo>
                  <a:pt x="1036819" y="1752287"/>
                  <a:pt x="1036819" y="1752287"/>
                  <a:pt x="1036819" y="1752287"/>
                </a:cubicBezTo>
                <a:cubicBezTo>
                  <a:pt x="1066974" y="1676913"/>
                  <a:pt x="1066974" y="1676913"/>
                  <a:pt x="1066974" y="1676913"/>
                </a:cubicBezTo>
                <a:cubicBezTo>
                  <a:pt x="1070744" y="1673145"/>
                  <a:pt x="1074513" y="1669374"/>
                  <a:pt x="1078282" y="1665609"/>
                </a:cubicBezTo>
                <a:cubicBezTo>
                  <a:pt x="1044358" y="1752287"/>
                  <a:pt x="1044358" y="1752287"/>
                  <a:pt x="1044358" y="1752287"/>
                </a:cubicBezTo>
                <a:cubicBezTo>
                  <a:pt x="1048127" y="1752287"/>
                  <a:pt x="1048127" y="1752287"/>
                  <a:pt x="1048127" y="1752287"/>
                </a:cubicBezTo>
                <a:cubicBezTo>
                  <a:pt x="1048127" y="1756056"/>
                  <a:pt x="1048127" y="1756056"/>
                  <a:pt x="1048127" y="1756056"/>
                </a:cubicBezTo>
                <a:cubicBezTo>
                  <a:pt x="1048127" y="1759825"/>
                  <a:pt x="1048127" y="1759825"/>
                  <a:pt x="1048127" y="1759825"/>
                </a:cubicBezTo>
                <a:cubicBezTo>
                  <a:pt x="1048127" y="1763592"/>
                  <a:pt x="1048127" y="1763592"/>
                  <a:pt x="1048127" y="1763592"/>
                </a:cubicBezTo>
                <a:cubicBezTo>
                  <a:pt x="1048127" y="1767360"/>
                  <a:pt x="1048127" y="1767360"/>
                  <a:pt x="1048127" y="1767360"/>
                </a:cubicBezTo>
                <a:cubicBezTo>
                  <a:pt x="1195134" y="1763592"/>
                  <a:pt x="1232828" y="1763592"/>
                  <a:pt x="1402451" y="1808812"/>
                </a:cubicBezTo>
                <a:cubicBezTo>
                  <a:pt x="1418942" y="1795623"/>
                  <a:pt x="1421004" y="1793974"/>
                  <a:pt x="1517220" y="1591791"/>
                </a:cubicBezTo>
                <a:close/>
                <a:moveTo>
                  <a:pt x="552355" y="1481342"/>
                </a:moveTo>
                <a:lnTo>
                  <a:pt x="537624" y="1504510"/>
                </a:lnTo>
                <a:lnTo>
                  <a:pt x="531525" y="1511696"/>
                </a:lnTo>
                <a:lnTo>
                  <a:pt x="551595" y="1482424"/>
                </a:lnTo>
                <a:close/>
                <a:moveTo>
                  <a:pt x="5254202" y="1476360"/>
                </a:moveTo>
                <a:cubicBezTo>
                  <a:pt x="5148736" y="1646025"/>
                  <a:pt x="5137436" y="1664875"/>
                  <a:pt x="5024438" y="1860930"/>
                </a:cubicBezTo>
                <a:cubicBezTo>
                  <a:pt x="5028205" y="1868471"/>
                  <a:pt x="5028205" y="1868471"/>
                  <a:pt x="5028205" y="1868471"/>
                </a:cubicBezTo>
                <a:cubicBezTo>
                  <a:pt x="5028205" y="1872241"/>
                  <a:pt x="5028205" y="1872241"/>
                  <a:pt x="5028205" y="1872241"/>
                </a:cubicBezTo>
                <a:cubicBezTo>
                  <a:pt x="5031971" y="1876010"/>
                  <a:pt x="5031971" y="1876010"/>
                  <a:pt x="5031971" y="1876010"/>
                </a:cubicBezTo>
                <a:cubicBezTo>
                  <a:pt x="5031971" y="1887322"/>
                  <a:pt x="5035738" y="1891092"/>
                  <a:pt x="5031971" y="1902404"/>
                </a:cubicBezTo>
                <a:cubicBezTo>
                  <a:pt x="5031971" y="1906173"/>
                  <a:pt x="5031971" y="1906173"/>
                  <a:pt x="5031971" y="1906173"/>
                </a:cubicBezTo>
                <a:cubicBezTo>
                  <a:pt x="5201469" y="2177637"/>
                  <a:pt x="5231602" y="2219111"/>
                  <a:pt x="5389800" y="2498115"/>
                </a:cubicBezTo>
                <a:cubicBezTo>
                  <a:pt x="5397333" y="2498115"/>
                  <a:pt x="5401100" y="2494345"/>
                  <a:pt x="5408633" y="2501885"/>
                </a:cubicBezTo>
                <a:cubicBezTo>
                  <a:pt x="5514098" y="2305830"/>
                  <a:pt x="5514098" y="2305830"/>
                  <a:pt x="5630863" y="2083379"/>
                </a:cubicBezTo>
                <a:cubicBezTo>
                  <a:pt x="5630863" y="2079608"/>
                  <a:pt x="5630863" y="2079608"/>
                  <a:pt x="5630863" y="2079608"/>
                </a:cubicBezTo>
                <a:cubicBezTo>
                  <a:pt x="5630863" y="2075838"/>
                  <a:pt x="5630863" y="2075838"/>
                  <a:pt x="5630863" y="2075838"/>
                </a:cubicBezTo>
                <a:cubicBezTo>
                  <a:pt x="5627096" y="2075838"/>
                  <a:pt x="5627096" y="2075838"/>
                  <a:pt x="5627096" y="2075838"/>
                </a:cubicBezTo>
                <a:cubicBezTo>
                  <a:pt x="5627096" y="2072068"/>
                  <a:pt x="5627096" y="2072068"/>
                  <a:pt x="5627096" y="2072068"/>
                </a:cubicBezTo>
                <a:cubicBezTo>
                  <a:pt x="5627096" y="2068298"/>
                  <a:pt x="5627096" y="2068298"/>
                  <a:pt x="5627096" y="2068298"/>
                </a:cubicBezTo>
                <a:cubicBezTo>
                  <a:pt x="5627096" y="2064527"/>
                  <a:pt x="5627096" y="2064527"/>
                  <a:pt x="5627096" y="2064527"/>
                </a:cubicBezTo>
                <a:cubicBezTo>
                  <a:pt x="5627096" y="2053216"/>
                  <a:pt x="5627096" y="2053216"/>
                  <a:pt x="5627096" y="2049446"/>
                </a:cubicBezTo>
                <a:cubicBezTo>
                  <a:pt x="5627096" y="2045676"/>
                  <a:pt x="5627096" y="2045676"/>
                  <a:pt x="5627096" y="2045676"/>
                </a:cubicBezTo>
                <a:cubicBezTo>
                  <a:pt x="5627096" y="2041905"/>
                  <a:pt x="5627096" y="2041905"/>
                  <a:pt x="5627096" y="2041905"/>
                </a:cubicBezTo>
                <a:cubicBezTo>
                  <a:pt x="5483965" y="1800607"/>
                  <a:pt x="5442532" y="1732743"/>
                  <a:pt x="5269268" y="1483901"/>
                </a:cubicBezTo>
                <a:cubicBezTo>
                  <a:pt x="5269268" y="1483901"/>
                  <a:pt x="5261735" y="1483901"/>
                  <a:pt x="5254202" y="1476360"/>
                </a:cubicBezTo>
                <a:close/>
                <a:moveTo>
                  <a:pt x="6014292" y="1436903"/>
                </a:moveTo>
                <a:lnTo>
                  <a:pt x="6018270" y="1442858"/>
                </a:lnTo>
                <a:cubicBezTo>
                  <a:pt x="6040533" y="1476639"/>
                  <a:pt x="6066342" y="1516634"/>
                  <a:pt x="6098455" y="1566904"/>
                </a:cubicBezTo>
                <a:cubicBezTo>
                  <a:pt x="6105984" y="1574439"/>
                  <a:pt x="6114453" y="1584799"/>
                  <a:pt x="6122452" y="1595630"/>
                </a:cubicBezTo>
                <a:lnTo>
                  <a:pt x="6131062" y="1608461"/>
                </a:lnTo>
                <a:lnTo>
                  <a:pt x="6127307" y="1603621"/>
                </a:lnTo>
                <a:lnTo>
                  <a:pt x="6107599" y="1580493"/>
                </a:lnTo>
                <a:lnTo>
                  <a:pt x="6106596" y="1578664"/>
                </a:lnTo>
                <a:cubicBezTo>
                  <a:pt x="6106596" y="1578664"/>
                  <a:pt x="6106596" y="1578664"/>
                  <a:pt x="6102830" y="1574897"/>
                </a:cubicBezTo>
                <a:lnTo>
                  <a:pt x="6107599" y="1580493"/>
                </a:lnTo>
                <a:lnTo>
                  <a:pt x="6170613" y="1695443"/>
                </a:lnTo>
                <a:cubicBezTo>
                  <a:pt x="6166847" y="1695443"/>
                  <a:pt x="6163082" y="1691677"/>
                  <a:pt x="6163082" y="1687910"/>
                </a:cubicBezTo>
                <a:cubicBezTo>
                  <a:pt x="6110362" y="1593733"/>
                  <a:pt x="6110362" y="1593733"/>
                  <a:pt x="6110362" y="1593733"/>
                </a:cubicBezTo>
                <a:cubicBezTo>
                  <a:pt x="6099065" y="1578664"/>
                  <a:pt x="6099065" y="1578664"/>
                  <a:pt x="6076471" y="1563597"/>
                </a:cubicBezTo>
                <a:cubicBezTo>
                  <a:pt x="6072705" y="1563597"/>
                  <a:pt x="6072705" y="1559830"/>
                  <a:pt x="6068939" y="1556062"/>
                </a:cubicBezTo>
                <a:cubicBezTo>
                  <a:pt x="6091533" y="1567363"/>
                  <a:pt x="6091533" y="1567363"/>
                  <a:pt x="6091533" y="1567363"/>
                </a:cubicBezTo>
                <a:cubicBezTo>
                  <a:pt x="6091533" y="1563597"/>
                  <a:pt x="6091533" y="1563597"/>
                  <a:pt x="6091533" y="1563597"/>
                </a:cubicBezTo>
                <a:close/>
                <a:moveTo>
                  <a:pt x="6011063" y="1432071"/>
                </a:moveTo>
                <a:lnTo>
                  <a:pt x="6013160" y="1435047"/>
                </a:lnTo>
                <a:lnTo>
                  <a:pt x="6014292" y="1436903"/>
                </a:lnTo>
                <a:close/>
                <a:moveTo>
                  <a:pt x="696578" y="1404897"/>
                </a:moveTo>
                <a:cubicBezTo>
                  <a:pt x="680666" y="1406364"/>
                  <a:pt x="664696" y="1410356"/>
                  <a:pt x="648725" y="1416931"/>
                </a:cubicBezTo>
                <a:cubicBezTo>
                  <a:pt x="648725" y="1420688"/>
                  <a:pt x="648725" y="1420688"/>
                  <a:pt x="648725" y="1420688"/>
                </a:cubicBezTo>
                <a:cubicBezTo>
                  <a:pt x="644968" y="1420688"/>
                  <a:pt x="644968" y="1420688"/>
                  <a:pt x="644968" y="1420688"/>
                </a:cubicBezTo>
                <a:cubicBezTo>
                  <a:pt x="644968" y="1424445"/>
                  <a:pt x="644968" y="1424445"/>
                  <a:pt x="644968" y="1424445"/>
                </a:cubicBezTo>
                <a:cubicBezTo>
                  <a:pt x="641210" y="1424445"/>
                  <a:pt x="641210" y="1424445"/>
                  <a:pt x="641210" y="1424445"/>
                </a:cubicBezTo>
                <a:cubicBezTo>
                  <a:pt x="592359" y="1559700"/>
                  <a:pt x="584843" y="1578486"/>
                  <a:pt x="539750" y="1725011"/>
                </a:cubicBezTo>
                <a:cubicBezTo>
                  <a:pt x="543508" y="1725011"/>
                  <a:pt x="543508" y="1725011"/>
                  <a:pt x="543508" y="1725011"/>
                </a:cubicBezTo>
                <a:cubicBezTo>
                  <a:pt x="547266" y="1721255"/>
                  <a:pt x="547266" y="1721255"/>
                  <a:pt x="547266" y="1721255"/>
                </a:cubicBezTo>
                <a:cubicBezTo>
                  <a:pt x="547266" y="1721255"/>
                  <a:pt x="551024" y="1721255"/>
                  <a:pt x="551024" y="1728768"/>
                </a:cubicBezTo>
                <a:lnTo>
                  <a:pt x="552718" y="1726888"/>
                </a:lnTo>
                <a:lnTo>
                  <a:pt x="546442" y="1736587"/>
                </a:lnTo>
                <a:cubicBezTo>
                  <a:pt x="542674" y="1747902"/>
                  <a:pt x="538905" y="1751673"/>
                  <a:pt x="535137" y="1755445"/>
                </a:cubicBezTo>
                <a:cubicBezTo>
                  <a:pt x="486147" y="1932703"/>
                  <a:pt x="478610" y="1947789"/>
                  <a:pt x="433388" y="2125047"/>
                </a:cubicBezTo>
                <a:cubicBezTo>
                  <a:pt x="437157" y="2121276"/>
                  <a:pt x="437157" y="2121276"/>
                  <a:pt x="437157" y="2121276"/>
                </a:cubicBezTo>
                <a:cubicBezTo>
                  <a:pt x="437157" y="2121276"/>
                  <a:pt x="437157" y="2125047"/>
                  <a:pt x="437157" y="2128819"/>
                </a:cubicBezTo>
                <a:cubicBezTo>
                  <a:pt x="463536" y="2102418"/>
                  <a:pt x="493684" y="2057161"/>
                  <a:pt x="520063" y="2030761"/>
                </a:cubicBezTo>
                <a:cubicBezTo>
                  <a:pt x="576590" y="1977960"/>
                  <a:pt x="640653" y="1932703"/>
                  <a:pt x="697180" y="1876131"/>
                </a:cubicBezTo>
                <a:cubicBezTo>
                  <a:pt x="757476" y="1702644"/>
                  <a:pt x="780086" y="1638530"/>
                  <a:pt x="836613" y="1483900"/>
                </a:cubicBezTo>
                <a:cubicBezTo>
                  <a:pt x="832845" y="1483900"/>
                  <a:pt x="832845" y="1483900"/>
                  <a:pt x="832845" y="1483900"/>
                </a:cubicBezTo>
                <a:cubicBezTo>
                  <a:pt x="829076" y="1483900"/>
                  <a:pt x="829076" y="1483900"/>
                  <a:pt x="829076" y="1483900"/>
                </a:cubicBezTo>
                <a:cubicBezTo>
                  <a:pt x="829076" y="1476357"/>
                  <a:pt x="829076" y="1476357"/>
                  <a:pt x="829076" y="1476357"/>
                </a:cubicBezTo>
                <a:cubicBezTo>
                  <a:pt x="769723" y="1521615"/>
                  <a:pt x="722853" y="1559565"/>
                  <a:pt x="685816" y="1591268"/>
                </a:cubicBezTo>
                <a:lnTo>
                  <a:pt x="638075" y="1633588"/>
                </a:lnTo>
                <a:lnTo>
                  <a:pt x="689121" y="1582243"/>
                </a:lnTo>
                <a:cubicBezTo>
                  <a:pt x="725759" y="1548429"/>
                  <a:pt x="763337" y="1520251"/>
                  <a:pt x="832855" y="1469530"/>
                </a:cubicBezTo>
                <a:cubicBezTo>
                  <a:pt x="836613" y="1465773"/>
                  <a:pt x="836613" y="1465773"/>
                  <a:pt x="836613" y="1465773"/>
                </a:cubicBezTo>
                <a:cubicBezTo>
                  <a:pt x="836613" y="1462016"/>
                  <a:pt x="836613" y="1462016"/>
                  <a:pt x="836613" y="1458259"/>
                </a:cubicBezTo>
                <a:cubicBezTo>
                  <a:pt x="791520" y="1418810"/>
                  <a:pt x="744313" y="1400494"/>
                  <a:pt x="696578" y="1404897"/>
                </a:cubicBezTo>
                <a:close/>
                <a:moveTo>
                  <a:pt x="5989198" y="1386668"/>
                </a:moveTo>
                <a:lnTo>
                  <a:pt x="5995390" y="1395375"/>
                </a:lnTo>
                <a:cubicBezTo>
                  <a:pt x="6018102" y="1427983"/>
                  <a:pt x="6043521" y="1465654"/>
                  <a:pt x="6076471" y="1514625"/>
                </a:cubicBezTo>
                <a:cubicBezTo>
                  <a:pt x="6151784" y="1635170"/>
                  <a:pt x="6151784" y="1635170"/>
                  <a:pt x="6151784" y="1635170"/>
                </a:cubicBezTo>
                <a:lnTo>
                  <a:pt x="6136959" y="1616061"/>
                </a:lnTo>
                <a:lnTo>
                  <a:pt x="6121261" y="1589876"/>
                </a:lnTo>
                <a:cubicBezTo>
                  <a:pt x="6075870" y="1514161"/>
                  <a:pt x="6075870" y="1514161"/>
                  <a:pt x="6075870" y="1514161"/>
                </a:cubicBezTo>
                <a:cubicBezTo>
                  <a:pt x="6055167" y="1483552"/>
                  <a:pt x="6036993" y="1456710"/>
                  <a:pt x="6020834" y="1432936"/>
                </a:cubicBezTo>
                <a:close/>
                <a:moveTo>
                  <a:pt x="5910737" y="1375878"/>
                </a:moveTo>
                <a:cubicBezTo>
                  <a:pt x="5910737" y="1375878"/>
                  <a:pt x="5914505" y="1379647"/>
                  <a:pt x="5914505" y="1379647"/>
                </a:cubicBezTo>
                <a:cubicBezTo>
                  <a:pt x="5937112" y="1436170"/>
                  <a:pt x="5959718" y="1492691"/>
                  <a:pt x="5978557" y="1556750"/>
                </a:cubicBezTo>
                <a:cubicBezTo>
                  <a:pt x="5982324" y="1556750"/>
                  <a:pt x="5982324" y="1556750"/>
                  <a:pt x="5982324" y="1556750"/>
                </a:cubicBezTo>
                <a:cubicBezTo>
                  <a:pt x="5982324" y="1560518"/>
                  <a:pt x="5982324" y="1560518"/>
                  <a:pt x="5982324" y="1560518"/>
                </a:cubicBezTo>
                <a:cubicBezTo>
                  <a:pt x="5982324" y="1564285"/>
                  <a:pt x="5982324" y="1564285"/>
                  <a:pt x="5982324" y="1564285"/>
                </a:cubicBezTo>
                <a:cubicBezTo>
                  <a:pt x="5986092" y="1564285"/>
                  <a:pt x="5986092" y="1564285"/>
                  <a:pt x="5986092" y="1564285"/>
                </a:cubicBezTo>
                <a:cubicBezTo>
                  <a:pt x="6008699" y="1556750"/>
                  <a:pt x="6046376" y="1552982"/>
                  <a:pt x="6068982" y="1556750"/>
                </a:cubicBezTo>
                <a:cubicBezTo>
                  <a:pt x="6072750" y="1560518"/>
                  <a:pt x="6072750" y="1564285"/>
                  <a:pt x="6076518" y="1564285"/>
                </a:cubicBezTo>
                <a:cubicBezTo>
                  <a:pt x="6050144" y="1564285"/>
                  <a:pt x="6016234" y="1568054"/>
                  <a:pt x="5989860" y="1575591"/>
                </a:cubicBezTo>
                <a:cubicBezTo>
                  <a:pt x="5993628" y="1579358"/>
                  <a:pt x="5993628" y="1579358"/>
                  <a:pt x="5993628" y="1579358"/>
                </a:cubicBezTo>
                <a:cubicBezTo>
                  <a:pt x="5993628" y="1583127"/>
                  <a:pt x="5993628" y="1583127"/>
                  <a:pt x="5993628" y="1583127"/>
                </a:cubicBezTo>
                <a:cubicBezTo>
                  <a:pt x="5997395" y="1583127"/>
                  <a:pt x="5997395" y="1583127"/>
                  <a:pt x="5997395" y="1583127"/>
                </a:cubicBezTo>
                <a:cubicBezTo>
                  <a:pt x="5997395" y="1586894"/>
                  <a:pt x="5997395" y="1586894"/>
                  <a:pt x="5997395" y="1586894"/>
                </a:cubicBezTo>
                <a:cubicBezTo>
                  <a:pt x="5997395" y="1590663"/>
                  <a:pt x="5997395" y="1590663"/>
                  <a:pt x="5997395" y="1590663"/>
                </a:cubicBezTo>
                <a:cubicBezTo>
                  <a:pt x="5997395" y="1594430"/>
                  <a:pt x="5997395" y="1594430"/>
                  <a:pt x="5997395" y="1594430"/>
                </a:cubicBezTo>
                <a:cubicBezTo>
                  <a:pt x="6001163" y="1594430"/>
                  <a:pt x="6001163" y="1594430"/>
                  <a:pt x="6001163" y="1594430"/>
                </a:cubicBezTo>
                <a:cubicBezTo>
                  <a:pt x="5997395" y="1598198"/>
                  <a:pt x="5997395" y="1598198"/>
                  <a:pt x="5997395" y="1598198"/>
                </a:cubicBezTo>
                <a:cubicBezTo>
                  <a:pt x="6121731" y="1812969"/>
                  <a:pt x="6144337" y="1854417"/>
                  <a:pt x="6249834" y="2080508"/>
                </a:cubicBezTo>
                <a:cubicBezTo>
                  <a:pt x="6317653" y="2050362"/>
                  <a:pt x="6317653" y="2050362"/>
                  <a:pt x="6340259" y="2057899"/>
                </a:cubicBezTo>
                <a:cubicBezTo>
                  <a:pt x="6340259" y="2054131"/>
                  <a:pt x="6340259" y="2054131"/>
                  <a:pt x="6340259" y="2054131"/>
                </a:cubicBezTo>
                <a:cubicBezTo>
                  <a:pt x="6336492" y="2054131"/>
                  <a:pt x="6336492" y="2054131"/>
                  <a:pt x="6336492" y="2054131"/>
                </a:cubicBezTo>
                <a:cubicBezTo>
                  <a:pt x="6336492" y="2050362"/>
                  <a:pt x="6336492" y="2050362"/>
                  <a:pt x="6336492" y="2050362"/>
                </a:cubicBezTo>
                <a:cubicBezTo>
                  <a:pt x="6336492" y="2046594"/>
                  <a:pt x="6336492" y="2046594"/>
                  <a:pt x="6336492" y="2046594"/>
                </a:cubicBezTo>
                <a:cubicBezTo>
                  <a:pt x="6336492" y="2042829"/>
                  <a:pt x="6336492" y="2042829"/>
                  <a:pt x="6336492" y="2042829"/>
                </a:cubicBezTo>
                <a:cubicBezTo>
                  <a:pt x="6336492" y="2042829"/>
                  <a:pt x="6336492" y="2042829"/>
                  <a:pt x="6336492" y="2039060"/>
                </a:cubicBezTo>
                <a:lnTo>
                  <a:pt x="6330029" y="2023936"/>
                </a:lnTo>
                <a:lnTo>
                  <a:pt x="6287511" y="1899634"/>
                </a:lnTo>
                <a:lnTo>
                  <a:pt x="6287976" y="1900100"/>
                </a:lnTo>
                <a:lnTo>
                  <a:pt x="6291263" y="1906576"/>
                </a:lnTo>
                <a:lnTo>
                  <a:pt x="6288883" y="1901008"/>
                </a:lnTo>
                <a:lnTo>
                  <a:pt x="6291279" y="1903405"/>
                </a:lnTo>
                <a:cubicBezTo>
                  <a:pt x="6310118" y="1952395"/>
                  <a:pt x="6325188" y="1997612"/>
                  <a:pt x="6340259" y="2050362"/>
                </a:cubicBezTo>
                <a:cubicBezTo>
                  <a:pt x="6344027" y="2054131"/>
                  <a:pt x="6344027" y="2054131"/>
                  <a:pt x="6344027" y="2054131"/>
                </a:cubicBezTo>
                <a:cubicBezTo>
                  <a:pt x="6344027" y="2057899"/>
                  <a:pt x="6344027" y="2057899"/>
                  <a:pt x="6344027" y="2057899"/>
                </a:cubicBezTo>
                <a:cubicBezTo>
                  <a:pt x="6347795" y="2057899"/>
                  <a:pt x="6347795" y="2057899"/>
                  <a:pt x="6347795" y="2057899"/>
                </a:cubicBezTo>
                <a:cubicBezTo>
                  <a:pt x="6347795" y="2061668"/>
                  <a:pt x="6347795" y="2061668"/>
                  <a:pt x="6347795" y="2061668"/>
                </a:cubicBezTo>
                <a:cubicBezTo>
                  <a:pt x="6359098" y="2076740"/>
                  <a:pt x="6374169" y="2095581"/>
                  <a:pt x="6381704" y="2110653"/>
                </a:cubicBezTo>
                <a:cubicBezTo>
                  <a:pt x="6385472" y="2121958"/>
                  <a:pt x="6385472" y="2121958"/>
                  <a:pt x="6385472" y="2121958"/>
                </a:cubicBezTo>
                <a:cubicBezTo>
                  <a:pt x="6377937" y="2103116"/>
                  <a:pt x="6362866" y="2080508"/>
                  <a:pt x="6351563" y="2069203"/>
                </a:cubicBezTo>
                <a:cubicBezTo>
                  <a:pt x="6351563" y="2072972"/>
                  <a:pt x="6351563" y="2072972"/>
                  <a:pt x="6351563" y="2072972"/>
                </a:cubicBezTo>
                <a:cubicBezTo>
                  <a:pt x="6351563" y="2076740"/>
                  <a:pt x="6351563" y="2076740"/>
                  <a:pt x="6351563" y="2076740"/>
                </a:cubicBezTo>
                <a:cubicBezTo>
                  <a:pt x="6351563" y="2080508"/>
                  <a:pt x="6351563" y="2080508"/>
                  <a:pt x="6351563" y="2080508"/>
                </a:cubicBezTo>
                <a:lnTo>
                  <a:pt x="6351588" y="2080508"/>
                </a:lnTo>
                <a:lnTo>
                  <a:pt x="6351588" y="2083388"/>
                </a:lnTo>
                <a:cubicBezTo>
                  <a:pt x="6351588" y="2083388"/>
                  <a:pt x="6351588" y="2083388"/>
                  <a:pt x="6351588" y="2087161"/>
                </a:cubicBezTo>
                <a:lnTo>
                  <a:pt x="6356647" y="2099446"/>
                </a:lnTo>
                <a:lnTo>
                  <a:pt x="6378994" y="2187035"/>
                </a:lnTo>
                <a:cubicBezTo>
                  <a:pt x="6405578" y="2299883"/>
                  <a:pt x="6429521" y="2428644"/>
                  <a:pt x="6449239" y="2570137"/>
                </a:cubicBezTo>
                <a:cubicBezTo>
                  <a:pt x="6449239" y="2577683"/>
                  <a:pt x="6452995" y="2585230"/>
                  <a:pt x="6452995" y="2592776"/>
                </a:cubicBezTo>
                <a:cubicBezTo>
                  <a:pt x="6452995" y="2592776"/>
                  <a:pt x="6452995" y="2596550"/>
                  <a:pt x="6452995" y="2596550"/>
                </a:cubicBezTo>
                <a:cubicBezTo>
                  <a:pt x="6452995" y="2600323"/>
                  <a:pt x="6452995" y="2600323"/>
                  <a:pt x="6452995" y="2600323"/>
                </a:cubicBezTo>
                <a:cubicBezTo>
                  <a:pt x="6456751" y="2600323"/>
                  <a:pt x="6456751" y="2600323"/>
                  <a:pt x="6456751" y="2600323"/>
                </a:cubicBezTo>
                <a:cubicBezTo>
                  <a:pt x="6486797" y="2543723"/>
                  <a:pt x="6490553" y="2539950"/>
                  <a:pt x="6505576" y="2532403"/>
                </a:cubicBezTo>
                <a:cubicBezTo>
                  <a:pt x="6501820" y="2517309"/>
                  <a:pt x="6498064" y="2513538"/>
                  <a:pt x="6501820" y="2513538"/>
                </a:cubicBezTo>
                <a:cubicBezTo>
                  <a:pt x="6487853" y="2466493"/>
                  <a:pt x="6476762" y="2429196"/>
                  <a:pt x="6467092" y="2397543"/>
                </a:cubicBezTo>
                <a:lnTo>
                  <a:pt x="6460130" y="2375175"/>
                </a:lnTo>
                <a:lnTo>
                  <a:pt x="6465537" y="2391682"/>
                </a:lnTo>
                <a:cubicBezTo>
                  <a:pt x="6476369" y="2425772"/>
                  <a:pt x="6488143" y="2464867"/>
                  <a:pt x="6502272" y="2513850"/>
                </a:cubicBezTo>
                <a:cubicBezTo>
                  <a:pt x="6513575" y="2536458"/>
                  <a:pt x="6513575" y="2536458"/>
                  <a:pt x="6513575" y="2536458"/>
                </a:cubicBezTo>
                <a:cubicBezTo>
                  <a:pt x="6528646" y="2606173"/>
                  <a:pt x="6538065" y="2649507"/>
                  <a:pt x="6547014" y="2695195"/>
                </a:cubicBezTo>
                <a:lnTo>
                  <a:pt x="6549028" y="2706043"/>
                </a:lnTo>
                <a:lnTo>
                  <a:pt x="6542902" y="2675784"/>
                </a:lnTo>
                <a:cubicBezTo>
                  <a:pt x="6536007" y="2642950"/>
                  <a:pt x="6527195" y="2604333"/>
                  <a:pt x="6513095" y="2543396"/>
                </a:cubicBezTo>
                <a:cubicBezTo>
                  <a:pt x="6513095" y="2539616"/>
                  <a:pt x="6509335" y="2535836"/>
                  <a:pt x="6505575" y="2532058"/>
                </a:cubicBezTo>
                <a:cubicBezTo>
                  <a:pt x="6513095" y="2550953"/>
                  <a:pt x="6513095" y="2554732"/>
                  <a:pt x="6513095" y="2554732"/>
                </a:cubicBezTo>
                <a:cubicBezTo>
                  <a:pt x="6558214" y="2747464"/>
                  <a:pt x="6558214" y="2755025"/>
                  <a:pt x="6577013" y="2879730"/>
                </a:cubicBezTo>
                <a:cubicBezTo>
                  <a:pt x="6577013" y="2868391"/>
                  <a:pt x="6577013" y="2868391"/>
                  <a:pt x="6577013" y="2868391"/>
                </a:cubicBezTo>
                <a:cubicBezTo>
                  <a:pt x="6570433" y="2828718"/>
                  <a:pt x="6565498" y="2798712"/>
                  <a:pt x="6561210" y="2773505"/>
                </a:cubicBezTo>
                <a:lnTo>
                  <a:pt x="6549985" y="2711197"/>
                </a:lnTo>
                <a:lnTo>
                  <a:pt x="6560731" y="2769090"/>
                </a:lnTo>
                <a:cubicBezTo>
                  <a:pt x="6565617" y="2796702"/>
                  <a:pt x="6571034" y="2828501"/>
                  <a:pt x="6577627" y="2868065"/>
                </a:cubicBezTo>
                <a:cubicBezTo>
                  <a:pt x="6579040" y="2882668"/>
                  <a:pt x="6580276" y="2895446"/>
                  <a:pt x="6581373" y="2906743"/>
                </a:cubicBezTo>
                <a:lnTo>
                  <a:pt x="6583065" y="2924087"/>
                </a:lnTo>
                <a:lnTo>
                  <a:pt x="6580611" y="2909290"/>
                </a:lnTo>
                <a:cubicBezTo>
                  <a:pt x="6577445" y="2890201"/>
                  <a:pt x="6577445" y="2890201"/>
                  <a:pt x="6577445" y="2890201"/>
                </a:cubicBezTo>
                <a:cubicBezTo>
                  <a:pt x="6532418" y="2603523"/>
                  <a:pt x="6509905" y="2554486"/>
                  <a:pt x="6509905" y="2554486"/>
                </a:cubicBezTo>
                <a:cubicBezTo>
                  <a:pt x="6509905" y="2550714"/>
                  <a:pt x="6509905" y="2550714"/>
                  <a:pt x="6506152" y="2543171"/>
                </a:cubicBezTo>
                <a:cubicBezTo>
                  <a:pt x="6487391" y="2554486"/>
                  <a:pt x="6487391" y="2554486"/>
                  <a:pt x="6461125" y="2611068"/>
                </a:cubicBezTo>
                <a:cubicBezTo>
                  <a:pt x="6461125" y="2614841"/>
                  <a:pt x="6461125" y="2614841"/>
                  <a:pt x="6461125" y="2614841"/>
                </a:cubicBezTo>
                <a:cubicBezTo>
                  <a:pt x="6461125" y="2618614"/>
                  <a:pt x="6461125" y="2618614"/>
                  <a:pt x="6461125" y="2618614"/>
                </a:cubicBezTo>
                <a:cubicBezTo>
                  <a:pt x="6461125" y="2626158"/>
                  <a:pt x="6461125" y="2626158"/>
                  <a:pt x="6461125" y="2633700"/>
                </a:cubicBezTo>
                <a:lnTo>
                  <a:pt x="6481092" y="2707963"/>
                </a:lnTo>
                <a:lnTo>
                  <a:pt x="6479526" y="2702696"/>
                </a:lnTo>
                <a:cubicBezTo>
                  <a:pt x="6473695" y="2683239"/>
                  <a:pt x="6467284" y="2661983"/>
                  <a:pt x="6460162" y="2638424"/>
                </a:cubicBezTo>
                <a:lnTo>
                  <a:pt x="6457283" y="2638424"/>
                </a:lnTo>
                <a:lnTo>
                  <a:pt x="6456980" y="2634846"/>
                </a:lnTo>
                <a:cubicBezTo>
                  <a:pt x="6453232" y="2634846"/>
                  <a:pt x="6453232" y="2631077"/>
                  <a:pt x="6453232" y="2631077"/>
                </a:cubicBezTo>
                <a:cubicBezTo>
                  <a:pt x="6453232" y="2627309"/>
                  <a:pt x="6453232" y="2627309"/>
                  <a:pt x="6453232" y="2627309"/>
                </a:cubicBezTo>
                <a:cubicBezTo>
                  <a:pt x="6385763" y="2778033"/>
                  <a:pt x="6359525" y="2834557"/>
                  <a:pt x="6359525" y="2834557"/>
                </a:cubicBezTo>
                <a:cubicBezTo>
                  <a:pt x="6359525" y="2838321"/>
                  <a:pt x="6359525" y="2838321"/>
                  <a:pt x="6359525" y="2838321"/>
                </a:cubicBezTo>
                <a:cubicBezTo>
                  <a:pt x="6363273" y="2845859"/>
                  <a:pt x="6367022" y="2857160"/>
                  <a:pt x="6363273" y="2876000"/>
                </a:cubicBezTo>
                <a:cubicBezTo>
                  <a:pt x="6430742" y="3060607"/>
                  <a:pt x="6438239" y="3086984"/>
                  <a:pt x="6490715" y="3252778"/>
                </a:cubicBezTo>
                <a:cubicBezTo>
                  <a:pt x="6494463" y="3249010"/>
                  <a:pt x="6494463" y="3249010"/>
                  <a:pt x="6494463" y="3249010"/>
                </a:cubicBezTo>
                <a:cubicBezTo>
                  <a:pt x="6492589" y="3145390"/>
                  <a:pt x="6488841" y="3041773"/>
                  <a:pt x="6482750" y="2939109"/>
                </a:cubicBezTo>
                <a:lnTo>
                  <a:pt x="6463679" y="2713942"/>
                </a:lnTo>
                <a:lnTo>
                  <a:pt x="6485803" y="2942312"/>
                </a:lnTo>
                <a:cubicBezTo>
                  <a:pt x="6492450" y="3044532"/>
                  <a:pt x="6496249" y="3147240"/>
                  <a:pt x="6498148" y="3249007"/>
                </a:cubicBezTo>
                <a:cubicBezTo>
                  <a:pt x="6498148" y="3252778"/>
                  <a:pt x="6498148" y="3252778"/>
                  <a:pt x="6498148" y="3252778"/>
                </a:cubicBezTo>
                <a:cubicBezTo>
                  <a:pt x="6547531" y="3105779"/>
                  <a:pt x="6547531" y="3105779"/>
                  <a:pt x="6562726" y="3015326"/>
                </a:cubicBezTo>
                <a:cubicBezTo>
                  <a:pt x="6554179" y="2978583"/>
                  <a:pt x="6547056" y="2948434"/>
                  <a:pt x="6540290" y="2920936"/>
                </a:cubicBezTo>
                <a:lnTo>
                  <a:pt x="6532767" y="2891847"/>
                </a:lnTo>
                <a:lnTo>
                  <a:pt x="6569941" y="3014652"/>
                </a:lnTo>
                <a:cubicBezTo>
                  <a:pt x="6572755" y="3000511"/>
                  <a:pt x="6575100" y="2989431"/>
                  <a:pt x="6577035" y="2980536"/>
                </a:cubicBezTo>
                <a:lnTo>
                  <a:pt x="6578810" y="2972470"/>
                </a:lnTo>
                <a:lnTo>
                  <a:pt x="6576683" y="2982814"/>
                </a:lnTo>
                <a:cubicBezTo>
                  <a:pt x="6573441" y="2996440"/>
                  <a:pt x="6570663" y="3009600"/>
                  <a:pt x="6570663" y="3022755"/>
                </a:cubicBezTo>
                <a:cubicBezTo>
                  <a:pt x="6570663" y="3030273"/>
                  <a:pt x="6574367" y="3037797"/>
                  <a:pt x="6570663" y="3045315"/>
                </a:cubicBezTo>
                <a:cubicBezTo>
                  <a:pt x="6573904" y="3064111"/>
                  <a:pt x="6576740" y="3080616"/>
                  <a:pt x="6579236" y="3095308"/>
                </a:cubicBezTo>
                <a:lnTo>
                  <a:pt x="6583615" y="3121492"/>
                </a:lnTo>
                <a:lnTo>
                  <a:pt x="6578842" y="3094520"/>
                </a:lnTo>
                <a:cubicBezTo>
                  <a:pt x="6576307" y="3080729"/>
                  <a:pt x="6573426" y="3065541"/>
                  <a:pt x="6570133" y="3048579"/>
                </a:cubicBezTo>
                <a:cubicBezTo>
                  <a:pt x="6566370" y="3044810"/>
                  <a:pt x="6566370" y="3044810"/>
                  <a:pt x="6566370" y="3044810"/>
                </a:cubicBezTo>
                <a:cubicBezTo>
                  <a:pt x="6543793" y="3123958"/>
                  <a:pt x="6536267" y="3150341"/>
                  <a:pt x="6502400" y="3259637"/>
                </a:cubicBezTo>
                <a:cubicBezTo>
                  <a:pt x="6502400" y="3263405"/>
                  <a:pt x="6502400" y="3263405"/>
                  <a:pt x="6502400" y="3263405"/>
                </a:cubicBezTo>
                <a:cubicBezTo>
                  <a:pt x="6502400" y="3267174"/>
                  <a:pt x="6502400" y="3267174"/>
                  <a:pt x="6502400" y="3267174"/>
                </a:cubicBezTo>
                <a:cubicBezTo>
                  <a:pt x="6502400" y="3270943"/>
                  <a:pt x="6502400" y="3270943"/>
                  <a:pt x="6502400" y="3270943"/>
                </a:cubicBezTo>
                <a:cubicBezTo>
                  <a:pt x="6502400" y="3274711"/>
                  <a:pt x="6502400" y="3274711"/>
                  <a:pt x="6502400" y="3274711"/>
                </a:cubicBezTo>
                <a:cubicBezTo>
                  <a:pt x="6502400" y="3278480"/>
                  <a:pt x="6502400" y="3278480"/>
                  <a:pt x="6502400" y="3278480"/>
                </a:cubicBezTo>
                <a:cubicBezTo>
                  <a:pt x="6502400" y="3282250"/>
                  <a:pt x="6502400" y="3282250"/>
                  <a:pt x="6502400" y="3282250"/>
                </a:cubicBezTo>
                <a:cubicBezTo>
                  <a:pt x="6502400" y="3286018"/>
                  <a:pt x="6502400" y="3286018"/>
                  <a:pt x="6502400" y="3286018"/>
                </a:cubicBezTo>
                <a:cubicBezTo>
                  <a:pt x="6540030" y="3417917"/>
                  <a:pt x="6543793" y="3436761"/>
                  <a:pt x="6570133" y="3538518"/>
                </a:cubicBezTo>
                <a:cubicBezTo>
                  <a:pt x="6570133" y="3534749"/>
                  <a:pt x="6570133" y="3534749"/>
                  <a:pt x="6570133" y="3534749"/>
                </a:cubicBezTo>
                <a:cubicBezTo>
                  <a:pt x="6583304" y="3472564"/>
                  <a:pt x="6590829" y="3437703"/>
                  <a:pt x="6595533" y="3408495"/>
                </a:cubicBezTo>
                <a:lnTo>
                  <a:pt x="6598404" y="3385556"/>
                </a:lnTo>
                <a:lnTo>
                  <a:pt x="6597403" y="3397384"/>
                </a:lnTo>
                <a:cubicBezTo>
                  <a:pt x="6594575" y="3425253"/>
                  <a:pt x="6590805" y="3453595"/>
                  <a:pt x="6585149" y="3478158"/>
                </a:cubicBezTo>
                <a:cubicBezTo>
                  <a:pt x="6581379" y="3497053"/>
                  <a:pt x="6573838" y="3519727"/>
                  <a:pt x="6573838" y="3534842"/>
                </a:cubicBezTo>
                <a:cubicBezTo>
                  <a:pt x="6573838" y="3557516"/>
                  <a:pt x="6573838" y="3557516"/>
                  <a:pt x="6573838" y="3561295"/>
                </a:cubicBezTo>
                <a:cubicBezTo>
                  <a:pt x="6582321" y="3612311"/>
                  <a:pt x="6586563" y="3631441"/>
                  <a:pt x="6588154" y="3648978"/>
                </a:cubicBezTo>
                <a:lnTo>
                  <a:pt x="6588239" y="3650985"/>
                </a:lnTo>
                <a:lnTo>
                  <a:pt x="6585184" y="3680621"/>
                </a:lnTo>
                <a:lnTo>
                  <a:pt x="6584951" y="3682894"/>
                </a:lnTo>
                <a:lnTo>
                  <a:pt x="6584951" y="3682083"/>
                </a:lnTo>
                <a:cubicBezTo>
                  <a:pt x="6584951" y="3682083"/>
                  <a:pt x="6584951" y="3682083"/>
                  <a:pt x="6584951" y="3678323"/>
                </a:cubicBezTo>
                <a:cubicBezTo>
                  <a:pt x="6584951" y="3674562"/>
                  <a:pt x="6584951" y="3674562"/>
                  <a:pt x="6584951" y="3674562"/>
                </a:cubicBezTo>
                <a:cubicBezTo>
                  <a:pt x="6584951" y="3648238"/>
                  <a:pt x="6584951" y="3636957"/>
                  <a:pt x="6569923" y="3565506"/>
                </a:cubicBezTo>
                <a:cubicBezTo>
                  <a:pt x="6569923" y="3569267"/>
                  <a:pt x="6569923" y="3569267"/>
                  <a:pt x="6569923" y="3569267"/>
                </a:cubicBezTo>
                <a:cubicBezTo>
                  <a:pt x="6532352" y="3708407"/>
                  <a:pt x="6524837" y="3742252"/>
                  <a:pt x="6472238" y="3896435"/>
                </a:cubicBezTo>
                <a:cubicBezTo>
                  <a:pt x="6472238" y="3900195"/>
                  <a:pt x="6472238" y="3900195"/>
                  <a:pt x="6472238" y="3900195"/>
                </a:cubicBezTo>
                <a:cubicBezTo>
                  <a:pt x="6472238" y="3903956"/>
                  <a:pt x="6472238" y="3903956"/>
                  <a:pt x="6472238" y="3903956"/>
                </a:cubicBezTo>
                <a:cubicBezTo>
                  <a:pt x="6472238" y="3911477"/>
                  <a:pt x="6472238" y="3911477"/>
                  <a:pt x="6472238" y="3918998"/>
                </a:cubicBezTo>
                <a:cubicBezTo>
                  <a:pt x="6472238" y="3922758"/>
                  <a:pt x="6472238" y="3922758"/>
                  <a:pt x="6472238" y="3922758"/>
                </a:cubicBezTo>
                <a:cubicBezTo>
                  <a:pt x="6494781" y="3982927"/>
                  <a:pt x="6502295" y="4001730"/>
                  <a:pt x="6517323" y="4024293"/>
                </a:cubicBezTo>
                <a:cubicBezTo>
                  <a:pt x="6521080" y="4020533"/>
                  <a:pt x="6521080" y="4016772"/>
                  <a:pt x="6524837" y="4016772"/>
                </a:cubicBezTo>
                <a:lnTo>
                  <a:pt x="6525067" y="4015729"/>
                </a:lnTo>
                <a:lnTo>
                  <a:pt x="6524718" y="4024149"/>
                </a:lnTo>
                <a:cubicBezTo>
                  <a:pt x="6524251" y="4026964"/>
                  <a:pt x="6523318" y="4029778"/>
                  <a:pt x="6521450" y="4035406"/>
                </a:cubicBezTo>
                <a:lnTo>
                  <a:pt x="6528405" y="4035406"/>
                </a:lnTo>
                <a:lnTo>
                  <a:pt x="6528103" y="4036693"/>
                </a:lnTo>
                <a:lnTo>
                  <a:pt x="6525618" y="4039183"/>
                </a:lnTo>
                <a:cubicBezTo>
                  <a:pt x="6521847" y="4042961"/>
                  <a:pt x="6521847" y="4042961"/>
                  <a:pt x="6521847" y="4042961"/>
                </a:cubicBezTo>
                <a:cubicBezTo>
                  <a:pt x="6518077" y="4042961"/>
                  <a:pt x="6518077" y="4042961"/>
                  <a:pt x="6518077" y="4042961"/>
                </a:cubicBezTo>
                <a:cubicBezTo>
                  <a:pt x="6518077" y="4050515"/>
                  <a:pt x="6514307" y="4050515"/>
                  <a:pt x="6514307" y="4050515"/>
                </a:cubicBezTo>
                <a:cubicBezTo>
                  <a:pt x="6457752" y="4254481"/>
                  <a:pt x="6450211" y="4273367"/>
                  <a:pt x="6382345" y="4454670"/>
                </a:cubicBezTo>
                <a:cubicBezTo>
                  <a:pt x="6382345" y="4458448"/>
                  <a:pt x="6382345" y="4458448"/>
                  <a:pt x="6382345" y="4458448"/>
                </a:cubicBezTo>
                <a:cubicBezTo>
                  <a:pt x="6382345" y="4462225"/>
                  <a:pt x="6382345" y="4462225"/>
                  <a:pt x="6382345" y="4462225"/>
                </a:cubicBezTo>
                <a:cubicBezTo>
                  <a:pt x="6378575" y="4466002"/>
                  <a:pt x="6378575" y="4466002"/>
                  <a:pt x="6378575" y="4466002"/>
                </a:cubicBezTo>
                <a:cubicBezTo>
                  <a:pt x="6378575" y="4469779"/>
                  <a:pt x="6378575" y="4469779"/>
                  <a:pt x="6378575" y="4469779"/>
                </a:cubicBezTo>
                <a:cubicBezTo>
                  <a:pt x="6378575" y="4473556"/>
                  <a:pt x="6378575" y="4473556"/>
                  <a:pt x="6378575" y="4473556"/>
                </a:cubicBezTo>
                <a:cubicBezTo>
                  <a:pt x="6389886" y="4469779"/>
                  <a:pt x="6396484" y="4467890"/>
                  <a:pt x="6401668" y="4463169"/>
                </a:cubicBezTo>
                <a:lnTo>
                  <a:pt x="6402549" y="4461959"/>
                </a:lnTo>
                <a:lnTo>
                  <a:pt x="6400675" y="4465673"/>
                </a:lnTo>
                <a:cubicBezTo>
                  <a:pt x="6391673" y="4482428"/>
                  <a:pt x="6387436" y="4483839"/>
                  <a:pt x="6370490" y="4481017"/>
                </a:cubicBezTo>
                <a:cubicBezTo>
                  <a:pt x="6370490" y="4484779"/>
                  <a:pt x="6370490" y="4484779"/>
                  <a:pt x="6370490" y="4484779"/>
                </a:cubicBezTo>
                <a:cubicBezTo>
                  <a:pt x="6370490" y="4488542"/>
                  <a:pt x="6370490" y="4488542"/>
                  <a:pt x="6370490" y="4488542"/>
                </a:cubicBezTo>
                <a:cubicBezTo>
                  <a:pt x="6366725" y="4488542"/>
                  <a:pt x="6366725" y="4488542"/>
                  <a:pt x="6366725" y="4488542"/>
                </a:cubicBezTo>
                <a:cubicBezTo>
                  <a:pt x="6366725" y="4492304"/>
                  <a:pt x="6366725" y="4492304"/>
                  <a:pt x="6366725" y="4492304"/>
                </a:cubicBezTo>
                <a:lnTo>
                  <a:pt x="6364955" y="4498272"/>
                </a:lnTo>
                <a:lnTo>
                  <a:pt x="6363669" y="4499550"/>
                </a:lnTo>
                <a:cubicBezTo>
                  <a:pt x="6277359" y="4700704"/>
                  <a:pt x="6257856" y="4737390"/>
                  <a:pt x="6185706" y="4872180"/>
                </a:cubicBezTo>
                <a:lnTo>
                  <a:pt x="6176850" y="4888751"/>
                </a:lnTo>
                <a:lnTo>
                  <a:pt x="6192541" y="4858512"/>
                </a:lnTo>
                <a:cubicBezTo>
                  <a:pt x="6276044" y="4697900"/>
                  <a:pt x="6290503" y="4670702"/>
                  <a:pt x="6359909" y="4499273"/>
                </a:cubicBezTo>
                <a:cubicBezTo>
                  <a:pt x="6359909" y="4495506"/>
                  <a:pt x="6359909" y="4495506"/>
                  <a:pt x="6359909" y="4495506"/>
                </a:cubicBezTo>
                <a:cubicBezTo>
                  <a:pt x="6363686" y="4495506"/>
                  <a:pt x="6363686" y="4495506"/>
                  <a:pt x="6363686" y="4495506"/>
                </a:cubicBezTo>
                <a:cubicBezTo>
                  <a:pt x="6363686" y="4491738"/>
                  <a:pt x="6363686" y="4491738"/>
                  <a:pt x="6363686" y="4491738"/>
                </a:cubicBezTo>
                <a:cubicBezTo>
                  <a:pt x="6363686" y="4487970"/>
                  <a:pt x="6363686" y="4487970"/>
                  <a:pt x="6363686" y="4487970"/>
                </a:cubicBezTo>
                <a:cubicBezTo>
                  <a:pt x="6363686" y="4484203"/>
                  <a:pt x="6363686" y="4484203"/>
                  <a:pt x="6363686" y="4484203"/>
                </a:cubicBezTo>
                <a:cubicBezTo>
                  <a:pt x="6367463" y="4480435"/>
                  <a:pt x="6367463" y="4480435"/>
                  <a:pt x="6367463" y="4480435"/>
                </a:cubicBezTo>
                <a:cubicBezTo>
                  <a:pt x="6333469" y="4454061"/>
                  <a:pt x="6329691" y="4454061"/>
                  <a:pt x="6288143" y="4386243"/>
                </a:cubicBezTo>
                <a:cubicBezTo>
                  <a:pt x="6288143" y="4390011"/>
                  <a:pt x="6288143" y="4390011"/>
                  <a:pt x="6288143" y="4390011"/>
                </a:cubicBezTo>
                <a:cubicBezTo>
                  <a:pt x="6284365" y="4393779"/>
                  <a:pt x="6284365" y="4393779"/>
                  <a:pt x="6280588" y="4397546"/>
                </a:cubicBezTo>
                <a:cubicBezTo>
                  <a:pt x="6182382" y="4601000"/>
                  <a:pt x="6159719" y="4649980"/>
                  <a:pt x="6046404" y="4853434"/>
                </a:cubicBezTo>
                <a:cubicBezTo>
                  <a:pt x="6046404" y="4857202"/>
                  <a:pt x="6046404" y="4857202"/>
                  <a:pt x="6046404" y="4857202"/>
                </a:cubicBezTo>
                <a:cubicBezTo>
                  <a:pt x="6046404" y="4860969"/>
                  <a:pt x="6046404" y="4860969"/>
                  <a:pt x="6046404" y="4860969"/>
                </a:cubicBezTo>
                <a:cubicBezTo>
                  <a:pt x="6046404" y="4868505"/>
                  <a:pt x="6046404" y="4868505"/>
                  <a:pt x="6046404" y="4868505"/>
                </a:cubicBezTo>
                <a:cubicBezTo>
                  <a:pt x="6042627" y="4868505"/>
                  <a:pt x="6042627" y="4868505"/>
                  <a:pt x="6042627" y="4868505"/>
                </a:cubicBezTo>
                <a:cubicBezTo>
                  <a:pt x="6042627" y="4872272"/>
                  <a:pt x="6042627" y="4872272"/>
                  <a:pt x="6042627" y="4872272"/>
                </a:cubicBezTo>
                <a:cubicBezTo>
                  <a:pt x="6042627" y="4876040"/>
                  <a:pt x="6042627" y="4876040"/>
                  <a:pt x="6042627" y="4876040"/>
                </a:cubicBezTo>
                <a:cubicBezTo>
                  <a:pt x="6038850" y="4879808"/>
                  <a:pt x="6038850" y="4879808"/>
                  <a:pt x="6038850" y="4879808"/>
                </a:cubicBezTo>
                <a:cubicBezTo>
                  <a:pt x="6095507" y="4940090"/>
                  <a:pt x="6099285" y="4940090"/>
                  <a:pt x="6140833" y="4951393"/>
                </a:cubicBezTo>
                <a:lnTo>
                  <a:pt x="6151025" y="4937839"/>
                </a:lnTo>
                <a:lnTo>
                  <a:pt x="6150264" y="4942372"/>
                </a:lnTo>
                <a:cubicBezTo>
                  <a:pt x="6149316" y="4945199"/>
                  <a:pt x="6147419" y="4949910"/>
                  <a:pt x="6143625" y="4959331"/>
                </a:cubicBezTo>
                <a:cubicBezTo>
                  <a:pt x="6185358" y="4944256"/>
                  <a:pt x="6185358" y="4940488"/>
                  <a:pt x="6208121" y="4902801"/>
                </a:cubicBezTo>
                <a:cubicBezTo>
                  <a:pt x="6246059" y="4831195"/>
                  <a:pt x="6246059" y="4831195"/>
                  <a:pt x="6246059" y="4831195"/>
                </a:cubicBezTo>
                <a:cubicBezTo>
                  <a:pt x="6257441" y="4808583"/>
                  <a:pt x="6268585" y="4784558"/>
                  <a:pt x="6279433" y="4759178"/>
                </a:cubicBezTo>
                <a:lnTo>
                  <a:pt x="6280830" y="4755635"/>
                </a:lnTo>
                <a:lnTo>
                  <a:pt x="6282173" y="4752848"/>
                </a:lnTo>
                <a:cubicBezTo>
                  <a:pt x="6298678" y="4717576"/>
                  <a:pt x="6315579" y="4680188"/>
                  <a:pt x="6331885" y="4643857"/>
                </a:cubicBezTo>
                <a:lnTo>
                  <a:pt x="6374735" y="4548527"/>
                </a:lnTo>
                <a:lnTo>
                  <a:pt x="6346382" y="4614312"/>
                </a:lnTo>
                <a:cubicBezTo>
                  <a:pt x="6280858" y="4766186"/>
                  <a:pt x="6267260" y="4795448"/>
                  <a:pt x="6204621" y="4914144"/>
                </a:cubicBezTo>
                <a:cubicBezTo>
                  <a:pt x="6170711" y="4955594"/>
                  <a:pt x="6166944" y="4963130"/>
                  <a:pt x="6140569" y="4966898"/>
                </a:cubicBezTo>
                <a:cubicBezTo>
                  <a:pt x="6106659" y="5021537"/>
                  <a:pt x="6079343" y="5065812"/>
                  <a:pt x="6055383" y="5104259"/>
                </a:cubicBezTo>
                <a:lnTo>
                  <a:pt x="6035542" y="5135852"/>
                </a:lnTo>
                <a:lnTo>
                  <a:pt x="6054539" y="5104590"/>
                </a:lnTo>
                <a:cubicBezTo>
                  <a:pt x="6073798" y="5072472"/>
                  <a:pt x="6095875" y="5034990"/>
                  <a:pt x="6124997" y="4985958"/>
                </a:cubicBezTo>
                <a:cubicBezTo>
                  <a:pt x="6124997" y="4982186"/>
                  <a:pt x="6124997" y="4978414"/>
                  <a:pt x="6132513" y="4959556"/>
                </a:cubicBezTo>
                <a:cubicBezTo>
                  <a:pt x="6087420" y="4948241"/>
                  <a:pt x="6083662" y="4944469"/>
                  <a:pt x="6034811" y="4887893"/>
                </a:cubicBezTo>
                <a:cubicBezTo>
                  <a:pt x="6031054" y="4891665"/>
                  <a:pt x="6031054" y="4891665"/>
                  <a:pt x="6031054" y="4891665"/>
                </a:cubicBezTo>
                <a:cubicBezTo>
                  <a:pt x="6031054" y="4895437"/>
                  <a:pt x="6031054" y="4895437"/>
                  <a:pt x="6031054" y="4895437"/>
                </a:cubicBezTo>
                <a:cubicBezTo>
                  <a:pt x="6027296" y="4895437"/>
                  <a:pt x="6027296" y="4895437"/>
                  <a:pt x="6027296" y="4895437"/>
                </a:cubicBezTo>
                <a:cubicBezTo>
                  <a:pt x="6027296" y="4899208"/>
                  <a:pt x="6027296" y="4899208"/>
                  <a:pt x="6027296" y="4899208"/>
                </a:cubicBezTo>
                <a:cubicBezTo>
                  <a:pt x="5974687" y="5106653"/>
                  <a:pt x="5910805" y="5287695"/>
                  <a:pt x="5835650" y="5419705"/>
                </a:cubicBezTo>
                <a:cubicBezTo>
                  <a:pt x="5839408" y="5419705"/>
                  <a:pt x="5839408" y="5419705"/>
                  <a:pt x="5839408" y="5419705"/>
                </a:cubicBezTo>
                <a:cubicBezTo>
                  <a:pt x="5839408" y="5415934"/>
                  <a:pt x="5839408" y="5415934"/>
                  <a:pt x="5839408" y="5415934"/>
                </a:cubicBezTo>
                <a:lnTo>
                  <a:pt x="5842918" y="5415934"/>
                </a:lnTo>
                <a:lnTo>
                  <a:pt x="5842918" y="5419076"/>
                </a:lnTo>
                <a:lnTo>
                  <a:pt x="5824015" y="5437981"/>
                </a:lnTo>
                <a:lnTo>
                  <a:pt x="5824015" y="5434403"/>
                </a:lnTo>
                <a:cubicBezTo>
                  <a:pt x="5827769" y="5430640"/>
                  <a:pt x="5827769" y="5430640"/>
                  <a:pt x="5827769" y="5430640"/>
                </a:cubicBezTo>
                <a:cubicBezTo>
                  <a:pt x="5906603" y="5291395"/>
                  <a:pt x="5970420" y="5114517"/>
                  <a:pt x="6022976" y="4903768"/>
                </a:cubicBezTo>
                <a:cubicBezTo>
                  <a:pt x="6019222" y="4903768"/>
                  <a:pt x="6019222" y="4903768"/>
                  <a:pt x="6019222" y="4903768"/>
                </a:cubicBezTo>
                <a:cubicBezTo>
                  <a:pt x="6015468" y="4903768"/>
                  <a:pt x="6015468" y="4903768"/>
                  <a:pt x="6015468" y="4903768"/>
                </a:cubicBezTo>
                <a:cubicBezTo>
                  <a:pt x="5869063" y="5148387"/>
                  <a:pt x="5857801" y="5167204"/>
                  <a:pt x="5715150" y="5366663"/>
                </a:cubicBezTo>
                <a:cubicBezTo>
                  <a:pt x="5715150" y="5366663"/>
                  <a:pt x="5718904" y="5374190"/>
                  <a:pt x="5703888" y="5393006"/>
                </a:cubicBezTo>
                <a:cubicBezTo>
                  <a:pt x="5754567" y="5426877"/>
                  <a:pt x="5767237" y="5437461"/>
                  <a:pt x="5792576" y="5439049"/>
                </a:cubicBezTo>
                <a:lnTo>
                  <a:pt x="5823824" y="5438172"/>
                </a:lnTo>
                <a:lnTo>
                  <a:pt x="5816543" y="5445453"/>
                </a:lnTo>
                <a:lnTo>
                  <a:pt x="5785519" y="5444806"/>
                </a:lnTo>
                <a:cubicBezTo>
                  <a:pt x="5758850" y="5442863"/>
                  <a:pt x="5741189" y="5435091"/>
                  <a:pt x="5695976" y="5404003"/>
                </a:cubicBezTo>
                <a:cubicBezTo>
                  <a:pt x="5639461" y="5471830"/>
                  <a:pt x="5570228" y="5556614"/>
                  <a:pt x="5505764" y="5632918"/>
                </a:cubicBezTo>
                <a:lnTo>
                  <a:pt x="5444149" y="5704743"/>
                </a:lnTo>
                <a:lnTo>
                  <a:pt x="5447472" y="5694777"/>
                </a:lnTo>
                <a:lnTo>
                  <a:pt x="5446886" y="5695409"/>
                </a:lnTo>
                <a:lnTo>
                  <a:pt x="5447306" y="5694151"/>
                </a:lnTo>
                <a:cubicBezTo>
                  <a:pt x="5518893" y="5611252"/>
                  <a:pt x="5613086" y="5498207"/>
                  <a:pt x="5677138" y="5415308"/>
                </a:cubicBezTo>
                <a:cubicBezTo>
                  <a:pt x="5680905" y="5407772"/>
                  <a:pt x="5680905" y="5396467"/>
                  <a:pt x="5684673" y="5392699"/>
                </a:cubicBezTo>
                <a:cubicBezTo>
                  <a:pt x="5671486" y="5375742"/>
                  <a:pt x="5656415" y="5355018"/>
                  <a:pt x="5641344" y="5334293"/>
                </a:cubicBezTo>
                <a:lnTo>
                  <a:pt x="5598339" y="5276324"/>
                </a:lnTo>
                <a:lnTo>
                  <a:pt x="5602069" y="5265141"/>
                </a:lnTo>
                <a:lnTo>
                  <a:pt x="5601752" y="5264676"/>
                </a:lnTo>
                <a:lnTo>
                  <a:pt x="5601783" y="5264582"/>
                </a:lnTo>
                <a:cubicBezTo>
                  <a:pt x="5628157" y="5298495"/>
                  <a:pt x="5665834" y="5343713"/>
                  <a:pt x="5695976" y="5373858"/>
                </a:cubicBezTo>
                <a:cubicBezTo>
                  <a:pt x="5876828" y="5132697"/>
                  <a:pt x="5876828" y="5132697"/>
                  <a:pt x="6016234" y="4899072"/>
                </a:cubicBezTo>
                <a:cubicBezTo>
                  <a:pt x="6016234" y="4895304"/>
                  <a:pt x="6016234" y="4895304"/>
                  <a:pt x="6016234" y="4895304"/>
                </a:cubicBezTo>
                <a:cubicBezTo>
                  <a:pt x="6016234" y="4891536"/>
                  <a:pt x="6016234" y="4891536"/>
                  <a:pt x="6016234" y="4891536"/>
                </a:cubicBezTo>
                <a:cubicBezTo>
                  <a:pt x="6016234" y="4883999"/>
                  <a:pt x="6016234" y="4883999"/>
                  <a:pt x="6016234" y="4883999"/>
                </a:cubicBezTo>
                <a:cubicBezTo>
                  <a:pt x="6020002" y="4883999"/>
                  <a:pt x="6020002" y="4883999"/>
                  <a:pt x="6020002" y="4883999"/>
                </a:cubicBezTo>
                <a:cubicBezTo>
                  <a:pt x="6020002" y="4880231"/>
                  <a:pt x="6020002" y="4880231"/>
                  <a:pt x="6020002" y="4880231"/>
                </a:cubicBezTo>
                <a:cubicBezTo>
                  <a:pt x="6020002" y="4876463"/>
                  <a:pt x="6020002" y="4876463"/>
                  <a:pt x="6020002" y="4876463"/>
                </a:cubicBezTo>
                <a:cubicBezTo>
                  <a:pt x="6020002" y="4872695"/>
                  <a:pt x="6020002" y="4872695"/>
                  <a:pt x="6020002" y="4872695"/>
                </a:cubicBezTo>
                <a:cubicBezTo>
                  <a:pt x="5967253" y="4793564"/>
                  <a:pt x="5955950" y="4778491"/>
                  <a:pt x="5884363" y="4654142"/>
                </a:cubicBezTo>
                <a:cubicBezTo>
                  <a:pt x="5836325" y="4727621"/>
                  <a:pt x="5775570" y="4820176"/>
                  <a:pt x="5721173" y="4903193"/>
                </a:cubicBezTo>
                <a:lnTo>
                  <a:pt x="5670359" y="4980815"/>
                </a:lnTo>
                <a:lnTo>
                  <a:pt x="5673712" y="4967411"/>
                </a:lnTo>
                <a:lnTo>
                  <a:pt x="5672982" y="4968451"/>
                </a:lnTo>
                <a:lnTo>
                  <a:pt x="5673370" y="4966898"/>
                </a:lnTo>
                <a:cubicBezTo>
                  <a:pt x="5729886" y="4876463"/>
                  <a:pt x="5809008" y="4752114"/>
                  <a:pt x="5865525" y="4654142"/>
                </a:cubicBezTo>
                <a:cubicBezTo>
                  <a:pt x="5865525" y="4639070"/>
                  <a:pt x="5854221" y="4582548"/>
                  <a:pt x="5760028" y="4401677"/>
                </a:cubicBezTo>
                <a:lnTo>
                  <a:pt x="5760090" y="4401368"/>
                </a:lnTo>
                <a:lnTo>
                  <a:pt x="5760437" y="4402101"/>
                </a:lnTo>
                <a:lnTo>
                  <a:pt x="5764153" y="4383533"/>
                </a:lnTo>
                <a:lnTo>
                  <a:pt x="5820783" y="4493996"/>
                </a:lnTo>
                <a:cubicBezTo>
                  <a:pt x="5841034" y="4532620"/>
                  <a:pt x="5861757" y="4571243"/>
                  <a:pt x="5880596" y="4605156"/>
                </a:cubicBezTo>
                <a:cubicBezTo>
                  <a:pt x="6023770" y="4367763"/>
                  <a:pt x="6023770" y="4367763"/>
                  <a:pt x="6144337" y="4122834"/>
                </a:cubicBezTo>
                <a:cubicBezTo>
                  <a:pt x="6144337" y="4119066"/>
                  <a:pt x="6144337" y="4119066"/>
                  <a:pt x="6144337" y="4119066"/>
                </a:cubicBezTo>
                <a:cubicBezTo>
                  <a:pt x="6144337" y="4115297"/>
                  <a:pt x="6144337" y="4115297"/>
                  <a:pt x="6144337" y="4115297"/>
                </a:cubicBezTo>
                <a:cubicBezTo>
                  <a:pt x="6144337" y="4111529"/>
                  <a:pt x="6144337" y="4111529"/>
                  <a:pt x="6144337" y="4111529"/>
                </a:cubicBezTo>
                <a:cubicBezTo>
                  <a:pt x="6148105" y="4096457"/>
                  <a:pt x="6148105" y="4096457"/>
                  <a:pt x="6148105" y="4096457"/>
                </a:cubicBezTo>
                <a:cubicBezTo>
                  <a:pt x="6148105" y="4092689"/>
                  <a:pt x="6148105" y="4092689"/>
                  <a:pt x="6148105" y="4092689"/>
                </a:cubicBezTo>
                <a:cubicBezTo>
                  <a:pt x="6091589" y="3968340"/>
                  <a:pt x="6035073" y="3843991"/>
                  <a:pt x="5978557" y="3719642"/>
                </a:cubicBezTo>
                <a:cubicBezTo>
                  <a:pt x="5936170" y="3790295"/>
                  <a:pt x="5885306" y="3880024"/>
                  <a:pt x="5840269" y="3960215"/>
                </a:cubicBezTo>
                <a:lnTo>
                  <a:pt x="5798144" y="4035383"/>
                </a:lnTo>
                <a:lnTo>
                  <a:pt x="5798144" y="4021459"/>
                </a:lnTo>
                <a:lnTo>
                  <a:pt x="5797705" y="4022223"/>
                </a:lnTo>
                <a:lnTo>
                  <a:pt x="5797705" y="4021094"/>
                </a:lnTo>
                <a:cubicBezTo>
                  <a:pt x="5846686" y="3926890"/>
                  <a:pt x="5910737" y="3806309"/>
                  <a:pt x="5959718" y="3715874"/>
                </a:cubicBezTo>
                <a:cubicBezTo>
                  <a:pt x="5948415" y="3636743"/>
                  <a:pt x="5948415" y="3636743"/>
                  <a:pt x="5824079" y="3369205"/>
                </a:cubicBezTo>
                <a:lnTo>
                  <a:pt x="5824079" y="3368551"/>
                </a:lnTo>
                <a:lnTo>
                  <a:pt x="5824538" y="3369468"/>
                </a:lnTo>
                <a:lnTo>
                  <a:pt x="5824538" y="3351373"/>
                </a:lnTo>
                <a:lnTo>
                  <a:pt x="5858107" y="3425138"/>
                </a:lnTo>
                <a:cubicBezTo>
                  <a:pt x="5894489" y="3503209"/>
                  <a:pt x="5936169" y="3588699"/>
                  <a:pt x="5967253" y="3659352"/>
                </a:cubicBezTo>
                <a:cubicBezTo>
                  <a:pt x="6076518" y="3463408"/>
                  <a:pt x="6076518" y="3463408"/>
                  <a:pt x="6185782" y="3233559"/>
                </a:cubicBezTo>
                <a:cubicBezTo>
                  <a:pt x="6185782" y="3229793"/>
                  <a:pt x="6185782" y="3229793"/>
                  <a:pt x="6185782" y="3229793"/>
                </a:cubicBezTo>
                <a:cubicBezTo>
                  <a:pt x="6182014" y="3229793"/>
                  <a:pt x="6182014" y="3229793"/>
                  <a:pt x="6182014" y="3229793"/>
                </a:cubicBezTo>
                <a:cubicBezTo>
                  <a:pt x="6182014" y="3226023"/>
                  <a:pt x="6182014" y="3226023"/>
                  <a:pt x="6182014" y="3226023"/>
                </a:cubicBezTo>
                <a:cubicBezTo>
                  <a:pt x="6182014" y="3222254"/>
                  <a:pt x="6182014" y="3222254"/>
                  <a:pt x="6182014" y="3222254"/>
                </a:cubicBezTo>
                <a:cubicBezTo>
                  <a:pt x="6182014" y="3218488"/>
                  <a:pt x="6182014" y="3218488"/>
                  <a:pt x="6182014" y="3218488"/>
                </a:cubicBezTo>
                <a:cubicBezTo>
                  <a:pt x="6182014" y="3210950"/>
                  <a:pt x="6182014" y="3210950"/>
                  <a:pt x="6182014" y="3210950"/>
                </a:cubicBezTo>
                <a:cubicBezTo>
                  <a:pt x="6182014" y="3207182"/>
                  <a:pt x="6182014" y="3207182"/>
                  <a:pt x="6182014" y="3207182"/>
                </a:cubicBezTo>
                <a:cubicBezTo>
                  <a:pt x="6182014" y="3203416"/>
                  <a:pt x="6182014" y="3203416"/>
                  <a:pt x="6182014" y="3203416"/>
                </a:cubicBezTo>
                <a:cubicBezTo>
                  <a:pt x="6185782" y="3203416"/>
                  <a:pt x="6185782" y="3203416"/>
                  <a:pt x="6185782" y="3203416"/>
                </a:cubicBezTo>
                <a:cubicBezTo>
                  <a:pt x="6185782" y="3199648"/>
                  <a:pt x="6185782" y="3199648"/>
                  <a:pt x="6185782" y="3199648"/>
                </a:cubicBezTo>
                <a:cubicBezTo>
                  <a:pt x="6106660" y="3011241"/>
                  <a:pt x="6076518" y="2943425"/>
                  <a:pt x="5971021" y="2717334"/>
                </a:cubicBezTo>
                <a:cubicBezTo>
                  <a:pt x="5934286" y="2776684"/>
                  <a:pt x="5891193" y="2850874"/>
                  <a:pt x="5854457" y="2919228"/>
                </a:cubicBezTo>
                <a:lnTo>
                  <a:pt x="5820614" y="2984290"/>
                </a:lnTo>
                <a:lnTo>
                  <a:pt x="5816996" y="2966216"/>
                </a:lnTo>
                <a:lnTo>
                  <a:pt x="5816696" y="2966791"/>
                </a:lnTo>
                <a:lnTo>
                  <a:pt x="5816544" y="2966032"/>
                </a:lnTo>
                <a:cubicBezTo>
                  <a:pt x="5857989" y="2886909"/>
                  <a:pt x="5910737" y="2781397"/>
                  <a:pt x="5952182" y="2702260"/>
                </a:cubicBezTo>
                <a:cubicBezTo>
                  <a:pt x="5922041" y="2600521"/>
                  <a:pt x="5922041" y="2600521"/>
                  <a:pt x="5771331" y="2310370"/>
                </a:cubicBezTo>
                <a:lnTo>
                  <a:pt x="5771331" y="2309665"/>
                </a:lnTo>
                <a:lnTo>
                  <a:pt x="5771749" y="2310458"/>
                </a:lnTo>
                <a:lnTo>
                  <a:pt x="5771749" y="2292355"/>
                </a:lnTo>
                <a:lnTo>
                  <a:pt x="5814424" y="2376609"/>
                </a:lnTo>
                <a:cubicBezTo>
                  <a:pt x="5860344" y="2466514"/>
                  <a:pt x="5912621" y="2567547"/>
                  <a:pt x="5952182" y="2649507"/>
                </a:cubicBezTo>
                <a:cubicBezTo>
                  <a:pt x="6027537" y="2525153"/>
                  <a:pt x="6027537" y="2525153"/>
                  <a:pt x="6125498" y="2329213"/>
                </a:cubicBezTo>
                <a:cubicBezTo>
                  <a:pt x="6125498" y="2325444"/>
                  <a:pt x="6125498" y="2325444"/>
                  <a:pt x="6125498" y="2325444"/>
                </a:cubicBezTo>
                <a:cubicBezTo>
                  <a:pt x="6121731" y="2321674"/>
                  <a:pt x="6121731" y="2321674"/>
                  <a:pt x="6121731" y="2321674"/>
                </a:cubicBezTo>
                <a:cubicBezTo>
                  <a:pt x="6121731" y="2317904"/>
                  <a:pt x="6121731" y="2317904"/>
                  <a:pt x="6121731" y="2317904"/>
                </a:cubicBezTo>
                <a:cubicBezTo>
                  <a:pt x="6121731" y="2310370"/>
                  <a:pt x="6121731" y="2310370"/>
                  <a:pt x="6121731" y="2310370"/>
                </a:cubicBezTo>
                <a:cubicBezTo>
                  <a:pt x="6121731" y="2299068"/>
                  <a:pt x="6121731" y="2299068"/>
                  <a:pt x="6121731" y="2299068"/>
                </a:cubicBezTo>
                <a:cubicBezTo>
                  <a:pt x="6121731" y="2295299"/>
                  <a:pt x="6121731" y="2295299"/>
                  <a:pt x="6121731" y="2295299"/>
                </a:cubicBezTo>
                <a:cubicBezTo>
                  <a:pt x="6012466" y="2069203"/>
                  <a:pt x="5982324" y="2008915"/>
                  <a:pt x="5846686" y="1767757"/>
                </a:cubicBezTo>
                <a:cubicBezTo>
                  <a:pt x="5825963" y="1792247"/>
                  <a:pt x="5803357" y="1821448"/>
                  <a:pt x="5781692" y="1851593"/>
                </a:cubicBezTo>
                <a:lnTo>
                  <a:pt x="5722730" y="1940515"/>
                </a:lnTo>
                <a:lnTo>
                  <a:pt x="5722730" y="1922277"/>
                </a:lnTo>
                <a:lnTo>
                  <a:pt x="5722351" y="1922950"/>
                </a:lnTo>
                <a:lnTo>
                  <a:pt x="5722351" y="1922243"/>
                </a:lnTo>
                <a:cubicBezTo>
                  <a:pt x="5752492" y="1869491"/>
                  <a:pt x="5793938" y="1801667"/>
                  <a:pt x="5827847" y="1752685"/>
                </a:cubicBezTo>
                <a:cubicBezTo>
                  <a:pt x="5790170" y="1650943"/>
                  <a:pt x="5658299" y="1458777"/>
                  <a:pt x="5609318" y="1383414"/>
                </a:cubicBezTo>
                <a:lnTo>
                  <a:pt x="5606429" y="1379080"/>
                </a:lnTo>
                <a:lnTo>
                  <a:pt x="5607927" y="1381090"/>
                </a:lnTo>
                <a:lnTo>
                  <a:pt x="5656121" y="1451535"/>
                </a:lnTo>
                <a:cubicBezTo>
                  <a:pt x="5713167" y="1535788"/>
                  <a:pt x="5776041" y="1631169"/>
                  <a:pt x="5824079" y="1707469"/>
                </a:cubicBezTo>
                <a:cubicBezTo>
                  <a:pt x="5873060" y="1662247"/>
                  <a:pt x="5918273" y="1613272"/>
                  <a:pt x="5971021" y="1571822"/>
                </a:cubicBezTo>
                <a:cubicBezTo>
                  <a:pt x="5971021" y="1568054"/>
                  <a:pt x="5971021" y="1568054"/>
                  <a:pt x="5971021" y="1568054"/>
                </a:cubicBezTo>
                <a:cubicBezTo>
                  <a:pt x="5971021" y="1564285"/>
                  <a:pt x="5971021" y="1564285"/>
                  <a:pt x="5971021" y="1564285"/>
                </a:cubicBezTo>
                <a:cubicBezTo>
                  <a:pt x="5967253" y="1564285"/>
                  <a:pt x="5967253" y="1564285"/>
                  <a:pt x="5967253" y="1564285"/>
                </a:cubicBezTo>
                <a:cubicBezTo>
                  <a:pt x="5967253" y="1560518"/>
                  <a:pt x="5967253" y="1560518"/>
                  <a:pt x="5967253" y="1560518"/>
                </a:cubicBezTo>
                <a:cubicBezTo>
                  <a:pt x="5967253" y="1556750"/>
                  <a:pt x="5967253" y="1556750"/>
                  <a:pt x="5967253" y="1556750"/>
                </a:cubicBezTo>
                <a:cubicBezTo>
                  <a:pt x="5967253" y="1552982"/>
                  <a:pt x="5967253" y="1552982"/>
                  <a:pt x="5967253" y="1552982"/>
                </a:cubicBezTo>
                <a:cubicBezTo>
                  <a:pt x="5967253" y="1549214"/>
                  <a:pt x="5967253" y="1549214"/>
                  <a:pt x="5967253" y="1549214"/>
                </a:cubicBezTo>
                <a:cubicBezTo>
                  <a:pt x="5971021" y="1549214"/>
                  <a:pt x="5971021" y="1549214"/>
                  <a:pt x="5971021" y="1549214"/>
                </a:cubicBezTo>
                <a:cubicBezTo>
                  <a:pt x="5952182" y="1485154"/>
                  <a:pt x="5933344" y="1428632"/>
                  <a:pt x="5910737" y="1375878"/>
                </a:cubicBezTo>
                <a:close/>
                <a:moveTo>
                  <a:pt x="1670644" y="1325555"/>
                </a:moveTo>
                <a:cubicBezTo>
                  <a:pt x="1670644" y="1329325"/>
                  <a:pt x="1670644" y="1329325"/>
                  <a:pt x="1670644" y="1329325"/>
                </a:cubicBezTo>
                <a:cubicBezTo>
                  <a:pt x="1666875" y="1329325"/>
                  <a:pt x="1666875" y="1329325"/>
                  <a:pt x="1666875" y="1329325"/>
                </a:cubicBezTo>
                <a:cubicBezTo>
                  <a:pt x="1666875" y="1333095"/>
                  <a:pt x="1666875" y="1333095"/>
                  <a:pt x="1666875" y="1333095"/>
                </a:cubicBezTo>
                <a:cubicBezTo>
                  <a:pt x="1730941" y="1517839"/>
                  <a:pt x="1787470" y="1747829"/>
                  <a:pt x="1832693" y="2019285"/>
                </a:cubicBezTo>
                <a:cubicBezTo>
                  <a:pt x="1832693" y="2019285"/>
                  <a:pt x="1836462" y="2019285"/>
                  <a:pt x="1836462" y="2019285"/>
                </a:cubicBezTo>
                <a:cubicBezTo>
                  <a:pt x="1843999" y="2019285"/>
                  <a:pt x="1843999" y="2019285"/>
                  <a:pt x="1843999" y="2019285"/>
                </a:cubicBezTo>
                <a:cubicBezTo>
                  <a:pt x="1957057" y="1804380"/>
                  <a:pt x="1957057" y="1804380"/>
                  <a:pt x="2100263" y="1525380"/>
                </a:cubicBezTo>
                <a:cubicBezTo>
                  <a:pt x="2100263" y="1521610"/>
                  <a:pt x="2100263" y="1521610"/>
                  <a:pt x="2100263" y="1521610"/>
                </a:cubicBezTo>
                <a:cubicBezTo>
                  <a:pt x="2096495" y="1521610"/>
                  <a:pt x="2096495" y="1521610"/>
                  <a:pt x="2096495" y="1521610"/>
                </a:cubicBezTo>
                <a:cubicBezTo>
                  <a:pt x="2088957" y="1514069"/>
                  <a:pt x="2085189" y="1502758"/>
                  <a:pt x="2092726" y="1483907"/>
                </a:cubicBezTo>
                <a:cubicBezTo>
                  <a:pt x="1874148" y="1378339"/>
                  <a:pt x="1862842" y="1374569"/>
                  <a:pt x="1674412" y="1325555"/>
                </a:cubicBezTo>
                <a:cubicBezTo>
                  <a:pt x="1670644" y="1325555"/>
                  <a:pt x="1670644" y="1325555"/>
                  <a:pt x="1670644" y="1325555"/>
                </a:cubicBezTo>
                <a:close/>
                <a:moveTo>
                  <a:pt x="2909966" y="1319203"/>
                </a:moveTo>
                <a:cubicBezTo>
                  <a:pt x="2902423" y="1326739"/>
                  <a:pt x="2894881" y="1322971"/>
                  <a:pt x="2887338" y="1322971"/>
                </a:cubicBezTo>
                <a:cubicBezTo>
                  <a:pt x="2755343" y="1567898"/>
                  <a:pt x="2755343" y="1567898"/>
                  <a:pt x="2608263" y="1835432"/>
                </a:cubicBezTo>
                <a:cubicBezTo>
                  <a:pt x="2608263" y="1839201"/>
                  <a:pt x="2608263" y="1839201"/>
                  <a:pt x="2608263" y="1839201"/>
                </a:cubicBezTo>
                <a:cubicBezTo>
                  <a:pt x="2612035" y="1842966"/>
                  <a:pt x="2612035" y="1842966"/>
                  <a:pt x="2612035" y="1842966"/>
                </a:cubicBezTo>
                <a:cubicBezTo>
                  <a:pt x="2612035" y="1846736"/>
                  <a:pt x="2612035" y="1846736"/>
                  <a:pt x="2612035" y="1846736"/>
                </a:cubicBezTo>
                <a:cubicBezTo>
                  <a:pt x="2612035" y="1850502"/>
                  <a:pt x="2612035" y="1850502"/>
                  <a:pt x="2612035" y="1850502"/>
                </a:cubicBezTo>
                <a:cubicBezTo>
                  <a:pt x="2615806" y="1858039"/>
                  <a:pt x="2615806" y="1861808"/>
                  <a:pt x="2615806" y="1873111"/>
                </a:cubicBezTo>
                <a:cubicBezTo>
                  <a:pt x="2612035" y="1873111"/>
                  <a:pt x="2612035" y="1873111"/>
                  <a:pt x="2612035" y="1873111"/>
                </a:cubicBezTo>
                <a:cubicBezTo>
                  <a:pt x="2612035" y="1876879"/>
                  <a:pt x="2612035" y="1876879"/>
                  <a:pt x="2612035" y="1876879"/>
                </a:cubicBezTo>
                <a:cubicBezTo>
                  <a:pt x="2808141" y="2076592"/>
                  <a:pt x="2842083" y="2106738"/>
                  <a:pt x="3041961" y="2347902"/>
                </a:cubicBezTo>
                <a:cubicBezTo>
                  <a:pt x="3057046" y="2340366"/>
                  <a:pt x="3057046" y="2340366"/>
                  <a:pt x="3068360" y="2344134"/>
                </a:cubicBezTo>
                <a:cubicBezTo>
                  <a:pt x="3226753" y="2072824"/>
                  <a:pt x="3226753" y="2072824"/>
                  <a:pt x="3381376" y="1793983"/>
                </a:cubicBezTo>
                <a:cubicBezTo>
                  <a:pt x="3381376" y="1786447"/>
                  <a:pt x="3381376" y="1786447"/>
                  <a:pt x="3381376" y="1786447"/>
                </a:cubicBezTo>
                <a:cubicBezTo>
                  <a:pt x="3377605" y="1782680"/>
                  <a:pt x="3377605" y="1782680"/>
                  <a:pt x="3377605" y="1782680"/>
                </a:cubicBezTo>
                <a:cubicBezTo>
                  <a:pt x="3377605" y="1778912"/>
                  <a:pt x="3377605" y="1778912"/>
                  <a:pt x="3377605" y="1778912"/>
                </a:cubicBezTo>
                <a:cubicBezTo>
                  <a:pt x="3373833" y="1771376"/>
                  <a:pt x="3373833" y="1771376"/>
                  <a:pt x="3373833" y="1771376"/>
                </a:cubicBezTo>
                <a:cubicBezTo>
                  <a:pt x="3373833" y="1763840"/>
                  <a:pt x="3373833" y="1760073"/>
                  <a:pt x="3373833" y="1752538"/>
                </a:cubicBezTo>
                <a:cubicBezTo>
                  <a:pt x="3373833" y="1748769"/>
                  <a:pt x="3373833" y="1748769"/>
                  <a:pt x="3373833" y="1748769"/>
                </a:cubicBezTo>
                <a:cubicBezTo>
                  <a:pt x="3377605" y="1748769"/>
                  <a:pt x="3377605" y="1748769"/>
                  <a:pt x="3377605" y="1748769"/>
                </a:cubicBezTo>
                <a:cubicBezTo>
                  <a:pt x="3140014" y="1503840"/>
                  <a:pt x="3128700" y="1492536"/>
                  <a:pt x="2913737" y="1319203"/>
                </a:cubicBezTo>
                <a:cubicBezTo>
                  <a:pt x="2909966" y="1319203"/>
                  <a:pt x="2909966" y="1319203"/>
                  <a:pt x="2909966" y="1319203"/>
                </a:cubicBezTo>
                <a:close/>
                <a:moveTo>
                  <a:pt x="4539033" y="1300150"/>
                </a:moveTo>
                <a:cubicBezTo>
                  <a:pt x="4407180" y="1511056"/>
                  <a:pt x="4399645" y="1522355"/>
                  <a:pt x="4264025" y="1752094"/>
                </a:cubicBezTo>
                <a:cubicBezTo>
                  <a:pt x="4264025" y="1755860"/>
                  <a:pt x="4264025" y="1755860"/>
                  <a:pt x="4264025" y="1755860"/>
                </a:cubicBezTo>
                <a:cubicBezTo>
                  <a:pt x="4264025" y="1759625"/>
                  <a:pt x="4264025" y="1759625"/>
                  <a:pt x="4264025" y="1759625"/>
                </a:cubicBezTo>
                <a:cubicBezTo>
                  <a:pt x="4267792" y="1763392"/>
                  <a:pt x="4267792" y="1763392"/>
                  <a:pt x="4267792" y="1763392"/>
                </a:cubicBezTo>
                <a:cubicBezTo>
                  <a:pt x="4267792" y="1767158"/>
                  <a:pt x="4267792" y="1767158"/>
                  <a:pt x="4267792" y="1767158"/>
                </a:cubicBezTo>
                <a:cubicBezTo>
                  <a:pt x="4271559" y="1778456"/>
                  <a:pt x="4271559" y="1782221"/>
                  <a:pt x="4271559" y="1793519"/>
                </a:cubicBezTo>
                <a:cubicBezTo>
                  <a:pt x="4267792" y="1793519"/>
                  <a:pt x="4267792" y="1793519"/>
                  <a:pt x="4267792" y="1793519"/>
                </a:cubicBezTo>
                <a:cubicBezTo>
                  <a:pt x="4267792" y="1797285"/>
                  <a:pt x="4267792" y="1797285"/>
                  <a:pt x="4267792" y="1797285"/>
                </a:cubicBezTo>
                <a:cubicBezTo>
                  <a:pt x="4267792" y="1801052"/>
                  <a:pt x="4267792" y="1801052"/>
                  <a:pt x="4267792" y="1801052"/>
                </a:cubicBezTo>
                <a:cubicBezTo>
                  <a:pt x="4471223" y="2064686"/>
                  <a:pt x="4501360" y="2102349"/>
                  <a:pt x="4693489" y="2388584"/>
                </a:cubicBezTo>
                <a:cubicBezTo>
                  <a:pt x="4704791" y="2384817"/>
                  <a:pt x="4704791" y="2384817"/>
                  <a:pt x="4716092" y="2392350"/>
                </a:cubicBezTo>
                <a:cubicBezTo>
                  <a:pt x="4863014" y="2132479"/>
                  <a:pt x="4866782" y="2124947"/>
                  <a:pt x="4991100" y="1898972"/>
                </a:cubicBezTo>
                <a:cubicBezTo>
                  <a:pt x="4991100" y="1895207"/>
                  <a:pt x="4991100" y="1895207"/>
                  <a:pt x="4991100" y="1895207"/>
                </a:cubicBezTo>
                <a:cubicBezTo>
                  <a:pt x="4987333" y="1891440"/>
                  <a:pt x="4987333" y="1891440"/>
                  <a:pt x="4987333" y="1891440"/>
                </a:cubicBezTo>
                <a:cubicBezTo>
                  <a:pt x="4987333" y="1887674"/>
                  <a:pt x="4987333" y="1887674"/>
                  <a:pt x="4987333" y="1887674"/>
                </a:cubicBezTo>
                <a:cubicBezTo>
                  <a:pt x="4987333" y="1883907"/>
                  <a:pt x="4987333" y="1883907"/>
                  <a:pt x="4987333" y="1883907"/>
                </a:cubicBezTo>
                <a:cubicBezTo>
                  <a:pt x="4987333" y="1876375"/>
                  <a:pt x="4987333" y="1876375"/>
                  <a:pt x="4987333" y="1876375"/>
                </a:cubicBezTo>
                <a:cubicBezTo>
                  <a:pt x="4983566" y="1868842"/>
                  <a:pt x="4983566" y="1868842"/>
                  <a:pt x="4987333" y="1861311"/>
                </a:cubicBezTo>
                <a:cubicBezTo>
                  <a:pt x="4987333" y="1857544"/>
                  <a:pt x="4987333" y="1857544"/>
                  <a:pt x="4987333" y="1857544"/>
                </a:cubicBezTo>
                <a:cubicBezTo>
                  <a:pt x="4987333" y="1853778"/>
                  <a:pt x="4987333" y="1853778"/>
                  <a:pt x="4987333" y="1853778"/>
                </a:cubicBezTo>
                <a:cubicBezTo>
                  <a:pt x="4810273" y="1608977"/>
                  <a:pt x="4765066" y="1541186"/>
                  <a:pt x="4561636" y="1300150"/>
                </a:cubicBezTo>
                <a:cubicBezTo>
                  <a:pt x="4557869" y="1300150"/>
                  <a:pt x="4557869" y="1300150"/>
                  <a:pt x="4557869" y="1300150"/>
                </a:cubicBezTo>
                <a:cubicBezTo>
                  <a:pt x="4557869" y="1303916"/>
                  <a:pt x="4550334" y="1303916"/>
                  <a:pt x="4539033" y="1300150"/>
                </a:cubicBezTo>
                <a:close/>
                <a:moveTo>
                  <a:pt x="1489075" y="1289057"/>
                </a:moveTo>
                <a:cubicBezTo>
                  <a:pt x="1538288" y="1292628"/>
                  <a:pt x="1538288" y="1292628"/>
                  <a:pt x="1538288" y="1292628"/>
                </a:cubicBezTo>
                <a:lnTo>
                  <a:pt x="1537902" y="1292993"/>
                </a:lnTo>
                <a:lnTo>
                  <a:pt x="1537299" y="1292900"/>
                </a:lnTo>
                <a:lnTo>
                  <a:pt x="1526859" y="1303336"/>
                </a:lnTo>
                <a:lnTo>
                  <a:pt x="1507234" y="1301278"/>
                </a:lnTo>
                <a:cubicBezTo>
                  <a:pt x="1492861" y="1299771"/>
                  <a:pt x="1492861" y="1299771"/>
                  <a:pt x="1492861" y="1299771"/>
                </a:cubicBezTo>
                <a:cubicBezTo>
                  <a:pt x="1492861" y="1296200"/>
                  <a:pt x="1492861" y="1292628"/>
                  <a:pt x="1489075" y="1289057"/>
                </a:cubicBezTo>
                <a:close/>
                <a:moveTo>
                  <a:pt x="3716443" y="1243001"/>
                </a:moveTo>
                <a:cubicBezTo>
                  <a:pt x="3573313" y="1480616"/>
                  <a:pt x="3565780" y="1495703"/>
                  <a:pt x="3422650" y="1744634"/>
                </a:cubicBezTo>
                <a:cubicBezTo>
                  <a:pt x="3426417" y="1748406"/>
                  <a:pt x="3426417" y="1748406"/>
                  <a:pt x="3426417" y="1748406"/>
                </a:cubicBezTo>
                <a:cubicBezTo>
                  <a:pt x="3426417" y="1752178"/>
                  <a:pt x="3426417" y="1752178"/>
                  <a:pt x="3426417" y="1752178"/>
                </a:cubicBezTo>
                <a:cubicBezTo>
                  <a:pt x="3430183" y="1755949"/>
                  <a:pt x="3430183" y="1755949"/>
                  <a:pt x="3430183" y="1755949"/>
                </a:cubicBezTo>
                <a:cubicBezTo>
                  <a:pt x="3430183" y="1759719"/>
                  <a:pt x="3430183" y="1759719"/>
                  <a:pt x="3430183" y="1759719"/>
                </a:cubicBezTo>
                <a:cubicBezTo>
                  <a:pt x="3430183" y="1771033"/>
                  <a:pt x="3433950" y="1774805"/>
                  <a:pt x="3430183" y="1782349"/>
                </a:cubicBezTo>
                <a:cubicBezTo>
                  <a:pt x="3430183" y="1786119"/>
                  <a:pt x="3430183" y="1786119"/>
                  <a:pt x="3430183" y="1786119"/>
                </a:cubicBezTo>
                <a:cubicBezTo>
                  <a:pt x="3430183" y="1789890"/>
                  <a:pt x="3430183" y="1789890"/>
                  <a:pt x="3430183" y="1789890"/>
                </a:cubicBezTo>
                <a:cubicBezTo>
                  <a:pt x="3637345" y="2027507"/>
                  <a:pt x="3667477" y="2065224"/>
                  <a:pt x="3874638" y="2336788"/>
                </a:cubicBezTo>
                <a:cubicBezTo>
                  <a:pt x="3878405" y="2336788"/>
                  <a:pt x="3878405" y="2333016"/>
                  <a:pt x="3878405" y="2333016"/>
                </a:cubicBezTo>
                <a:cubicBezTo>
                  <a:pt x="3889705" y="2333016"/>
                  <a:pt x="3889705" y="2333016"/>
                  <a:pt x="3901004" y="2336788"/>
                </a:cubicBezTo>
                <a:cubicBezTo>
                  <a:pt x="4051667" y="2080310"/>
                  <a:pt x="4085566" y="2031277"/>
                  <a:pt x="4221163" y="1797434"/>
                </a:cubicBezTo>
                <a:cubicBezTo>
                  <a:pt x="4217396" y="1793662"/>
                  <a:pt x="4217396" y="1793662"/>
                  <a:pt x="4217396" y="1793662"/>
                </a:cubicBezTo>
                <a:cubicBezTo>
                  <a:pt x="4217396" y="1789890"/>
                  <a:pt x="4217396" y="1789890"/>
                  <a:pt x="4217396" y="1789890"/>
                </a:cubicBezTo>
                <a:cubicBezTo>
                  <a:pt x="4217396" y="1786119"/>
                  <a:pt x="4217396" y="1786119"/>
                  <a:pt x="4217396" y="1786119"/>
                </a:cubicBezTo>
                <a:cubicBezTo>
                  <a:pt x="4213630" y="1782349"/>
                  <a:pt x="4213630" y="1782349"/>
                  <a:pt x="4213630" y="1782349"/>
                </a:cubicBezTo>
                <a:cubicBezTo>
                  <a:pt x="4213630" y="1774805"/>
                  <a:pt x="4213630" y="1774805"/>
                  <a:pt x="4213630" y="1774805"/>
                </a:cubicBezTo>
                <a:cubicBezTo>
                  <a:pt x="4213630" y="1767263"/>
                  <a:pt x="4209863" y="1763491"/>
                  <a:pt x="4213630" y="1755949"/>
                </a:cubicBezTo>
                <a:cubicBezTo>
                  <a:pt x="4213630" y="1752178"/>
                  <a:pt x="4213630" y="1752178"/>
                  <a:pt x="4213630" y="1752178"/>
                </a:cubicBezTo>
                <a:cubicBezTo>
                  <a:pt x="4014002" y="1514561"/>
                  <a:pt x="3965036" y="1461758"/>
                  <a:pt x="3739042" y="1243001"/>
                </a:cubicBezTo>
                <a:cubicBezTo>
                  <a:pt x="3735275" y="1243001"/>
                  <a:pt x="3735275" y="1243001"/>
                  <a:pt x="3735275" y="1243001"/>
                </a:cubicBezTo>
                <a:cubicBezTo>
                  <a:pt x="3727742" y="1243001"/>
                  <a:pt x="3723976" y="1246773"/>
                  <a:pt x="3716443" y="1243001"/>
                </a:cubicBezTo>
                <a:close/>
                <a:moveTo>
                  <a:pt x="729495" y="1236781"/>
                </a:moveTo>
                <a:lnTo>
                  <a:pt x="680063" y="1302273"/>
                </a:lnTo>
                <a:cubicBezTo>
                  <a:pt x="658652" y="1331317"/>
                  <a:pt x="636770" y="1361597"/>
                  <a:pt x="615123" y="1391995"/>
                </a:cubicBezTo>
                <a:lnTo>
                  <a:pt x="552355" y="1481342"/>
                </a:lnTo>
                <a:lnTo>
                  <a:pt x="555436" y="1476496"/>
                </a:lnTo>
                <a:cubicBezTo>
                  <a:pt x="597195" y="1411973"/>
                  <a:pt x="634296" y="1359563"/>
                  <a:pt x="691967" y="1284712"/>
                </a:cubicBezTo>
                <a:close/>
                <a:moveTo>
                  <a:pt x="744374" y="1217777"/>
                </a:moveTo>
                <a:lnTo>
                  <a:pt x="729495" y="1236781"/>
                </a:lnTo>
                <a:lnTo>
                  <a:pt x="742180" y="1219975"/>
                </a:lnTo>
                <a:close/>
                <a:moveTo>
                  <a:pt x="5741189" y="1217620"/>
                </a:moveTo>
                <a:cubicBezTo>
                  <a:pt x="5744957" y="1221389"/>
                  <a:pt x="5748725" y="1225156"/>
                  <a:pt x="5752492" y="1225156"/>
                </a:cubicBezTo>
                <a:cubicBezTo>
                  <a:pt x="5820312" y="1323125"/>
                  <a:pt x="5906970" y="1451241"/>
                  <a:pt x="5967253" y="1549214"/>
                </a:cubicBezTo>
                <a:cubicBezTo>
                  <a:pt x="5903202" y="1451241"/>
                  <a:pt x="5812776" y="1315589"/>
                  <a:pt x="5741189" y="1217620"/>
                </a:cubicBezTo>
                <a:close/>
                <a:moveTo>
                  <a:pt x="757238" y="1204893"/>
                </a:moveTo>
                <a:lnTo>
                  <a:pt x="729457" y="1244924"/>
                </a:lnTo>
                <a:lnTo>
                  <a:pt x="752527" y="1209612"/>
                </a:lnTo>
                <a:close/>
                <a:moveTo>
                  <a:pt x="5450385" y="1190610"/>
                </a:moveTo>
                <a:cubicBezTo>
                  <a:pt x="5367482" y="1288638"/>
                  <a:pt x="5356178" y="1303720"/>
                  <a:pt x="5265738" y="1431910"/>
                </a:cubicBezTo>
                <a:cubicBezTo>
                  <a:pt x="5269506" y="1435680"/>
                  <a:pt x="5269506" y="1435680"/>
                  <a:pt x="5269506" y="1435680"/>
                </a:cubicBezTo>
                <a:cubicBezTo>
                  <a:pt x="5269506" y="1439451"/>
                  <a:pt x="5269506" y="1439451"/>
                  <a:pt x="5269506" y="1439451"/>
                </a:cubicBezTo>
                <a:cubicBezTo>
                  <a:pt x="5277043" y="1454532"/>
                  <a:pt x="5280811" y="1469613"/>
                  <a:pt x="5277043" y="1477153"/>
                </a:cubicBezTo>
                <a:cubicBezTo>
                  <a:pt x="5442849" y="1722225"/>
                  <a:pt x="5476764" y="1767467"/>
                  <a:pt x="5631264" y="2035158"/>
                </a:cubicBezTo>
                <a:cubicBezTo>
                  <a:pt x="5635033" y="2035158"/>
                  <a:pt x="5635033" y="2035158"/>
                  <a:pt x="5635033" y="2035158"/>
                </a:cubicBezTo>
                <a:cubicBezTo>
                  <a:pt x="5638801" y="2031387"/>
                  <a:pt x="5638801" y="2031387"/>
                  <a:pt x="5638801" y="2031387"/>
                </a:cubicBezTo>
                <a:cubicBezTo>
                  <a:pt x="5593581" y="1710914"/>
                  <a:pt x="5533288" y="1431910"/>
                  <a:pt x="5461690" y="1201921"/>
                </a:cubicBezTo>
                <a:cubicBezTo>
                  <a:pt x="5461690" y="1198151"/>
                  <a:pt x="5461690" y="1198151"/>
                  <a:pt x="5461690" y="1198151"/>
                </a:cubicBezTo>
                <a:cubicBezTo>
                  <a:pt x="5457922" y="1198151"/>
                  <a:pt x="5457922" y="1198151"/>
                  <a:pt x="5457922" y="1198151"/>
                </a:cubicBezTo>
                <a:cubicBezTo>
                  <a:pt x="5457922" y="1194381"/>
                  <a:pt x="5457922" y="1194381"/>
                  <a:pt x="5457922" y="1194381"/>
                </a:cubicBezTo>
                <a:cubicBezTo>
                  <a:pt x="5454154" y="1194381"/>
                  <a:pt x="5454154" y="1194381"/>
                  <a:pt x="5454154" y="1194381"/>
                </a:cubicBezTo>
                <a:cubicBezTo>
                  <a:pt x="5450385" y="1190610"/>
                  <a:pt x="5450385" y="1190610"/>
                  <a:pt x="5450385" y="1190610"/>
                </a:cubicBezTo>
                <a:close/>
                <a:moveTo>
                  <a:pt x="776272" y="1178483"/>
                </a:moveTo>
                <a:cubicBezTo>
                  <a:pt x="768735" y="1187907"/>
                  <a:pt x="761434" y="1197096"/>
                  <a:pt x="753662" y="1207875"/>
                </a:cubicBezTo>
                <a:lnTo>
                  <a:pt x="752527" y="1209612"/>
                </a:lnTo>
                <a:lnTo>
                  <a:pt x="744374" y="1217777"/>
                </a:lnTo>
                <a:lnTo>
                  <a:pt x="757430" y="1201101"/>
                </a:lnTo>
                <a:cubicBezTo>
                  <a:pt x="776272" y="1178483"/>
                  <a:pt x="776272" y="1178483"/>
                  <a:pt x="776272" y="1178483"/>
                </a:cubicBezTo>
                <a:close/>
                <a:moveTo>
                  <a:pt x="5789795" y="1133663"/>
                </a:moveTo>
                <a:lnTo>
                  <a:pt x="5801085" y="1144963"/>
                </a:lnTo>
                <a:cubicBezTo>
                  <a:pt x="5880133" y="1235380"/>
                  <a:pt x="5902012" y="1260103"/>
                  <a:pt x="5977884" y="1370120"/>
                </a:cubicBezTo>
                <a:lnTo>
                  <a:pt x="5989198" y="1386668"/>
                </a:lnTo>
                <a:lnTo>
                  <a:pt x="5962749" y="1349479"/>
                </a:lnTo>
                <a:cubicBezTo>
                  <a:pt x="5930932" y="1305820"/>
                  <a:pt x="5899777" y="1266531"/>
                  <a:pt x="5853000" y="1210555"/>
                </a:cubicBezTo>
                <a:lnTo>
                  <a:pt x="5810526" y="1160222"/>
                </a:lnTo>
                <a:close/>
                <a:moveTo>
                  <a:pt x="5789792" y="1133661"/>
                </a:moveTo>
                <a:lnTo>
                  <a:pt x="5789793" y="1133661"/>
                </a:lnTo>
                <a:lnTo>
                  <a:pt x="5789795" y="1133663"/>
                </a:lnTo>
                <a:close/>
                <a:moveTo>
                  <a:pt x="5778500" y="1122359"/>
                </a:moveTo>
                <a:cubicBezTo>
                  <a:pt x="5778500" y="1122359"/>
                  <a:pt x="5778500" y="1122359"/>
                  <a:pt x="5788028" y="1131895"/>
                </a:cubicBezTo>
                <a:lnTo>
                  <a:pt x="5789792" y="1133661"/>
                </a:lnTo>
                <a:lnTo>
                  <a:pt x="5787983" y="1133661"/>
                </a:lnTo>
                <a:lnTo>
                  <a:pt x="5786028" y="1131368"/>
                </a:lnTo>
                <a:lnTo>
                  <a:pt x="5786028" y="1129894"/>
                </a:lnTo>
                <a:lnTo>
                  <a:pt x="5784770" y="1129894"/>
                </a:lnTo>
                <a:lnTo>
                  <a:pt x="5782264" y="1126955"/>
                </a:lnTo>
                <a:lnTo>
                  <a:pt x="5782264" y="1126127"/>
                </a:lnTo>
                <a:cubicBezTo>
                  <a:pt x="5782264" y="1126127"/>
                  <a:pt x="5782264" y="1126127"/>
                  <a:pt x="5778500" y="1122359"/>
                </a:cubicBezTo>
                <a:close/>
                <a:moveTo>
                  <a:pt x="5770761" y="1111842"/>
                </a:moveTo>
                <a:lnTo>
                  <a:pt x="5771243" y="1111842"/>
                </a:lnTo>
                <a:cubicBezTo>
                  <a:pt x="5775098" y="1115612"/>
                  <a:pt x="5775098" y="1115612"/>
                  <a:pt x="5775098" y="1115612"/>
                </a:cubicBezTo>
                <a:cubicBezTo>
                  <a:pt x="5794375" y="1138234"/>
                  <a:pt x="5794375" y="1138234"/>
                  <a:pt x="5794375" y="1138234"/>
                </a:cubicBezTo>
                <a:close/>
                <a:moveTo>
                  <a:pt x="5767973" y="1111842"/>
                </a:moveTo>
                <a:lnTo>
                  <a:pt x="5769376" y="1111842"/>
                </a:lnTo>
                <a:lnTo>
                  <a:pt x="5782264" y="1126955"/>
                </a:lnTo>
                <a:lnTo>
                  <a:pt x="5782264" y="1129894"/>
                </a:lnTo>
                <a:lnTo>
                  <a:pt x="5784770" y="1129894"/>
                </a:lnTo>
                <a:lnTo>
                  <a:pt x="5786028" y="1131368"/>
                </a:lnTo>
                <a:lnTo>
                  <a:pt x="5786028" y="1133661"/>
                </a:lnTo>
                <a:lnTo>
                  <a:pt x="5787983" y="1133661"/>
                </a:lnTo>
                <a:lnTo>
                  <a:pt x="5800413" y="1148237"/>
                </a:lnTo>
                <a:lnTo>
                  <a:pt x="5810526" y="1160222"/>
                </a:lnTo>
                <a:lnTo>
                  <a:pt x="5839183" y="1196934"/>
                </a:lnTo>
                <a:cubicBezTo>
                  <a:pt x="5903705" y="1279570"/>
                  <a:pt x="5938676" y="1324883"/>
                  <a:pt x="5987191" y="1396339"/>
                </a:cubicBezTo>
                <a:lnTo>
                  <a:pt x="6011063" y="1432071"/>
                </a:lnTo>
                <a:lnTo>
                  <a:pt x="5930550" y="1317798"/>
                </a:lnTo>
                <a:cubicBezTo>
                  <a:pt x="5875947" y="1244341"/>
                  <a:pt x="5824169" y="1181242"/>
                  <a:pt x="5786512" y="1134154"/>
                </a:cubicBezTo>
                <a:cubicBezTo>
                  <a:pt x="5782746" y="1130387"/>
                  <a:pt x="5782746" y="1130387"/>
                  <a:pt x="5782746" y="1130387"/>
                </a:cubicBezTo>
                <a:cubicBezTo>
                  <a:pt x="5827934" y="1190661"/>
                  <a:pt x="5873123" y="1277302"/>
                  <a:pt x="5914546" y="1379012"/>
                </a:cubicBezTo>
                <a:cubicBezTo>
                  <a:pt x="5914546" y="1379012"/>
                  <a:pt x="5910780" y="1375245"/>
                  <a:pt x="5910780" y="1375245"/>
                </a:cubicBezTo>
                <a:cubicBezTo>
                  <a:pt x="5869357" y="1269768"/>
                  <a:pt x="5824169" y="1186893"/>
                  <a:pt x="5775215" y="1119086"/>
                </a:cubicBezTo>
                <a:cubicBezTo>
                  <a:pt x="5775215" y="1119086"/>
                  <a:pt x="5771449" y="1115319"/>
                  <a:pt x="5771449" y="1115319"/>
                </a:cubicBezTo>
                <a:close/>
                <a:moveTo>
                  <a:pt x="5767388" y="1111362"/>
                </a:moveTo>
                <a:lnTo>
                  <a:pt x="5767683" y="1111551"/>
                </a:lnTo>
                <a:lnTo>
                  <a:pt x="5767973" y="1111842"/>
                </a:lnTo>
                <a:lnTo>
                  <a:pt x="5767388" y="1111842"/>
                </a:lnTo>
                <a:close/>
                <a:moveTo>
                  <a:pt x="5767388" y="1108072"/>
                </a:moveTo>
                <a:lnTo>
                  <a:pt x="5770761" y="1111842"/>
                </a:lnTo>
                <a:lnTo>
                  <a:pt x="5769376" y="1111842"/>
                </a:lnTo>
                <a:lnTo>
                  <a:pt x="5767388" y="1109510"/>
                </a:lnTo>
                <a:close/>
                <a:moveTo>
                  <a:pt x="980844" y="1103293"/>
                </a:moveTo>
                <a:cubicBezTo>
                  <a:pt x="806897" y="1239335"/>
                  <a:pt x="799334" y="1246893"/>
                  <a:pt x="659420" y="1401829"/>
                </a:cubicBezTo>
                <a:cubicBezTo>
                  <a:pt x="655638" y="1405608"/>
                  <a:pt x="655638" y="1405608"/>
                  <a:pt x="655638" y="1405608"/>
                </a:cubicBezTo>
                <a:cubicBezTo>
                  <a:pt x="655638" y="1409387"/>
                  <a:pt x="655638" y="1409387"/>
                  <a:pt x="655638" y="1409387"/>
                </a:cubicBezTo>
                <a:cubicBezTo>
                  <a:pt x="719923" y="1379156"/>
                  <a:pt x="784208" y="1398050"/>
                  <a:pt x="844711" y="1450955"/>
                </a:cubicBezTo>
                <a:cubicBezTo>
                  <a:pt x="848493" y="1447176"/>
                  <a:pt x="848493" y="1447176"/>
                  <a:pt x="848493" y="1447176"/>
                </a:cubicBezTo>
                <a:cubicBezTo>
                  <a:pt x="852274" y="1443398"/>
                  <a:pt x="852274" y="1443398"/>
                  <a:pt x="852274" y="1443398"/>
                </a:cubicBezTo>
                <a:cubicBezTo>
                  <a:pt x="916559" y="1280903"/>
                  <a:pt x="931685" y="1239335"/>
                  <a:pt x="992188" y="1107072"/>
                </a:cubicBezTo>
                <a:cubicBezTo>
                  <a:pt x="984625" y="1110851"/>
                  <a:pt x="984625" y="1110851"/>
                  <a:pt x="984625" y="1110851"/>
                </a:cubicBezTo>
                <a:cubicBezTo>
                  <a:pt x="980844" y="1107072"/>
                  <a:pt x="980844" y="1107072"/>
                  <a:pt x="980844" y="1103293"/>
                </a:cubicBezTo>
                <a:close/>
                <a:moveTo>
                  <a:pt x="5759492" y="1100250"/>
                </a:moveTo>
                <a:lnTo>
                  <a:pt x="5760152" y="1100250"/>
                </a:lnTo>
                <a:lnTo>
                  <a:pt x="5760152" y="1101025"/>
                </a:lnTo>
                <a:close/>
                <a:moveTo>
                  <a:pt x="5756386" y="1096609"/>
                </a:moveTo>
                <a:lnTo>
                  <a:pt x="5759492" y="1100250"/>
                </a:lnTo>
                <a:lnTo>
                  <a:pt x="5756386" y="1100250"/>
                </a:lnTo>
                <a:close/>
                <a:moveTo>
                  <a:pt x="5756279" y="1096483"/>
                </a:moveTo>
                <a:lnTo>
                  <a:pt x="5756386" y="1096483"/>
                </a:lnTo>
                <a:lnTo>
                  <a:pt x="5756386" y="1096609"/>
                </a:lnTo>
                <a:close/>
                <a:moveTo>
                  <a:pt x="5754082" y="1096483"/>
                </a:moveTo>
                <a:lnTo>
                  <a:pt x="5756275" y="1096483"/>
                </a:lnTo>
                <a:lnTo>
                  <a:pt x="5756275" y="1100134"/>
                </a:lnTo>
                <a:close/>
                <a:moveTo>
                  <a:pt x="5756275" y="1096478"/>
                </a:moveTo>
                <a:lnTo>
                  <a:pt x="5756279" y="1096483"/>
                </a:lnTo>
                <a:lnTo>
                  <a:pt x="5756275" y="1096483"/>
                </a:lnTo>
                <a:close/>
                <a:moveTo>
                  <a:pt x="5756275" y="1095651"/>
                </a:moveTo>
                <a:lnTo>
                  <a:pt x="5767388" y="1108071"/>
                </a:lnTo>
                <a:lnTo>
                  <a:pt x="5767388" y="1108072"/>
                </a:lnTo>
                <a:lnTo>
                  <a:pt x="5763171" y="1103359"/>
                </a:lnTo>
                <a:close/>
                <a:moveTo>
                  <a:pt x="5752621" y="1094053"/>
                </a:moveTo>
                <a:lnTo>
                  <a:pt x="5754082" y="1096483"/>
                </a:lnTo>
                <a:lnTo>
                  <a:pt x="5752621" y="1096483"/>
                </a:lnTo>
                <a:close/>
                <a:moveTo>
                  <a:pt x="5752962" y="1092593"/>
                </a:moveTo>
                <a:lnTo>
                  <a:pt x="5753539" y="1092593"/>
                </a:lnTo>
                <a:lnTo>
                  <a:pt x="5756275" y="1092593"/>
                </a:lnTo>
                <a:lnTo>
                  <a:pt x="5756275" y="1095651"/>
                </a:lnTo>
                <a:lnTo>
                  <a:pt x="5756275" y="1096364"/>
                </a:lnTo>
                <a:lnTo>
                  <a:pt x="5756275" y="1096478"/>
                </a:lnTo>
                <a:close/>
                <a:moveTo>
                  <a:pt x="5750436" y="1090416"/>
                </a:moveTo>
                <a:lnTo>
                  <a:pt x="5752499" y="1092593"/>
                </a:lnTo>
                <a:lnTo>
                  <a:pt x="5752506" y="1092593"/>
                </a:lnTo>
                <a:lnTo>
                  <a:pt x="5752621" y="1092716"/>
                </a:lnTo>
                <a:lnTo>
                  <a:pt x="5752621" y="1094053"/>
                </a:lnTo>
                <a:close/>
                <a:moveTo>
                  <a:pt x="5748840" y="1087760"/>
                </a:moveTo>
                <a:lnTo>
                  <a:pt x="5752962" y="1092593"/>
                </a:lnTo>
                <a:lnTo>
                  <a:pt x="5752506" y="1092593"/>
                </a:lnTo>
                <a:lnTo>
                  <a:pt x="5750376" y="1090316"/>
                </a:lnTo>
                <a:close/>
                <a:moveTo>
                  <a:pt x="5748075" y="1086486"/>
                </a:moveTo>
                <a:lnTo>
                  <a:pt x="5753539" y="1092593"/>
                </a:lnTo>
                <a:lnTo>
                  <a:pt x="5748075" y="1086486"/>
                </a:lnTo>
                <a:close/>
                <a:moveTo>
                  <a:pt x="5571927" y="1084269"/>
                </a:moveTo>
                <a:lnTo>
                  <a:pt x="5572824" y="1084888"/>
                </a:lnTo>
                <a:lnTo>
                  <a:pt x="5571867" y="1085182"/>
                </a:lnTo>
                <a:lnTo>
                  <a:pt x="5582693" y="1092402"/>
                </a:lnTo>
                <a:lnTo>
                  <a:pt x="5550542" y="1112338"/>
                </a:lnTo>
                <a:cubicBezTo>
                  <a:pt x="5526683" y="1127133"/>
                  <a:pt x="5526683" y="1127133"/>
                  <a:pt x="5526683" y="1127133"/>
                </a:cubicBezTo>
                <a:cubicBezTo>
                  <a:pt x="5526683" y="1123236"/>
                  <a:pt x="5522913" y="1119339"/>
                  <a:pt x="5522913" y="1115443"/>
                </a:cubicBezTo>
                <a:cubicBezTo>
                  <a:pt x="5571927" y="1084269"/>
                  <a:pt x="5571927" y="1084269"/>
                  <a:pt x="5571927" y="1084269"/>
                </a:cubicBezTo>
                <a:close/>
                <a:moveTo>
                  <a:pt x="5722819" y="1083430"/>
                </a:moveTo>
                <a:lnTo>
                  <a:pt x="5724496" y="1084005"/>
                </a:lnTo>
                <a:cubicBezTo>
                  <a:pt x="5736852" y="1089185"/>
                  <a:pt x="5748855" y="1095541"/>
                  <a:pt x="5760152" y="1104017"/>
                </a:cubicBezTo>
                <a:lnTo>
                  <a:pt x="5760152" y="1101025"/>
                </a:lnTo>
                <a:lnTo>
                  <a:pt x="5767388" y="1109510"/>
                </a:lnTo>
                <a:lnTo>
                  <a:pt x="5767388" y="1111362"/>
                </a:lnTo>
                <a:lnTo>
                  <a:pt x="5726967" y="1085417"/>
                </a:lnTo>
                <a:close/>
                <a:moveTo>
                  <a:pt x="5741236" y="1078844"/>
                </a:moveTo>
                <a:lnTo>
                  <a:pt x="5741241" y="1078849"/>
                </a:lnTo>
                <a:lnTo>
                  <a:pt x="5741243" y="1078851"/>
                </a:lnTo>
                <a:lnTo>
                  <a:pt x="5742174" y="1079891"/>
                </a:lnTo>
                <a:lnTo>
                  <a:pt x="5747147" y="1085449"/>
                </a:lnTo>
                <a:lnTo>
                  <a:pt x="5748075" y="1086486"/>
                </a:lnTo>
                <a:lnTo>
                  <a:pt x="5748840" y="1087760"/>
                </a:lnTo>
                <a:close/>
                <a:moveTo>
                  <a:pt x="5741233" y="1078840"/>
                </a:moveTo>
                <a:lnTo>
                  <a:pt x="5741234" y="1078841"/>
                </a:lnTo>
                <a:lnTo>
                  <a:pt x="5741236" y="1078844"/>
                </a:lnTo>
                <a:close/>
                <a:moveTo>
                  <a:pt x="5741230" y="1078836"/>
                </a:moveTo>
                <a:lnTo>
                  <a:pt x="5741231" y="1078837"/>
                </a:lnTo>
                <a:lnTo>
                  <a:pt x="5741231" y="1078837"/>
                </a:lnTo>
                <a:close/>
                <a:moveTo>
                  <a:pt x="5740400" y="1077908"/>
                </a:moveTo>
                <a:lnTo>
                  <a:pt x="5741230" y="1078836"/>
                </a:lnTo>
                <a:lnTo>
                  <a:pt x="5741230" y="1078836"/>
                </a:lnTo>
                <a:close/>
                <a:moveTo>
                  <a:pt x="5734198" y="1070590"/>
                </a:moveTo>
                <a:lnTo>
                  <a:pt x="5746364" y="1083639"/>
                </a:lnTo>
                <a:lnTo>
                  <a:pt x="5748075" y="1086486"/>
                </a:lnTo>
                <a:lnTo>
                  <a:pt x="5742174" y="1079891"/>
                </a:lnTo>
                <a:lnTo>
                  <a:pt x="5741241" y="1078849"/>
                </a:lnTo>
                <a:lnTo>
                  <a:pt x="5741234" y="1078841"/>
                </a:lnTo>
                <a:lnTo>
                  <a:pt x="5741233" y="1078840"/>
                </a:lnTo>
                <a:lnTo>
                  <a:pt x="5741231" y="1078837"/>
                </a:lnTo>
                <a:lnTo>
                  <a:pt x="5741233" y="1078840"/>
                </a:lnTo>
                <a:lnTo>
                  <a:pt x="5741231" y="1078837"/>
                </a:lnTo>
                <a:lnTo>
                  <a:pt x="5741230" y="1078836"/>
                </a:lnTo>
                <a:close/>
                <a:moveTo>
                  <a:pt x="5675562" y="1067648"/>
                </a:moveTo>
                <a:lnTo>
                  <a:pt x="5698959" y="1071997"/>
                </a:lnTo>
                <a:lnTo>
                  <a:pt x="5722819" y="1083430"/>
                </a:lnTo>
                <a:lnTo>
                  <a:pt x="5686721" y="1071056"/>
                </a:lnTo>
                <a:close/>
                <a:moveTo>
                  <a:pt x="5715541" y="1051334"/>
                </a:moveTo>
                <a:lnTo>
                  <a:pt x="5717317" y="1053161"/>
                </a:lnTo>
                <a:cubicBezTo>
                  <a:pt x="5733792" y="1070114"/>
                  <a:pt x="5733792" y="1070114"/>
                  <a:pt x="5733792" y="1070114"/>
                </a:cubicBezTo>
                <a:lnTo>
                  <a:pt x="5734198" y="1070590"/>
                </a:lnTo>
                <a:lnTo>
                  <a:pt x="5733621" y="1069971"/>
                </a:lnTo>
                <a:close/>
                <a:moveTo>
                  <a:pt x="2370734" y="1006466"/>
                </a:moveTo>
                <a:cubicBezTo>
                  <a:pt x="2246313" y="1240003"/>
                  <a:pt x="2246313" y="1240003"/>
                  <a:pt x="2125663" y="1469771"/>
                </a:cubicBezTo>
                <a:cubicBezTo>
                  <a:pt x="2129434" y="1473537"/>
                  <a:pt x="2129434" y="1473537"/>
                  <a:pt x="2129434" y="1473537"/>
                </a:cubicBezTo>
                <a:cubicBezTo>
                  <a:pt x="2140745" y="1484837"/>
                  <a:pt x="2140745" y="1496137"/>
                  <a:pt x="2136974" y="1511204"/>
                </a:cubicBezTo>
                <a:cubicBezTo>
                  <a:pt x="2359423" y="1654339"/>
                  <a:pt x="2366964" y="1661872"/>
                  <a:pt x="2566790" y="1835136"/>
                </a:cubicBezTo>
                <a:cubicBezTo>
                  <a:pt x="2570561" y="1835136"/>
                  <a:pt x="2570561" y="1835136"/>
                  <a:pt x="2570561" y="1835136"/>
                </a:cubicBezTo>
                <a:cubicBezTo>
                  <a:pt x="2570561" y="1831369"/>
                  <a:pt x="2570561" y="1831369"/>
                  <a:pt x="2570561" y="1831369"/>
                </a:cubicBezTo>
                <a:cubicBezTo>
                  <a:pt x="2574331" y="1831369"/>
                  <a:pt x="2578101" y="1827601"/>
                  <a:pt x="2578101" y="1827601"/>
                </a:cubicBezTo>
                <a:cubicBezTo>
                  <a:pt x="2529087" y="1503671"/>
                  <a:pt x="2461221" y="1232470"/>
                  <a:pt x="2385815" y="1010233"/>
                </a:cubicBezTo>
                <a:cubicBezTo>
                  <a:pt x="2382045" y="1010233"/>
                  <a:pt x="2382045" y="1010233"/>
                  <a:pt x="2382045" y="1010233"/>
                </a:cubicBezTo>
                <a:cubicBezTo>
                  <a:pt x="2378274" y="1010233"/>
                  <a:pt x="2378274" y="1010233"/>
                  <a:pt x="2378274" y="1010233"/>
                </a:cubicBezTo>
                <a:cubicBezTo>
                  <a:pt x="2374504" y="1010233"/>
                  <a:pt x="2374504" y="1010233"/>
                  <a:pt x="2374504" y="1010233"/>
                </a:cubicBezTo>
                <a:cubicBezTo>
                  <a:pt x="2370734" y="1010233"/>
                  <a:pt x="2370734" y="1010233"/>
                  <a:pt x="2370734" y="1010233"/>
                </a:cubicBezTo>
                <a:cubicBezTo>
                  <a:pt x="2370734" y="1006466"/>
                  <a:pt x="2370734" y="1006466"/>
                  <a:pt x="2370734" y="1006466"/>
                </a:cubicBezTo>
                <a:close/>
                <a:moveTo>
                  <a:pt x="2401482" y="998527"/>
                </a:moveTo>
                <a:cubicBezTo>
                  <a:pt x="2401482" y="1002294"/>
                  <a:pt x="2401482" y="1002294"/>
                  <a:pt x="2401482" y="1002294"/>
                </a:cubicBezTo>
                <a:cubicBezTo>
                  <a:pt x="2397716" y="1002294"/>
                  <a:pt x="2397716" y="1002294"/>
                  <a:pt x="2397716" y="1002294"/>
                </a:cubicBezTo>
                <a:cubicBezTo>
                  <a:pt x="2393950" y="1006061"/>
                  <a:pt x="2393950" y="1006061"/>
                  <a:pt x="2393950" y="1006061"/>
                </a:cubicBezTo>
                <a:cubicBezTo>
                  <a:pt x="2469264" y="1228298"/>
                  <a:pt x="2537047" y="1503265"/>
                  <a:pt x="2589767" y="1823429"/>
                </a:cubicBezTo>
                <a:cubicBezTo>
                  <a:pt x="2589767" y="1823429"/>
                  <a:pt x="2593532" y="1823429"/>
                  <a:pt x="2593532" y="1823429"/>
                </a:cubicBezTo>
                <a:cubicBezTo>
                  <a:pt x="2593532" y="1827198"/>
                  <a:pt x="2593532" y="1827198"/>
                  <a:pt x="2593532" y="1827198"/>
                </a:cubicBezTo>
                <a:cubicBezTo>
                  <a:pt x="2601064" y="1827198"/>
                  <a:pt x="2601064" y="1827198"/>
                  <a:pt x="2601064" y="1827198"/>
                </a:cubicBezTo>
                <a:cubicBezTo>
                  <a:pt x="2714035" y="1620032"/>
                  <a:pt x="2774286" y="1507032"/>
                  <a:pt x="2879725" y="1318698"/>
                </a:cubicBezTo>
                <a:cubicBezTo>
                  <a:pt x="2860897" y="1299865"/>
                  <a:pt x="2864662" y="1281031"/>
                  <a:pt x="2868428" y="1273498"/>
                </a:cubicBezTo>
                <a:cubicBezTo>
                  <a:pt x="2627423" y="1107763"/>
                  <a:pt x="2616126" y="1100229"/>
                  <a:pt x="2401482" y="998527"/>
                </a:cubicBezTo>
                <a:close/>
                <a:moveTo>
                  <a:pt x="5626958" y="960254"/>
                </a:moveTo>
                <a:lnTo>
                  <a:pt x="5677307" y="1012194"/>
                </a:lnTo>
                <a:lnTo>
                  <a:pt x="5750376" y="1090316"/>
                </a:lnTo>
                <a:lnTo>
                  <a:pt x="5750436" y="1090416"/>
                </a:lnTo>
                <a:lnTo>
                  <a:pt x="5685953" y="1022371"/>
                </a:lnTo>
                <a:close/>
                <a:moveTo>
                  <a:pt x="5616575" y="949321"/>
                </a:moveTo>
                <a:cubicBezTo>
                  <a:pt x="5616575" y="949321"/>
                  <a:pt x="5616575" y="949321"/>
                  <a:pt x="5694987" y="1030147"/>
                </a:cubicBezTo>
                <a:lnTo>
                  <a:pt x="5715541" y="1051334"/>
                </a:lnTo>
                <a:lnTo>
                  <a:pt x="5701614" y="1037005"/>
                </a:lnTo>
                <a:cubicBezTo>
                  <a:pt x="5688743" y="1023761"/>
                  <a:pt x="5670724" y="1005220"/>
                  <a:pt x="5645497" y="979262"/>
                </a:cubicBezTo>
                <a:lnTo>
                  <a:pt x="5624168" y="957315"/>
                </a:lnTo>
                <a:close/>
                <a:moveTo>
                  <a:pt x="998602" y="944759"/>
                </a:moveTo>
                <a:lnTo>
                  <a:pt x="999904" y="944759"/>
                </a:lnTo>
                <a:lnTo>
                  <a:pt x="998538" y="945897"/>
                </a:lnTo>
                <a:lnTo>
                  <a:pt x="1001203" y="945897"/>
                </a:lnTo>
                <a:lnTo>
                  <a:pt x="945846" y="999833"/>
                </a:lnTo>
                <a:cubicBezTo>
                  <a:pt x="887201" y="1058321"/>
                  <a:pt x="824318" y="1124766"/>
                  <a:pt x="776272" y="1178483"/>
                </a:cubicBezTo>
                <a:cubicBezTo>
                  <a:pt x="840333" y="1106859"/>
                  <a:pt x="930772" y="1012615"/>
                  <a:pt x="998602" y="944759"/>
                </a:cubicBezTo>
                <a:close/>
                <a:moveTo>
                  <a:pt x="5601993" y="934498"/>
                </a:moveTo>
                <a:lnTo>
                  <a:pt x="5624168" y="957315"/>
                </a:lnTo>
                <a:lnTo>
                  <a:pt x="5626958" y="960254"/>
                </a:lnTo>
                <a:close/>
                <a:moveTo>
                  <a:pt x="4810125" y="927086"/>
                </a:moveTo>
                <a:cubicBezTo>
                  <a:pt x="4885497" y="1179317"/>
                  <a:pt x="4957100" y="1484252"/>
                  <a:pt x="5006092" y="1841890"/>
                </a:cubicBezTo>
                <a:cubicBezTo>
                  <a:pt x="5006092" y="1841890"/>
                  <a:pt x="5009860" y="1841890"/>
                  <a:pt x="5013629" y="1845655"/>
                </a:cubicBezTo>
                <a:cubicBezTo>
                  <a:pt x="5017398" y="1849419"/>
                  <a:pt x="5017398" y="1849419"/>
                  <a:pt x="5017398" y="1849419"/>
                </a:cubicBezTo>
                <a:cubicBezTo>
                  <a:pt x="5126687" y="1657426"/>
                  <a:pt x="5153067" y="1612250"/>
                  <a:pt x="5243513" y="1469194"/>
                </a:cubicBezTo>
                <a:cubicBezTo>
                  <a:pt x="5243513" y="1465429"/>
                  <a:pt x="5243513" y="1465429"/>
                  <a:pt x="5243513" y="1465429"/>
                </a:cubicBezTo>
                <a:cubicBezTo>
                  <a:pt x="5243513" y="1461665"/>
                  <a:pt x="5243513" y="1461665"/>
                  <a:pt x="5243513" y="1461665"/>
                </a:cubicBezTo>
                <a:cubicBezTo>
                  <a:pt x="5235976" y="1454136"/>
                  <a:pt x="5228439" y="1439077"/>
                  <a:pt x="5235976" y="1424019"/>
                </a:cubicBezTo>
                <a:cubicBezTo>
                  <a:pt x="5028703" y="1156729"/>
                  <a:pt x="5017398" y="1141671"/>
                  <a:pt x="4817662" y="927086"/>
                </a:cubicBezTo>
                <a:cubicBezTo>
                  <a:pt x="4813894" y="927086"/>
                  <a:pt x="4813894" y="927086"/>
                  <a:pt x="4813894" y="927086"/>
                </a:cubicBezTo>
                <a:cubicBezTo>
                  <a:pt x="4810125" y="927086"/>
                  <a:pt x="4810125" y="927086"/>
                  <a:pt x="4810125" y="927086"/>
                </a:cubicBezTo>
                <a:close/>
                <a:moveTo>
                  <a:pt x="4787806" y="919148"/>
                </a:moveTo>
                <a:cubicBezTo>
                  <a:pt x="4678417" y="1058591"/>
                  <a:pt x="4667101" y="1077434"/>
                  <a:pt x="4557713" y="1243257"/>
                </a:cubicBezTo>
                <a:cubicBezTo>
                  <a:pt x="4569029" y="1262101"/>
                  <a:pt x="4572801" y="1277175"/>
                  <a:pt x="4565257" y="1292250"/>
                </a:cubicBezTo>
                <a:cubicBezTo>
                  <a:pt x="4761401" y="1525909"/>
                  <a:pt x="4802894" y="1574902"/>
                  <a:pt x="4991494" y="1846245"/>
                </a:cubicBezTo>
                <a:cubicBezTo>
                  <a:pt x="4995266" y="1842477"/>
                  <a:pt x="4995266" y="1842477"/>
                  <a:pt x="4995266" y="1842477"/>
                </a:cubicBezTo>
                <a:cubicBezTo>
                  <a:pt x="4999038" y="1842477"/>
                  <a:pt x="4999038" y="1842477"/>
                  <a:pt x="4999038" y="1842477"/>
                </a:cubicBezTo>
                <a:cubicBezTo>
                  <a:pt x="4950002" y="1484453"/>
                  <a:pt x="4882106" y="1175421"/>
                  <a:pt x="4799122" y="926686"/>
                </a:cubicBezTo>
                <a:cubicBezTo>
                  <a:pt x="4799122" y="922917"/>
                  <a:pt x="4799122" y="922917"/>
                  <a:pt x="4799122" y="922917"/>
                </a:cubicBezTo>
                <a:cubicBezTo>
                  <a:pt x="4795350" y="922917"/>
                  <a:pt x="4795350" y="922917"/>
                  <a:pt x="4795350" y="922917"/>
                </a:cubicBezTo>
                <a:cubicBezTo>
                  <a:pt x="4791578" y="922917"/>
                  <a:pt x="4791578" y="922917"/>
                  <a:pt x="4791578" y="922917"/>
                </a:cubicBezTo>
                <a:cubicBezTo>
                  <a:pt x="4791578" y="919148"/>
                  <a:pt x="4791578" y="919148"/>
                  <a:pt x="4791578" y="919148"/>
                </a:cubicBezTo>
                <a:cubicBezTo>
                  <a:pt x="4787806" y="919148"/>
                  <a:pt x="4787806" y="919148"/>
                  <a:pt x="4787806" y="919148"/>
                </a:cubicBezTo>
                <a:close/>
                <a:moveTo>
                  <a:pt x="1092810" y="903292"/>
                </a:moveTo>
                <a:lnTo>
                  <a:pt x="1093507" y="903292"/>
                </a:lnTo>
                <a:lnTo>
                  <a:pt x="1092779" y="904443"/>
                </a:lnTo>
                <a:lnTo>
                  <a:pt x="1095955" y="904443"/>
                </a:lnTo>
                <a:lnTo>
                  <a:pt x="1049945" y="989524"/>
                </a:lnTo>
                <a:cubicBezTo>
                  <a:pt x="1034401" y="1019211"/>
                  <a:pt x="1019328" y="1048425"/>
                  <a:pt x="1006138" y="1072929"/>
                </a:cubicBezTo>
                <a:cubicBezTo>
                  <a:pt x="1092810" y="1042772"/>
                  <a:pt x="1171944" y="986226"/>
                  <a:pt x="1254847" y="948529"/>
                </a:cubicBezTo>
                <a:lnTo>
                  <a:pt x="1257959" y="948529"/>
                </a:lnTo>
                <a:lnTo>
                  <a:pt x="1254873" y="949666"/>
                </a:lnTo>
                <a:lnTo>
                  <a:pt x="1256398" y="949666"/>
                </a:lnTo>
                <a:lnTo>
                  <a:pt x="1198617" y="979275"/>
                </a:lnTo>
                <a:cubicBezTo>
                  <a:pt x="1135910" y="1012143"/>
                  <a:pt x="1067374" y="1050309"/>
                  <a:pt x="1013675" y="1084240"/>
                </a:cubicBezTo>
                <a:cubicBezTo>
                  <a:pt x="979760" y="1125708"/>
                  <a:pt x="893089" y="1344346"/>
                  <a:pt x="859174" y="1438587"/>
                </a:cubicBezTo>
                <a:cubicBezTo>
                  <a:pt x="862943" y="1438587"/>
                  <a:pt x="862943" y="1438587"/>
                  <a:pt x="862943" y="1438587"/>
                </a:cubicBezTo>
                <a:cubicBezTo>
                  <a:pt x="866711" y="1442357"/>
                  <a:pt x="866711" y="1442357"/>
                  <a:pt x="866711" y="1442357"/>
                </a:cubicBezTo>
                <a:cubicBezTo>
                  <a:pt x="866711" y="1446127"/>
                  <a:pt x="866711" y="1446127"/>
                  <a:pt x="866711" y="1446127"/>
                </a:cubicBezTo>
                <a:cubicBezTo>
                  <a:pt x="1009907" y="1366963"/>
                  <a:pt x="1043822" y="1348116"/>
                  <a:pt x="1209627" y="1302881"/>
                </a:cubicBezTo>
                <a:cubicBezTo>
                  <a:pt x="1213395" y="1299111"/>
                  <a:pt x="1224700" y="1287802"/>
                  <a:pt x="1345286" y="1031463"/>
                </a:cubicBezTo>
                <a:cubicBezTo>
                  <a:pt x="1345286" y="1035232"/>
                  <a:pt x="1345286" y="1035232"/>
                  <a:pt x="1345286" y="1035232"/>
                </a:cubicBezTo>
                <a:cubicBezTo>
                  <a:pt x="1311371" y="1110628"/>
                  <a:pt x="1269920" y="1212410"/>
                  <a:pt x="1236005" y="1287802"/>
                </a:cubicBezTo>
                <a:cubicBezTo>
                  <a:pt x="1239774" y="1287802"/>
                  <a:pt x="1243542" y="1287802"/>
                  <a:pt x="1247310" y="1291572"/>
                </a:cubicBezTo>
                <a:cubicBezTo>
                  <a:pt x="1247310" y="1295341"/>
                  <a:pt x="1247310" y="1299111"/>
                  <a:pt x="1243542" y="1302881"/>
                </a:cubicBezTo>
                <a:cubicBezTo>
                  <a:pt x="1318908" y="1295341"/>
                  <a:pt x="1416884" y="1287802"/>
                  <a:pt x="1488482" y="1287802"/>
                </a:cubicBezTo>
                <a:cubicBezTo>
                  <a:pt x="1492250" y="1291572"/>
                  <a:pt x="1492250" y="1295341"/>
                  <a:pt x="1492250" y="1299111"/>
                </a:cubicBezTo>
                <a:cubicBezTo>
                  <a:pt x="1416884" y="1299111"/>
                  <a:pt x="1315140" y="1302881"/>
                  <a:pt x="1239774" y="1310420"/>
                </a:cubicBezTo>
                <a:cubicBezTo>
                  <a:pt x="1217164" y="1340576"/>
                  <a:pt x="1115419" y="1578067"/>
                  <a:pt x="1077736" y="1664761"/>
                </a:cubicBezTo>
                <a:cubicBezTo>
                  <a:pt x="1073968" y="1668530"/>
                  <a:pt x="1070200" y="1672300"/>
                  <a:pt x="1066431" y="1676069"/>
                </a:cubicBezTo>
                <a:cubicBezTo>
                  <a:pt x="1153102" y="1472514"/>
                  <a:pt x="1168176" y="1434818"/>
                  <a:pt x="1217164" y="1329268"/>
                </a:cubicBezTo>
                <a:cubicBezTo>
                  <a:pt x="1213395" y="1329268"/>
                  <a:pt x="1209627" y="1325498"/>
                  <a:pt x="1205859" y="1325498"/>
                </a:cubicBezTo>
                <a:cubicBezTo>
                  <a:pt x="1205859" y="1321729"/>
                  <a:pt x="1205859" y="1317959"/>
                  <a:pt x="1205859" y="1314189"/>
                </a:cubicBezTo>
                <a:cubicBezTo>
                  <a:pt x="1047590" y="1359424"/>
                  <a:pt x="1013675" y="1366963"/>
                  <a:pt x="862943" y="1453666"/>
                </a:cubicBezTo>
                <a:cubicBezTo>
                  <a:pt x="859174" y="1457436"/>
                  <a:pt x="859174" y="1457436"/>
                  <a:pt x="859174" y="1457436"/>
                </a:cubicBezTo>
                <a:cubicBezTo>
                  <a:pt x="859174" y="1461206"/>
                  <a:pt x="859174" y="1461206"/>
                  <a:pt x="859174" y="1461206"/>
                </a:cubicBezTo>
                <a:cubicBezTo>
                  <a:pt x="911931" y="1517751"/>
                  <a:pt x="968455" y="1608223"/>
                  <a:pt x="1013675" y="1725080"/>
                </a:cubicBezTo>
                <a:cubicBezTo>
                  <a:pt x="1013675" y="1728849"/>
                  <a:pt x="1009907" y="1732617"/>
                  <a:pt x="1009907" y="1732617"/>
                </a:cubicBezTo>
                <a:cubicBezTo>
                  <a:pt x="960919" y="1615762"/>
                  <a:pt x="908162" y="1525290"/>
                  <a:pt x="851638" y="1472514"/>
                </a:cubicBezTo>
                <a:cubicBezTo>
                  <a:pt x="847870" y="1476284"/>
                  <a:pt x="847870" y="1476284"/>
                  <a:pt x="847870" y="1476284"/>
                </a:cubicBezTo>
                <a:cubicBezTo>
                  <a:pt x="844101" y="1480054"/>
                  <a:pt x="844101" y="1480054"/>
                  <a:pt x="844101" y="1480054"/>
                </a:cubicBezTo>
                <a:cubicBezTo>
                  <a:pt x="772503" y="1672300"/>
                  <a:pt x="768735" y="1679838"/>
                  <a:pt x="700906" y="1868317"/>
                </a:cubicBezTo>
                <a:cubicBezTo>
                  <a:pt x="704674" y="1868317"/>
                  <a:pt x="704674" y="1868317"/>
                  <a:pt x="704674" y="1868317"/>
                </a:cubicBezTo>
                <a:cubicBezTo>
                  <a:pt x="704674" y="1872086"/>
                  <a:pt x="708442" y="1875854"/>
                  <a:pt x="712210" y="1879623"/>
                </a:cubicBezTo>
                <a:cubicBezTo>
                  <a:pt x="840333" y="1811771"/>
                  <a:pt x="859174" y="1804234"/>
                  <a:pt x="960919" y="1781621"/>
                </a:cubicBezTo>
                <a:cubicBezTo>
                  <a:pt x="957150" y="1781621"/>
                  <a:pt x="957150" y="1785388"/>
                  <a:pt x="953382" y="1789158"/>
                </a:cubicBezTo>
                <a:cubicBezTo>
                  <a:pt x="802650" y="1834390"/>
                  <a:pt x="795113" y="1838161"/>
                  <a:pt x="704674" y="1890936"/>
                </a:cubicBezTo>
                <a:cubicBezTo>
                  <a:pt x="693369" y="1913556"/>
                  <a:pt x="640613" y="2056804"/>
                  <a:pt x="565246" y="2267910"/>
                </a:cubicBezTo>
                <a:cubicBezTo>
                  <a:pt x="565246" y="2275449"/>
                  <a:pt x="561478" y="2279220"/>
                  <a:pt x="557710" y="2282990"/>
                </a:cubicBezTo>
                <a:cubicBezTo>
                  <a:pt x="602930" y="2158587"/>
                  <a:pt x="644381" y="2034184"/>
                  <a:pt x="685832" y="1913556"/>
                </a:cubicBezTo>
                <a:cubicBezTo>
                  <a:pt x="682064" y="1913556"/>
                  <a:pt x="682064" y="1906017"/>
                  <a:pt x="678296" y="1902244"/>
                </a:cubicBezTo>
                <a:cubicBezTo>
                  <a:pt x="561478" y="1992721"/>
                  <a:pt x="542637" y="2007797"/>
                  <a:pt x="437124" y="2135969"/>
                </a:cubicBezTo>
                <a:cubicBezTo>
                  <a:pt x="433356" y="2139738"/>
                  <a:pt x="433356" y="2139738"/>
                  <a:pt x="433356" y="2139738"/>
                </a:cubicBezTo>
                <a:cubicBezTo>
                  <a:pt x="433356" y="2143507"/>
                  <a:pt x="433356" y="2143507"/>
                  <a:pt x="433356" y="2143507"/>
                </a:cubicBezTo>
                <a:cubicBezTo>
                  <a:pt x="471039" y="2181204"/>
                  <a:pt x="504954" y="2237753"/>
                  <a:pt x="535100" y="2316916"/>
                </a:cubicBezTo>
                <a:cubicBezTo>
                  <a:pt x="535100" y="2320684"/>
                  <a:pt x="531332" y="2324460"/>
                  <a:pt x="531332" y="2324460"/>
                </a:cubicBezTo>
                <a:cubicBezTo>
                  <a:pt x="501185" y="2249060"/>
                  <a:pt x="463502" y="2192514"/>
                  <a:pt x="429587" y="2158587"/>
                </a:cubicBezTo>
                <a:cubicBezTo>
                  <a:pt x="425819" y="2162356"/>
                  <a:pt x="425819" y="2162356"/>
                  <a:pt x="425819" y="2162356"/>
                </a:cubicBezTo>
                <a:cubicBezTo>
                  <a:pt x="422051" y="2166126"/>
                  <a:pt x="422051" y="2166126"/>
                  <a:pt x="422051" y="2166126"/>
                </a:cubicBezTo>
                <a:cubicBezTo>
                  <a:pt x="373063" y="2362155"/>
                  <a:pt x="373063" y="2365926"/>
                  <a:pt x="327843" y="2558178"/>
                </a:cubicBezTo>
                <a:cubicBezTo>
                  <a:pt x="399441" y="2463939"/>
                  <a:pt x="437124" y="2418702"/>
                  <a:pt x="512490" y="2358386"/>
                </a:cubicBezTo>
                <a:cubicBezTo>
                  <a:pt x="508722" y="2362155"/>
                  <a:pt x="504954" y="2365926"/>
                  <a:pt x="504954" y="2369695"/>
                </a:cubicBezTo>
                <a:cubicBezTo>
                  <a:pt x="406978" y="2460167"/>
                  <a:pt x="391904" y="2471475"/>
                  <a:pt x="327843" y="2573258"/>
                </a:cubicBezTo>
                <a:cubicBezTo>
                  <a:pt x="320306" y="2592107"/>
                  <a:pt x="309001" y="2633572"/>
                  <a:pt x="229867" y="2957768"/>
                </a:cubicBezTo>
                <a:lnTo>
                  <a:pt x="227598" y="2962631"/>
                </a:lnTo>
                <a:lnTo>
                  <a:pt x="238640" y="2915176"/>
                </a:lnTo>
                <a:cubicBezTo>
                  <a:pt x="264606" y="2803741"/>
                  <a:pt x="270376" y="2781067"/>
                  <a:pt x="316538" y="2599645"/>
                </a:cubicBezTo>
                <a:cubicBezTo>
                  <a:pt x="297697" y="2633574"/>
                  <a:pt x="283094" y="2659491"/>
                  <a:pt x="271083" y="2681991"/>
                </a:cubicBezTo>
                <a:lnTo>
                  <a:pt x="250261" y="2725046"/>
                </a:lnTo>
                <a:lnTo>
                  <a:pt x="252295" y="2720017"/>
                </a:lnTo>
                <a:cubicBezTo>
                  <a:pt x="267460" y="2683886"/>
                  <a:pt x="287888" y="2638807"/>
                  <a:pt x="320573" y="2566679"/>
                </a:cubicBezTo>
                <a:cubicBezTo>
                  <a:pt x="360363" y="2414885"/>
                  <a:pt x="376942" y="2346825"/>
                  <a:pt x="405852" y="2226068"/>
                </a:cubicBezTo>
                <a:lnTo>
                  <a:pt x="418198" y="2174462"/>
                </a:lnTo>
                <a:lnTo>
                  <a:pt x="419100" y="2174462"/>
                </a:lnTo>
                <a:cubicBezTo>
                  <a:pt x="419100" y="2174462"/>
                  <a:pt x="419100" y="2174462"/>
                  <a:pt x="419100" y="2170691"/>
                </a:cubicBezTo>
                <a:lnTo>
                  <a:pt x="418198" y="2174462"/>
                </a:lnTo>
                <a:lnTo>
                  <a:pt x="415311" y="2174462"/>
                </a:lnTo>
                <a:cubicBezTo>
                  <a:pt x="415311" y="2170691"/>
                  <a:pt x="415311" y="2170691"/>
                  <a:pt x="415311" y="2170691"/>
                </a:cubicBezTo>
                <a:cubicBezTo>
                  <a:pt x="415311" y="2166920"/>
                  <a:pt x="415311" y="2166920"/>
                  <a:pt x="415311" y="2166920"/>
                </a:cubicBezTo>
                <a:cubicBezTo>
                  <a:pt x="364152" y="2248003"/>
                  <a:pt x="324362" y="2316831"/>
                  <a:pt x="295941" y="2372457"/>
                </a:cubicBezTo>
                <a:lnTo>
                  <a:pt x="280625" y="2405431"/>
                </a:lnTo>
                <a:lnTo>
                  <a:pt x="291425" y="2380978"/>
                </a:lnTo>
                <a:cubicBezTo>
                  <a:pt x="329727" y="2296321"/>
                  <a:pt x="351007" y="2263734"/>
                  <a:pt x="419100" y="2158886"/>
                </a:cubicBezTo>
                <a:cubicBezTo>
                  <a:pt x="419100" y="2155108"/>
                  <a:pt x="419100" y="2155108"/>
                  <a:pt x="419100" y="2155108"/>
                </a:cubicBezTo>
                <a:cubicBezTo>
                  <a:pt x="419100" y="2155108"/>
                  <a:pt x="419100" y="2151330"/>
                  <a:pt x="419100" y="2151330"/>
                </a:cubicBezTo>
                <a:cubicBezTo>
                  <a:pt x="381270" y="2117326"/>
                  <a:pt x="343441" y="2109769"/>
                  <a:pt x="301828" y="2128661"/>
                </a:cubicBezTo>
                <a:cubicBezTo>
                  <a:pt x="301828" y="2132439"/>
                  <a:pt x="301828" y="2132439"/>
                  <a:pt x="301828" y="2132439"/>
                </a:cubicBezTo>
                <a:cubicBezTo>
                  <a:pt x="298045" y="2136217"/>
                  <a:pt x="298045" y="2136217"/>
                  <a:pt x="298045" y="2136217"/>
                </a:cubicBezTo>
                <a:cubicBezTo>
                  <a:pt x="298045" y="2139995"/>
                  <a:pt x="298045" y="2139995"/>
                  <a:pt x="298045" y="2139995"/>
                </a:cubicBezTo>
                <a:cubicBezTo>
                  <a:pt x="271564" y="2302460"/>
                  <a:pt x="267781" y="2321352"/>
                  <a:pt x="241300" y="2487595"/>
                </a:cubicBezTo>
                <a:cubicBezTo>
                  <a:pt x="241300" y="2483816"/>
                  <a:pt x="241300" y="2483816"/>
                  <a:pt x="245083" y="2480038"/>
                </a:cubicBezTo>
                <a:cubicBezTo>
                  <a:pt x="245083" y="2483816"/>
                  <a:pt x="245083" y="2483816"/>
                  <a:pt x="245083" y="2487595"/>
                </a:cubicBezTo>
                <a:lnTo>
                  <a:pt x="258377" y="2456613"/>
                </a:lnTo>
                <a:lnTo>
                  <a:pt x="244783" y="2498796"/>
                </a:lnTo>
                <a:cubicBezTo>
                  <a:pt x="240993" y="2510111"/>
                  <a:pt x="237203" y="2517653"/>
                  <a:pt x="237203" y="2521424"/>
                </a:cubicBezTo>
                <a:cubicBezTo>
                  <a:pt x="223940" y="2611936"/>
                  <a:pt x="216361" y="2663792"/>
                  <a:pt x="209256" y="2715178"/>
                </a:cubicBezTo>
                <a:lnTo>
                  <a:pt x="202843" y="2762888"/>
                </a:lnTo>
                <a:lnTo>
                  <a:pt x="208856" y="2713810"/>
                </a:lnTo>
                <a:cubicBezTo>
                  <a:pt x="215454" y="2660634"/>
                  <a:pt x="222052" y="2609811"/>
                  <a:pt x="233363" y="2528871"/>
                </a:cubicBezTo>
                <a:cubicBezTo>
                  <a:pt x="233363" y="2532635"/>
                  <a:pt x="233363" y="2532635"/>
                  <a:pt x="229593" y="2536400"/>
                </a:cubicBezTo>
                <a:cubicBezTo>
                  <a:pt x="229593" y="2532635"/>
                  <a:pt x="229593" y="2532635"/>
                  <a:pt x="229593" y="2528871"/>
                </a:cubicBezTo>
                <a:cubicBezTo>
                  <a:pt x="173038" y="2720867"/>
                  <a:pt x="169268" y="2728399"/>
                  <a:pt x="142875" y="2909101"/>
                </a:cubicBezTo>
                <a:cubicBezTo>
                  <a:pt x="142875" y="2912865"/>
                  <a:pt x="142875" y="2912865"/>
                  <a:pt x="142875" y="2912865"/>
                </a:cubicBezTo>
                <a:cubicBezTo>
                  <a:pt x="142875" y="2916629"/>
                  <a:pt x="142875" y="2916629"/>
                  <a:pt x="142875" y="2916629"/>
                </a:cubicBezTo>
                <a:cubicBezTo>
                  <a:pt x="142875" y="2920393"/>
                  <a:pt x="142875" y="2920393"/>
                  <a:pt x="142875" y="2920393"/>
                </a:cubicBezTo>
                <a:cubicBezTo>
                  <a:pt x="154186" y="2912865"/>
                  <a:pt x="169268" y="2912865"/>
                  <a:pt x="180579" y="2924157"/>
                </a:cubicBezTo>
                <a:cubicBezTo>
                  <a:pt x="180579" y="2920393"/>
                  <a:pt x="180579" y="2920393"/>
                  <a:pt x="180579" y="2920393"/>
                </a:cubicBezTo>
                <a:cubicBezTo>
                  <a:pt x="180579" y="2916629"/>
                  <a:pt x="180579" y="2916629"/>
                  <a:pt x="180579" y="2916629"/>
                </a:cubicBezTo>
                <a:cubicBezTo>
                  <a:pt x="184349" y="2912865"/>
                  <a:pt x="184349" y="2912865"/>
                  <a:pt x="184349" y="2912865"/>
                </a:cubicBezTo>
                <a:lnTo>
                  <a:pt x="185189" y="2906101"/>
                </a:lnTo>
                <a:lnTo>
                  <a:pt x="187940" y="2906101"/>
                </a:lnTo>
                <a:lnTo>
                  <a:pt x="187940" y="2908927"/>
                </a:lnTo>
                <a:cubicBezTo>
                  <a:pt x="187940" y="2909870"/>
                  <a:pt x="187940" y="2909870"/>
                  <a:pt x="187940" y="2909870"/>
                </a:cubicBezTo>
                <a:cubicBezTo>
                  <a:pt x="193624" y="2891013"/>
                  <a:pt x="198598" y="2874514"/>
                  <a:pt x="203120" y="2859703"/>
                </a:cubicBezTo>
                <a:lnTo>
                  <a:pt x="207408" y="2845934"/>
                </a:lnTo>
                <a:lnTo>
                  <a:pt x="203813" y="2858481"/>
                </a:lnTo>
                <a:cubicBezTo>
                  <a:pt x="199132" y="2875547"/>
                  <a:pt x="194068" y="2894631"/>
                  <a:pt x="188416" y="2916309"/>
                </a:cubicBezTo>
                <a:cubicBezTo>
                  <a:pt x="184647" y="2916309"/>
                  <a:pt x="184647" y="2916309"/>
                  <a:pt x="184647" y="2916309"/>
                </a:cubicBezTo>
                <a:cubicBezTo>
                  <a:pt x="184647" y="2920077"/>
                  <a:pt x="184647" y="2920077"/>
                  <a:pt x="184647" y="2920077"/>
                </a:cubicBezTo>
                <a:cubicBezTo>
                  <a:pt x="195952" y="2935152"/>
                  <a:pt x="207257" y="2957768"/>
                  <a:pt x="218562" y="2984153"/>
                </a:cubicBezTo>
                <a:cubicBezTo>
                  <a:pt x="222330" y="2980380"/>
                  <a:pt x="222330" y="2980380"/>
                  <a:pt x="222330" y="2980380"/>
                </a:cubicBezTo>
                <a:lnTo>
                  <a:pt x="218131" y="2990884"/>
                </a:lnTo>
                <a:lnTo>
                  <a:pt x="201134" y="2959183"/>
                </a:lnTo>
                <a:cubicBezTo>
                  <a:pt x="195010" y="2950231"/>
                  <a:pt x="188416" y="2942694"/>
                  <a:pt x="180879" y="2935152"/>
                </a:cubicBezTo>
                <a:lnTo>
                  <a:pt x="180879" y="2935407"/>
                </a:lnTo>
                <a:lnTo>
                  <a:pt x="162455" y="2926515"/>
                </a:lnTo>
                <a:cubicBezTo>
                  <a:pt x="155972" y="2926044"/>
                  <a:pt x="149490" y="2927926"/>
                  <a:pt x="143934" y="2931690"/>
                </a:cubicBezTo>
                <a:cubicBezTo>
                  <a:pt x="140229" y="2935454"/>
                  <a:pt x="140229" y="2935454"/>
                  <a:pt x="140229" y="2935454"/>
                </a:cubicBezTo>
                <a:cubicBezTo>
                  <a:pt x="140229" y="2939218"/>
                  <a:pt x="140229" y="2939218"/>
                  <a:pt x="140229" y="2939218"/>
                </a:cubicBezTo>
                <a:cubicBezTo>
                  <a:pt x="140229" y="3044612"/>
                  <a:pt x="136525" y="3187650"/>
                  <a:pt x="136525" y="3289283"/>
                </a:cubicBezTo>
                <a:lnTo>
                  <a:pt x="139447" y="3289283"/>
                </a:lnTo>
                <a:lnTo>
                  <a:pt x="139428" y="3289490"/>
                </a:lnTo>
                <a:lnTo>
                  <a:pt x="136470" y="3292450"/>
                </a:lnTo>
                <a:lnTo>
                  <a:pt x="135878" y="3288183"/>
                </a:lnTo>
                <a:lnTo>
                  <a:pt x="135750" y="3265887"/>
                </a:lnTo>
                <a:lnTo>
                  <a:pt x="135794" y="3207919"/>
                </a:lnTo>
                <a:cubicBezTo>
                  <a:pt x="135980" y="3122326"/>
                  <a:pt x="136725" y="3027226"/>
                  <a:pt x="139701" y="2951146"/>
                </a:cubicBezTo>
                <a:cubicBezTo>
                  <a:pt x="138213" y="2989186"/>
                  <a:pt x="136725" y="3031981"/>
                  <a:pt x="135655" y="3075965"/>
                </a:cubicBezTo>
                <a:lnTo>
                  <a:pt x="135013" y="3131141"/>
                </a:lnTo>
                <a:lnTo>
                  <a:pt x="134938" y="3116840"/>
                </a:lnTo>
                <a:cubicBezTo>
                  <a:pt x="134938" y="3055574"/>
                  <a:pt x="135890" y="2994304"/>
                  <a:pt x="139700" y="2943411"/>
                </a:cubicBezTo>
                <a:cubicBezTo>
                  <a:pt x="139700" y="2939637"/>
                  <a:pt x="139700" y="2939637"/>
                  <a:pt x="139700" y="2939637"/>
                </a:cubicBezTo>
                <a:cubicBezTo>
                  <a:pt x="139700" y="2935869"/>
                  <a:pt x="139700" y="2935869"/>
                  <a:pt x="139700" y="2935869"/>
                </a:cubicBezTo>
                <a:cubicBezTo>
                  <a:pt x="139700" y="2932100"/>
                  <a:pt x="139700" y="2932100"/>
                  <a:pt x="139700" y="2932100"/>
                </a:cubicBezTo>
                <a:cubicBezTo>
                  <a:pt x="128270" y="2935869"/>
                  <a:pt x="120650" y="2950948"/>
                  <a:pt x="109220" y="2966027"/>
                </a:cubicBezTo>
                <a:cubicBezTo>
                  <a:pt x="105410" y="2969801"/>
                  <a:pt x="101600" y="2977338"/>
                  <a:pt x="101600" y="2981111"/>
                </a:cubicBezTo>
                <a:cubicBezTo>
                  <a:pt x="101600" y="2984880"/>
                  <a:pt x="101600" y="2984880"/>
                  <a:pt x="101600" y="2988648"/>
                </a:cubicBezTo>
                <a:cubicBezTo>
                  <a:pt x="101600" y="2992422"/>
                  <a:pt x="101600" y="2992422"/>
                  <a:pt x="101600" y="2992422"/>
                </a:cubicBezTo>
                <a:cubicBezTo>
                  <a:pt x="105410" y="3037664"/>
                  <a:pt x="110173" y="3090449"/>
                  <a:pt x="115888" y="3143231"/>
                </a:cubicBezTo>
                <a:lnTo>
                  <a:pt x="117254" y="3154736"/>
                </a:lnTo>
                <a:lnTo>
                  <a:pt x="115947" y="3145438"/>
                </a:lnTo>
                <a:lnTo>
                  <a:pt x="114950" y="3137764"/>
                </a:lnTo>
                <a:lnTo>
                  <a:pt x="108149" y="3073781"/>
                </a:lnTo>
                <a:lnTo>
                  <a:pt x="103091" y="3019977"/>
                </a:lnTo>
                <a:lnTo>
                  <a:pt x="101600" y="3000360"/>
                </a:lnTo>
                <a:cubicBezTo>
                  <a:pt x="101600" y="3004124"/>
                  <a:pt x="101600" y="3004124"/>
                  <a:pt x="101600" y="3004124"/>
                </a:cubicBezTo>
                <a:lnTo>
                  <a:pt x="103091" y="3019977"/>
                </a:lnTo>
                <a:lnTo>
                  <a:pt x="107057" y="3072191"/>
                </a:lnTo>
                <a:lnTo>
                  <a:pt x="113907" y="3129746"/>
                </a:lnTo>
                <a:lnTo>
                  <a:pt x="105837" y="3067668"/>
                </a:lnTo>
                <a:cubicBezTo>
                  <a:pt x="102786" y="3042292"/>
                  <a:pt x="100154" y="3017802"/>
                  <a:pt x="98239" y="2995195"/>
                </a:cubicBezTo>
                <a:cubicBezTo>
                  <a:pt x="98239" y="2991427"/>
                  <a:pt x="98239" y="2987658"/>
                  <a:pt x="98239" y="2987658"/>
                </a:cubicBezTo>
                <a:cubicBezTo>
                  <a:pt x="86753" y="3014034"/>
                  <a:pt x="79096" y="3047943"/>
                  <a:pt x="71438" y="3081856"/>
                </a:cubicBezTo>
                <a:cubicBezTo>
                  <a:pt x="71438" y="3085624"/>
                  <a:pt x="71438" y="3085624"/>
                  <a:pt x="71438" y="3085624"/>
                </a:cubicBezTo>
                <a:cubicBezTo>
                  <a:pt x="71438" y="3089392"/>
                  <a:pt x="71438" y="3089392"/>
                  <a:pt x="71438" y="3089392"/>
                </a:cubicBezTo>
                <a:cubicBezTo>
                  <a:pt x="71438" y="3093158"/>
                  <a:pt x="71438" y="3093158"/>
                  <a:pt x="71438" y="3093158"/>
                </a:cubicBezTo>
                <a:cubicBezTo>
                  <a:pt x="90582" y="3153447"/>
                  <a:pt x="109725" y="3236341"/>
                  <a:pt x="132698" y="3300395"/>
                </a:cubicBezTo>
                <a:lnTo>
                  <a:pt x="135017" y="3295829"/>
                </a:lnTo>
                <a:lnTo>
                  <a:pt x="131891" y="3308340"/>
                </a:lnTo>
                <a:lnTo>
                  <a:pt x="131763" y="3308220"/>
                </a:lnTo>
                <a:lnTo>
                  <a:pt x="131763" y="3300812"/>
                </a:lnTo>
                <a:lnTo>
                  <a:pt x="123521" y="3275481"/>
                </a:lnTo>
                <a:lnTo>
                  <a:pt x="131763" y="3300395"/>
                </a:lnTo>
                <a:cubicBezTo>
                  <a:pt x="112912" y="3236425"/>
                  <a:pt x="86519" y="3157402"/>
                  <a:pt x="71438" y="3097195"/>
                </a:cubicBezTo>
                <a:lnTo>
                  <a:pt x="71438" y="3098413"/>
                </a:lnTo>
                <a:lnTo>
                  <a:pt x="71287" y="3097780"/>
                </a:lnTo>
                <a:cubicBezTo>
                  <a:pt x="67507" y="3097780"/>
                  <a:pt x="67507" y="3097780"/>
                  <a:pt x="67507" y="3097780"/>
                </a:cubicBezTo>
                <a:cubicBezTo>
                  <a:pt x="67507" y="3094020"/>
                  <a:pt x="67507" y="3094020"/>
                  <a:pt x="67507" y="3094020"/>
                </a:cubicBezTo>
                <a:cubicBezTo>
                  <a:pt x="59948" y="3131618"/>
                  <a:pt x="52388" y="3172976"/>
                  <a:pt x="52388" y="3218096"/>
                </a:cubicBezTo>
                <a:cubicBezTo>
                  <a:pt x="52388" y="3221856"/>
                  <a:pt x="52388" y="3221856"/>
                  <a:pt x="52388" y="3221856"/>
                </a:cubicBezTo>
                <a:lnTo>
                  <a:pt x="55865" y="3225784"/>
                </a:lnTo>
                <a:lnTo>
                  <a:pt x="52388" y="3225784"/>
                </a:lnTo>
                <a:lnTo>
                  <a:pt x="55996" y="3229536"/>
                </a:lnTo>
                <a:lnTo>
                  <a:pt x="53092" y="3229536"/>
                </a:lnTo>
                <a:lnTo>
                  <a:pt x="52757" y="3229175"/>
                </a:lnTo>
                <a:lnTo>
                  <a:pt x="52740" y="3229536"/>
                </a:lnTo>
                <a:lnTo>
                  <a:pt x="52388" y="3229536"/>
                </a:lnTo>
                <a:lnTo>
                  <a:pt x="52723" y="3229880"/>
                </a:lnTo>
                <a:lnTo>
                  <a:pt x="48988" y="3308340"/>
                </a:lnTo>
                <a:cubicBezTo>
                  <a:pt x="48988" y="3278183"/>
                  <a:pt x="48988" y="3251794"/>
                  <a:pt x="48988" y="3225405"/>
                </a:cubicBezTo>
                <a:cubicBezTo>
                  <a:pt x="48988" y="3221635"/>
                  <a:pt x="48988" y="3221635"/>
                  <a:pt x="48988" y="3221635"/>
                </a:cubicBezTo>
                <a:cubicBezTo>
                  <a:pt x="41452" y="3221635"/>
                  <a:pt x="33915" y="3221635"/>
                  <a:pt x="26378" y="3221635"/>
                </a:cubicBezTo>
                <a:cubicBezTo>
                  <a:pt x="18842" y="3232946"/>
                  <a:pt x="7537" y="3251794"/>
                  <a:pt x="3769" y="3263103"/>
                </a:cubicBezTo>
                <a:lnTo>
                  <a:pt x="3769" y="3257565"/>
                </a:lnTo>
                <a:lnTo>
                  <a:pt x="12527" y="3234629"/>
                </a:lnTo>
                <a:cubicBezTo>
                  <a:pt x="17802" y="3222385"/>
                  <a:pt x="22118" y="3217675"/>
                  <a:pt x="31230" y="3216733"/>
                </a:cubicBezTo>
                <a:lnTo>
                  <a:pt x="45377" y="3217474"/>
                </a:lnTo>
                <a:lnTo>
                  <a:pt x="45377" y="3217675"/>
                </a:lnTo>
                <a:cubicBezTo>
                  <a:pt x="45377" y="3217675"/>
                  <a:pt x="45377" y="3217675"/>
                  <a:pt x="49213" y="3217675"/>
                </a:cubicBezTo>
                <a:lnTo>
                  <a:pt x="45377" y="3217474"/>
                </a:lnTo>
                <a:lnTo>
                  <a:pt x="45377" y="3213908"/>
                </a:lnTo>
                <a:lnTo>
                  <a:pt x="48518" y="3210823"/>
                </a:lnTo>
                <a:lnTo>
                  <a:pt x="49502" y="3214671"/>
                </a:lnTo>
                <a:cubicBezTo>
                  <a:pt x="53254" y="3169426"/>
                  <a:pt x="60759" y="3124183"/>
                  <a:pt x="68263" y="3086478"/>
                </a:cubicBezTo>
                <a:cubicBezTo>
                  <a:pt x="68263" y="3082709"/>
                  <a:pt x="68263" y="3082709"/>
                  <a:pt x="68263" y="3082709"/>
                </a:cubicBezTo>
                <a:cubicBezTo>
                  <a:pt x="68263" y="3078937"/>
                  <a:pt x="68263" y="3078937"/>
                  <a:pt x="68263" y="3078937"/>
                </a:cubicBezTo>
                <a:lnTo>
                  <a:pt x="64634" y="3069512"/>
                </a:lnTo>
                <a:lnTo>
                  <a:pt x="64634" y="3067422"/>
                </a:lnTo>
                <a:lnTo>
                  <a:pt x="68154" y="3067422"/>
                </a:lnTo>
                <a:lnTo>
                  <a:pt x="68407" y="3070620"/>
                </a:lnTo>
                <a:cubicBezTo>
                  <a:pt x="68407" y="3074384"/>
                  <a:pt x="68407" y="3074384"/>
                  <a:pt x="68407" y="3074384"/>
                </a:cubicBezTo>
                <a:cubicBezTo>
                  <a:pt x="68407" y="3078144"/>
                  <a:pt x="68407" y="3078144"/>
                  <a:pt x="68407" y="3078144"/>
                </a:cubicBezTo>
                <a:cubicBezTo>
                  <a:pt x="75912" y="3040528"/>
                  <a:pt x="87168" y="3006671"/>
                  <a:pt x="98425" y="2976578"/>
                </a:cubicBezTo>
                <a:cubicBezTo>
                  <a:pt x="98425" y="2976578"/>
                  <a:pt x="98425" y="2972819"/>
                  <a:pt x="98425" y="2972819"/>
                </a:cubicBezTo>
                <a:cubicBezTo>
                  <a:pt x="98425" y="2969055"/>
                  <a:pt x="98425" y="2969055"/>
                  <a:pt x="98425" y="2969055"/>
                </a:cubicBezTo>
                <a:cubicBezTo>
                  <a:pt x="87168" y="2844922"/>
                  <a:pt x="83416" y="2814829"/>
                  <a:pt x="75912" y="2732073"/>
                </a:cubicBezTo>
                <a:cubicBezTo>
                  <a:pt x="75912" y="2739595"/>
                  <a:pt x="75912" y="2743356"/>
                  <a:pt x="75912" y="2743356"/>
                </a:cubicBezTo>
                <a:lnTo>
                  <a:pt x="74192" y="2743356"/>
                </a:lnTo>
                <a:lnTo>
                  <a:pt x="76200" y="2724029"/>
                </a:lnTo>
                <a:lnTo>
                  <a:pt x="75224" y="2704931"/>
                </a:lnTo>
                <a:lnTo>
                  <a:pt x="75224" y="2701703"/>
                </a:lnTo>
                <a:cubicBezTo>
                  <a:pt x="79009" y="2701703"/>
                  <a:pt x="79009" y="2701703"/>
                  <a:pt x="79009" y="2701703"/>
                </a:cubicBezTo>
                <a:lnTo>
                  <a:pt x="79888" y="2696627"/>
                </a:lnTo>
                <a:lnTo>
                  <a:pt x="79375" y="2709420"/>
                </a:lnTo>
                <a:cubicBezTo>
                  <a:pt x="79375" y="2716967"/>
                  <a:pt x="79375" y="2720740"/>
                  <a:pt x="79375" y="2724514"/>
                </a:cubicBezTo>
                <a:cubicBezTo>
                  <a:pt x="86916" y="2826407"/>
                  <a:pt x="86916" y="2833954"/>
                  <a:pt x="98227" y="2962259"/>
                </a:cubicBezTo>
                <a:cubicBezTo>
                  <a:pt x="98227" y="2958485"/>
                  <a:pt x="98227" y="2958485"/>
                  <a:pt x="98227" y="2958485"/>
                </a:cubicBezTo>
                <a:lnTo>
                  <a:pt x="101919" y="2958485"/>
                </a:lnTo>
                <a:lnTo>
                  <a:pt x="101600" y="2965824"/>
                </a:lnTo>
                <a:cubicBezTo>
                  <a:pt x="101600" y="2965824"/>
                  <a:pt x="101600" y="2969598"/>
                  <a:pt x="101600" y="2973371"/>
                </a:cubicBezTo>
                <a:cubicBezTo>
                  <a:pt x="101600" y="2965824"/>
                  <a:pt x="105386" y="2962051"/>
                  <a:pt x="109171" y="2954500"/>
                </a:cubicBezTo>
                <a:cubicBezTo>
                  <a:pt x="120528" y="2939406"/>
                  <a:pt x="128100" y="2928081"/>
                  <a:pt x="139456" y="2920535"/>
                </a:cubicBezTo>
                <a:cubicBezTo>
                  <a:pt x="139456" y="2916761"/>
                  <a:pt x="139456" y="2916761"/>
                  <a:pt x="139456" y="2916761"/>
                </a:cubicBezTo>
                <a:cubicBezTo>
                  <a:pt x="139456" y="2912988"/>
                  <a:pt x="139456" y="2912988"/>
                  <a:pt x="139456" y="2912988"/>
                </a:cubicBezTo>
                <a:cubicBezTo>
                  <a:pt x="139456" y="2909214"/>
                  <a:pt x="139456" y="2909214"/>
                  <a:pt x="139456" y="2909214"/>
                </a:cubicBezTo>
                <a:cubicBezTo>
                  <a:pt x="143242" y="2746927"/>
                  <a:pt x="147028" y="2705414"/>
                  <a:pt x="150813" y="2573320"/>
                </a:cubicBezTo>
                <a:cubicBezTo>
                  <a:pt x="150813" y="2577094"/>
                  <a:pt x="150813" y="2577094"/>
                  <a:pt x="147028" y="2580868"/>
                </a:cubicBezTo>
                <a:cubicBezTo>
                  <a:pt x="147028" y="2577094"/>
                  <a:pt x="147028" y="2577094"/>
                  <a:pt x="147028" y="2577094"/>
                </a:cubicBezTo>
                <a:cubicBezTo>
                  <a:pt x="142296" y="2602569"/>
                  <a:pt x="138155" y="2624978"/>
                  <a:pt x="134517" y="2645035"/>
                </a:cubicBezTo>
                <a:lnTo>
                  <a:pt x="127418" y="2685292"/>
                </a:lnTo>
                <a:lnTo>
                  <a:pt x="128508" y="2678286"/>
                </a:lnTo>
                <a:cubicBezTo>
                  <a:pt x="134281" y="2642908"/>
                  <a:pt x="141586" y="2600926"/>
                  <a:pt x="151012" y="2547149"/>
                </a:cubicBezTo>
                <a:cubicBezTo>
                  <a:pt x="156667" y="2453751"/>
                  <a:pt x="158081" y="2411296"/>
                  <a:pt x="163206" y="2359289"/>
                </a:cubicBezTo>
                <a:lnTo>
                  <a:pt x="168989" y="2309406"/>
                </a:lnTo>
                <a:lnTo>
                  <a:pt x="169863" y="2309406"/>
                </a:lnTo>
                <a:cubicBezTo>
                  <a:pt x="169863" y="2309406"/>
                  <a:pt x="169863" y="2309406"/>
                  <a:pt x="169863" y="2305632"/>
                </a:cubicBezTo>
                <a:lnTo>
                  <a:pt x="169863" y="2305630"/>
                </a:lnTo>
                <a:lnTo>
                  <a:pt x="169148" y="2308030"/>
                </a:lnTo>
                <a:lnTo>
                  <a:pt x="169863" y="2301858"/>
                </a:lnTo>
                <a:lnTo>
                  <a:pt x="166925" y="2309406"/>
                </a:lnTo>
                <a:lnTo>
                  <a:pt x="166093" y="2309406"/>
                </a:lnTo>
                <a:lnTo>
                  <a:pt x="164198" y="2316409"/>
                </a:lnTo>
                <a:lnTo>
                  <a:pt x="128865" y="2407168"/>
                </a:lnTo>
                <a:lnTo>
                  <a:pt x="130448" y="2401695"/>
                </a:lnTo>
                <a:cubicBezTo>
                  <a:pt x="143346" y="2362130"/>
                  <a:pt x="156723" y="2325390"/>
                  <a:pt x="170099" y="2291477"/>
                </a:cubicBezTo>
                <a:lnTo>
                  <a:pt x="172867" y="2291477"/>
                </a:lnTo>
                <a:lnTo>
                  <a:pt x="172867" y="2294434"/>
                </a:lnTo>
                <a:cubicBezTo>
                  <a:pt x="161540" y="2400209"/>
                  <a:pt x="157764" y="2411542"/>
                  <a:pt x="153988" y="2539982"/>
                </a:cubicBezTo>
                <a:cubicBezTo>
                  <a:pt x="153988" y="2536204"/>
                  <a:pt x="153988" y="2534315"/>
                  <a:pt x="154460" y="2532898"/>
                </a:cubicBezTo>
                <a:lnTo>
                  <a:pt x="156907" y="2529750"/>
                </a:lnTo>
                <a:lnTo>
                  <a:pt x="156462" y="2531690"/>
                </a:lnTo>
                <a:cubicBezTo>
                  <a:pt x="155365" y="2536978"/>
                  <a:pt x="154658" y="2540925"/>
                  <a:pt x="154186" y="2543752"/>
                </a:cubicBezTo>
                <a:cubicBezTo>
                  <a:pt x="154186" y="2551293"/>
                  <a:pt x="154186" y="2558835"/>
                  <a:pt x="154186" y="2562604"/>
                </a:cubicBezTo>
                <a:cubicBezTo>
                  <a:pt x="146646" y="2717188"/>
                  <a:pt x="146646" y="2739809"/>
                  <a:pt x="142875" y="2901932"/>
                </a:cubicBezTo>
                <a:cubicBezTo>
                  <a:pt x="173038" y="2713419"/>
                  <a:pt x="173038" y="2713419"/>
                  <a:pt x="237133" y="2498508"/>
                </a:cubicBezTo>
                <a:cubicBezTo>
                  <a:pt x="260227" y="2353353"/>
                  <a:pt x="268887" y="2300568"/>
                  <a:pt x="285846" y="2196185"/>
                </a:cubicBezTo>
                <a:lnTo>
                  <a:pt x="293076" y="2151639"/>
                </a:lnTo>
                <a:lnTo>
                  <a:pt x="293688" y="2151639"/>
                </a:lnTo>
                <a:cubicBezTo>
                  <a:pt x="293688" y="2151639"/>
                  <a:pt x="293688" y="2151639"/>
                  <a:pt x="293688" y="2147870"/>
                </a:cubicBezTo>
                <a:lnTo>
                  <a:pt x="293076" y="2151639"/>
                </a:lnTo>
                <a:lnTo>
                  <a:pt x="289918" y="2151639"/>
                </a:lnTo>
                <a:cubicBezTo>
                  <a:pt x="289918" y="2147870"/>
                  <a:pt x="289918" y="2147870"/>
                  <a:pt x="289918" y="2147870"/>
                </a:cubicBezTo>
                <a:cubicBezTo>
                  <a:pt x="247502" y="2252496"/>
                  <a:pt x="218341" y="2331143"/>
                  <a:pt x="198259" y="2389774"/>
                </a:cubicBezTo>
                <a:lnTo>
                  <a:pt x="186283" y="2426088"/>
                </a:lnTo>
                <a:lnTo>
                  <a:pt x="190093" y="2412132"/>
                </a:lnTo>
                <a:cubicBezTo>
                  <a:pt x="216995" y="2316156"/>
                  <a:pt x="233278" y="2276490"/>
                  <a:pt x="289913" y="2143327"/>
                </a:cubicBezTo>
                <a:cubicBezTo>
                  <a:pt x="289913" y="2139550"/>
                  <a:pt x="289913" y="2139550"/>
                  <a:pt x="289913" y="2139550"/>
                </a:cubicBezTo>
                <a:cubicBezTo>
                  <a:pt x="289913" y="2135772"/>
                  <a:pt x="289913" y="2135772"/>
                  <a:pt x="289913" y="2135772"/>
                </a:cubicBezTo>
                <a:cubicBezTo>
                  <a:pt x="293688" y="2135772"/>
                  <a:pt x="293688" y="2135772"/>
                  <a:pt x="293688" y="2135772"/>
                </a:cubicBezTo>
                <a:cubicBezTo>
                  <a:pt x="293688" y="2131994"/>
                  <a:pt x="293688" y="2131994"/>
                  <a:pt x="293688" y="2131994"/>
                </a:cubicBezTo>
                <a:cubicBezTo>
                  <a:pt x="259707" y="2150883"/>
                  <a:pt x="229502" y="2184881"/>
                  <a:pt x="199296" y="2241547"/>
                </a:cubicBezTo>
                <a:cubicBezTo>
                  <a:pt x="191745" y="2252880"/>
                  <a:pt x="184194" y="2267990"/>
                  <a:pt x="176642" y="2283101"/>
                </a:cubicBezTo>
                <a:cubicBezTo>
                  <a:pt x="176642" y="2283101"/>
                  <a:pt x="176642" y="2286879"/>
                  <a:pt x="176642" y="2286879"/>
                </a:cubicBezTo>
                <a:lnTo>
                  <a:pt x="173921" y="2289601"/>
                </a:lnTo>
                <a:lnTo>
                  <a:pt x="173921" y="2287709"/>
                </a:lnTo>
                <a:cubicBezTo>
                  <a:pt x="173921" y="2283941"/>
                  <a:pt x="173921" y="2283941"/>
                  <a:pt x="173921" y="2283941"/>
                </a:cubicBezTo>
                <a:cubicBezTo>
                  <a:pt x="181564" y="2253796"/>
                  <a:pt x="189208" y="2216114"/>
                  <a:pt x="196851" y="2185969"/>
                </a:cubicBezTo>
                <a:cubicBezTo>
                  <a:pt x="191119" y="2201984"/>
                  <a:pt x="185147" y="2219411"/>
                  <a:pt x="179116" y="2237545"/>
                </a:cubicBezTo>
                <a:lnTo>
                  <a:pt x="162409" y="2289083"/>
                </a:lnTo>
                <a:lnTo>
                  <a:pt x="171576" y="2259700"/>
                </a:lnTo>
                <a:cubicBezTo>
                  <a:pt x="189535" y="2202822"/>
                  <a:pt x="201605" y="2168952"/>
                  <a:pt x="229867" y="2098269"/>
                </a:cubicBezTo>
                <a:lnTo>
                  <a:pt x="240286" y="2073875"/>
                </a:lnTo>
                <a:lnTo>
                  <a:pt x="230364" y="2098381"/>
                </a:lnTo>
                <a:cubicBezTo>
                  <a:pt x="200328" y="2177502"/>
                  <a:pt x="200328" y="2177502"/>
                  <a:pt x="200328" y="2177502"/>
                </a:cubicBezTo>
                <a:cubicBezTo>
                  <a:pt x="196573" y="2192573"/>
                  <a:pt x="191880" y="2209527"/>
                  <a:pt x="187656" y="2226011"/>
                </a:cubicBezTo>
                <a:lnTo>
                  <a:pt x="178613" y="2267926"/>
                </a:lnTo>
                <a:lnTo>
                  <a:pt x="177800" y="2267926"/>
                </a:lnTo>
                <a:cubicBezTo>
                  <a:pt x="177800" y="2267926"/>
                  <a:pt x="177800" y="2267926"/>
                  <a:pt x="177800" y="2271694"/>
                </a:cubicBezTo>
                <a:lnTo>
                  <a:pt x="178613" y="2267926"/>
                </a:lnTo>
                <a:lnTo>
                  <a:pt x="180978" y="2267926"/>
                </a:lnTo>
                <a:lnTo>
                  <a:pt x="180975" y="2267934"/>
                </a:lnTo>
                <a:cubicBezTo>
                  <a:pt x="180975" y="2271694"/>
                  <a:pt x="180975" y="2271694"/>
                  <a:pt x="180975" y="2271694"/>
                </a:cubicBezTo>
                <a:cubicBezTo>
                  <a:pt x="188516" y="2260414"/>
                  <a:pt x="192286" y="2245375"/>
                  <a:pt x="199827" y="2230336"/>
                </a:cubicBezTo>
                <a:cubicBezTo>
                  <a:pt x="233760" y="2177697"/>
                  <a:pt x="263922" y="2143858"/>
                  <a:pt x="297855" y="2125059"/>
                </a:cubicBezTo>
                <a:cubicBezTo>
                  <a:pt x="297855" y="2121299"/>
                  <a:pt x="297855" y="2121299"/>
                  <a:pt x="297855" y="2121299"/>
                </a:cubicBezTo>
                <a:cubicBezTo>
                  <a:pt x="297855" y="2117539"/>
                  <a:pt x="297855" y="2117539"/>
                  <a:pt x="297855" y="2117539"/>
                </a:cubicBezTo>
                <a:cubicBezTo>
                  <a:pt x="297855" y="2113779"/>
                  <a:pt x="297855" y="2113779"/>
                  <a:pt x="297855" y="2113779"/>
                </a:cubicBezTo>
                <a:cubicBezTo>
                  <a:pt x="301625" y="2113779"/>
                  <a:pt x="301625" y="2113779"/>
                  <a:pt x="301625" y="2113779"/>
                </a:cubicBezTo>
                <a:cubicBezTo>
                  <a:pt x="328017" y="1974664"/>
                  <a:pt x="335558" y="1944585"/>
                  <a:pt x="361950" y="1843068"/>
                </a:cubicBezTo>
                <a:cubicBezTo>
                  <a:pt x="358180" y="1850588"/>
                  <a:pt x="358180" y="1850588"/>
                  <a:pt x="358180" y="1854348"/>
                </a:cubicBezTo>
                <a:cubicBezTo>
                  <a:pt x="358180" y="1854348"/>
                  <a:pt x="358180" y="1854348"/>
                  <a:pt x="354410" y="1854348"/>
                </a:cubicBezTo>
                <a:cubicBezTo>
                  <a:pt x="316235" y="1933305"/>
                  <a:pt x="291846" y="1983711"/>
                  <a:pt x="272693" y="2026186"/>
                </a:cubicBezTo>
                <a:lnTo>
                  <a:pt x="256020" y="2064370"/>
                </a:lnTo>
                <a:lnTo>
                  <a:pt x="259462" y="2055524"/>
                </a:lnTo>
                <a:cubicBezTo>
                  <a:pt x="283867" y="1996654"/>
                  <a:pt x="312965" y="1934487"/>
                  <a:pt x="365529" y="1827108"/>
                </a:cubicBezTo>
                <a:cubicBezTo>
                  <a:pt x="371161" y="1808270"/>
                  <a:pt x="378670" y="1786606"/>
                  <a:pt x="387118" y="1765414"/>
                </a:cubicBezTo>
                <a:lnTo>
                  <a:pt x="410764" y="1714273"/>
                </a:lnTo>
                <a:lnTo>
                  <a:pt x="417444" y="1701863"/>
                </a:lnTo>
                <a:lnTo>
                  <a:pt x="394305" y="1757609"/>
                </a:lnTo>
                <a:lnTo>
                  <a:pt x="372483" y="1812705"/>
                </a:lnTo>
                <a:lnTo>
                  <a:pt x="369888" y="1815491"/>
                </a:lnTo>
                <a:cubicBezTo>
                  <a:pt x="369888" y="1815491"/>
                  <a:pt x="369888" y="1815491"/>
                  <a:pt x="369888" y="1819255"/>
                </a:cubicBezTo>
                <a:lnTo>
                  <a:pt x="372483" y="1812705"/>
                </a:lnTo>
                <a:lnTo>
                  <a:pt x="376462" y="1808432"/>
                </a:lnTo>
                <a:cubicBezTo>
                  <a:pt x="377401" y="1807020"/>
                  <a:pt x="377401" y="1806079"/>
                  <a:pt x="377401" y="1804197"/>
                </a:cubicBezTo>
                <a:cubicBezTo>
                  <a:pt x="377401" y="1807962"/>
                  <a:pt x="377401" y="1807962"/>
                  <a:pt x="377401" y="1807962"/>
                </a:cubicBezTo>
                <a:lnTo>
                  <a:pt x="383203" y="1798170"/>
                </a:lnTo>
                <a:lnTo>
                  <a:pt x="376436" y="1812596"/>
                </a:lnTo>
                <a:cubicBezTo>
                  <a:pt x="372666" y="1823904"/>
                  <a:pt x="368896" y="1831441"/>
                  <a:pt x="368896" y="1835211"/>
                </a:cubicBezTo>
                <a:cubicBezTo>
                  <a:pt x="339204" y="1937451"/>
                  <a:pt x="332606" y="1961773"/>
                  <a:pt x="313740" y="2059685"/>
                </a:cubicBezTo>
                <a:lnTo>
                  <a:pt x="305688" y="2101937"/>
                </a:lnTo>
                <a:lnTo>
                  <a:pt x="304800" y="2102824"/>
                </a:lnTo>
                <a:cubicBezTo>
                  <a:pt x="304800" y="2102824"/>
                  <a:pt x="304800" y="2102824"/>
                  <a:pt x="304800" y="2106594"/>
                </a:cubicBezTo>
                <a:lnTo>
                  <a:pt x="305688" y="2101937"/>
                </a:lnTo>
                <a:lnTo>
                  <a:pt x="308571" y="2099055"/>
                </a:lnTo>
                <a:cubicBezTo>
                  <a:pt x="308571" y="2102824"/>
                  <a:pt x="308571" y="2102824"/>
                  <a:pt x="308571" y="2102824"/>
                </a:cubicBezTo>
                <a:cubicBezTo>
                  <a:pt x="323652" y="2075498"/>
                  <a:pt x="334963" y="2055003"/>
                  <a:pt x="346038" y="2035627"/>
                </a:cubicBezTo>
                <a:lnTo>
                  <a:pt x="348987" y="2030680"/>
                </a:lnTo>
                <a:lnTo>
                  <a:pt x="337797" y="2052213"/>
                </a:lnTo>
                <a:cubicBezTo>
                  <a:pt x="329105" y="2069210"/>
                  <a:pt x="319502" y="2088198"/>
                  <a:pt x="308594" y="2109832"/>
                </a:cubicBezTo>
                <a:cubicBezTo>
                  <a:pt x="304800" y="2109832"/>
                  <a:pt x="304800" y="2109832"/>
                  <a:pt x="304800" y="2109832"/>
                </a:cubicBezTo>
                <a:cubicBezTo>
                  <a:pt x="304800" y="2113594"/>
                  <a:pt x="304800" y="2113594"/>
                  <a:pt x="304800" y="2113594"/>
                </a:cubicBezTo>
                <a:cubicBezTo>
                  <a:pt x="304800" y="2117357"/>
                  <a:pt x="304800" y="2117357"/>
                  <a:pt x="304800" y="2117357"/>
                </a:cubicBezTo>
                <a:cubicBezTo>
                  <a:pt x="346533" y="2098545"/>
                  <a:pt x="384471" y="2109832"/>
                  <a:pt x="426204" y="2139931"/>
                </a:cubicBezTo>
                <a:cubicBezTo>
                  <a:pt x="426204" y="2139931"/>
                  <a:pt x="426204" y="2136168"/>
                  <a:pt x="426204" y="2136168"/>
                </a:cubicBezTo>
                <a:cubicBezTo>
                  <a:pt x="429998" y="2132406"/>
                  <a:pt x="429998" y="2132406"/>
                  <a:pt x="429998" y="2132406"/>
                </a:cubicBezTo>
                <a:cubicBezTo>
                  <a:pt x="469834" y="1984262"/>
                  <a:pt x="483527" y="1925417"/>
                  <a:pt x="514285" y="1814721"/>
                </a:cubicBezTo>
                <a:lnTo>
                  <a:pt x="527171" y="1768912"/>
                </a:lnTo>
                <a:lnTo>
                  <a:pt x="528638" y="1767456"/>
                </a:lnTo>
                <a:cubicBezTo>
                  <a:pt x="528638" y="1767456"/>
                  <a:pt x="528638" y="1767456"/>
                  <a:pt x="528638" y="1763694"/>
                </a:cubicBezTo>
                <a:lnTo>
                  <a:pt x="527171" y="1768912"/>
                </a:lnTo>
                <a:lnTo>
                  <a:pt x="524844" y="1771219"/>
                </a:lnTo>
                <a:cubicBezTo>
                  <a:pt x="521051" y="1771219"/>
                  <a:pt x="521051" y="1771219"/>
                  <a:pt x="521051" y="1771219"/>
                </a:cubicBezTo>
                <a:cubicBezTo>
                  <a:pt x="521051" y="1767456"/>
                  <a:pt x="521051" y="1767456"/>
                  <a:pt x="521051" y="1763694"/>
                </a:cubicBezTo>
                <a:lnTo>
                  <a:pt x="486100" y="1812466"/>
                </a:lnTo>
                <a:lnTo>
                  <a:pt x="534790" y="1737211"/>
                </a:lnTo>
                <a:cubicBezTo>
                  <a:pt x="580033" y="1586444"/>
                  <a:pt x="591344" y="1548752"/>
                  <a:pt x="636588" y="1431907"/>
                </a:cubicBezTo>
                <a:cubicBezTo>
                  <a:pt x="632818" y="1435676"/>
                  <a:pt x="632818" y="1435676"/>
                  <a:pt x="632818" y="1435676"/>
                </a:cubicBezTo>
                <a:cubicBezTo>
                  <a:pt x="629048" y="1435676"/>
                  <a:pt x="629048" y="1435676"/>
                  <a:pt x="629048" y="1435676"/>
                </a:cubicBezTo>
                <a:cubicBezTo>
                  <a:pt x="558354" y="1527550"/>
                  <a:pt x="507278" y="1598753"/>
                  <a:pt x="470253" y="1653657"/>
                </a:cubicBezTo>
                <a:lnTo>
                  <a:pt x="467323" y="1658123"/>
                </a:lnTo>
                <a:lnTo>
                  <a:pt x="477171" y="1642192"/>
                </a:lnTo>
                <a:cubicBezTo>
                  <a:pt x="519614" y="1575025"/>
                  <a:pt x="551601" y="1532673"/>
                  <a:pt x="629076" y="1431498"/>
                </a:cubicBezTo>
                <a:cubicBezTo>
                  <a:pt x="632832" y="1427733"/>
                  <a:pt x="632832" y="1427733"/>
                  <a:pt x="632832" y="1427733"/>
                </a:cubicBezTo>
                <a:lnTo>
                  <a:pt x="632832" y="1426153"/>
                </a:lnTo>
                <a:lnTo>
                  <a:pt x="636588" y="1423968"/>
                </a:lnTo>
                <a:cubicBezTo>
                  <a:pt x="636588" y="1423968"/>
                  <a:pt x="636588" y="1423968"/>
                  <a:pt x="632832" y="1423968"/>
                </a:cubicBezTo>
                <a:lnTo>
                  <a:pt x="632832" y="1426153"/>
                </a:lnTo>
                <a:lnTo>
                  <a:pt x="597851" y="1446498"/>
                </a:lnTo>
                <a:cubicBezTo>
                  <a:pt x="585174" y="1455850"/>
                  <a:pt x="572731" y="1467026"/>
                  <a:pt x="560523" y="1479968"/>
                </a:cubicBezTo>
                <a:lnTo>
                  <a:pt x="527390" y="1520607"/>
                </a:lnTo>
                <a:lnTo>
                  <a:pt x="537624" y="1504510"/>
                </a:lnTo>
                <a:lnTo>
                  <a:pt x="567124" y="1469758"/>
                </a:lnTo>
                <a:cubicBezTo>
                  <a:pt x="591594" y="1444308"/>
                  <a:pt x="616064" y="1425457"/>
                  <a:pt x="640534" y="1412261"/>
                </a:cubicBezTo>
                <a:cubicBezTo>
                  <a:pt x="644299" y="1408490"/>
                  <a:pt x="644299" y="1408490"/>
                  <a:pt x="644299" y="1408490"/>
                </a:cubicBezTo>
                <a:cubicBezTo>
                  <a:pt x="648064" y="1408490"/>
                  <a:pt x="648064" y="1408490"/>
                  <a:pt x="648064" y="1408490"/>
                </a:cubicBezTo>
                <a:cubicBezTo>
                  <a:pt x="648064" y="1404720"/>
                  <a:pt x="648064" y="1404720"/>
                  <a:pt x="648064" y="1404720"/>
                </a:cubicBezTo>
                <a:cubicBezTo>
                  <a:pt x="690416" y="1314232"/>
                  <a:pt x="703122" y="1285248"/>
                  <a:pt x="727474" y="1247780"/>
                </a:cubicBezTo>
                <a:lnTo>
                  <a:pt x="729457" y="1244924"/>
                </a:lnTo>
                <a:lnTo>
                  <a:pt x="728226" y="1246808"/>
                </a:lnTo>
                <a:cubicBezTo>
                  <a:pt x="709384" y="1278378"/>
                  <a:pt x="685833" y="1323613"/>
                  <a:pt x="651918" y="1397120"/>
                </a:cubicBezTo>
                <a:cubicBezTo>
                  <a:pt x="655686" y="1397120"/>
                  <a:pt x="655686" y="1397120"/>
                  <a:pt x="655686" y="1397120"/>
                </a:cubicBezTo>
                <a:cubicBezTo>
                  <a:pt x="655686" y="1393351"/>
                  <a:pt x="655686" y="1393351"/>
                  <a:pt x="655686" y="1393351"/>
                </a:cubicBezTo>
                <a:cubicBezTo>
                  <a:pt x="659454" y="1393351"/>
                  <a:pt x="659454" y="1393351"/>
                  <a:pt x="659454" y="1393351"/>
                </a:cubicBezTo>
                <a:cubicBezTo>
                  <a:pt x="663222" y="1393351"/>
                  <a:pt x="663222" y="1393351"/>
                  <a:pt x="663222" y="1393351"/>
                </a:cubicBezTo>
                <a:cubicBezTo>
                  <a:pt x="795113" y="1250106"/>
                  <a:pt x="825260" y="1219950"/>
                  <a:pt x="983529" y="1095549"/>
                </a:cubicBezTo>
                <a:cubicBezTo>
                  <a:pt x="1028748" y="1039003"/>
                  <a:pt x="1055126" y="967378"/>
                  <a:pt x="1092810" y="903292"/>
                </a:cubicBezTo>
                <a:close/>
                <a:moveTo>
                  <a:pt x="3170312" y="817551"/>
                </a:moveTo>
                <a:cubicBezTo>
                  <a:pt x="3042278" y="1028507"/>
                  <a:pt x="3030981" y="1043575"/>
                  <a:pt x="2906713" y="1262065"/>
                </a:cubicBezTo>
                <a:cubicBezTo>
                  <a:pt x="2929307" y="1280900"/>
                  <a:pt x="2921776" y="1299735"/>
                  <a:pt x="2918010" y="1307270"/>
                </a:cubicBezTo>
                <a:cubicBezTo>
                  <a:pt x="3159015" y="1506923"/>
                  <a:pt x="3170312" y="1514457"/>
                  <a:pt x="3381191" y="1736714"/>
                </a:cubicBezTo>
                <a:cubicBezTo>
                  <a:pt x="3384957" y="1736714"/>
                  <a:pt x="3384957" y="1736714"/>
                  <a:pt x="3384957" y="1736714"/>
                </a:cubicBezTo>
                <a:cubicBezTo>
                  <a:pt x="3384957" y="1732949"/>
                  <a:pt x="3384957" y="1732949"/>
                  <a:pt x="3384957" y="1732949"/>
                </a:cubicBezTo>
                <a:cubicBezTo>
                  <a:pt x="3388722" y="1732949"/>
                  <a:pt x="3388722" y="1729182"/>
                  <a:pt x="3392488" y="1729182"/>
                </a:cubicBezTo>
                <a:cubicBezTo>
                  <a:pt x="3336003" y="1371309"/>
                  <a:pt x="3264454" y="1069945"/>
                  <a:pt x="3185375" y="821318"/>
                </a:cubicBezTo>
                <a:cubicBezTo>
                  <a:pt x="3177843" y="821318"/>
                  <a:pt x="3177843" y="821318"/>
                  <a:pt x="3177843" y="821318"/>
                </a:cubicBezTo>
                <a:cubicBezTo>
                  <a:pt x="3174078" y="821318"/>
                  <a:pt x="3174078" y="821318"/>
                  <a:pt x="3174078" y="821318"/>
                </a:cubicBezTo>
                <a:cubicBezTo>
                  <a:pt x="3174078" y="817551"/>
                  <a:pt x="3174078" y="817551"/>
                  <a:pt x="3174078" y="817551"/>
                </a:cubicBezTo>
                <a:cubicBezTo>
                  <a:pt x="3170312" y="817551"/>
                  <a:pt x="3170312" y="817551"/>
                  <a:pt x="3170312" y="817551"/>
                </a:cubicBezTo>
                <a:close/>
                <a:moveTo>
                  <a:pt x="3200004" y="814375"/>
                </a:moveTo>
                <a:cubicBezTo>
                  <a:pt x="3196233" y="818142"/>
                  <a:pt x="3196233" y="818142"/>
                  <a:pt x="3196233" y="818142"/>
                </a:cubicBezTo>
                <a:cubicBezTo>
                  <a:pt x="3192463" y="821909"/>
                  <a:pt x="3192463" y="821909"/>
                  <a:pt x="3192463" y="821909"/>
                </a:cubicBezTo>
                <a:cubicBezTo>
                  <a:pt x="3275410" y="1066769"/>
                  <a:pt x="3347046" y="1371901"/>
                  <a:pt x="3403601" y="1726006"/>
                </a:cubicBezTo>
                <a:cubicBezTo>
                  <a:pt x="3407371" y="1729773"/>
                  <a:pt x="3407371" y="1729773"/>
                  <a:pt x="3407371" y="1729773"/>
                </a:cubicBezTo>
                <a:cubicBezTo>
                  <a:pt x="3411141" y="1729773"/>
                  <a:pt x="3411141" y="1729773"/>
                  <a:pt x="3411141" y="1729773"/>
                </a:cubicBezTo>
                <a:cubicBezTo>
                  <a:pt x="3414912" y="1733540"/>
                  <a:pt x="3414912" y="1733540"/>
                  <a:pt x="3414912" y="1733540"/>
                </a:cubicBezTo>
                <a:cubicBezTo>
                  <a:pt x="3546873" y="1503747"/>
                  <a:pt x="3588346" y="1432174"/>
                  <a:pt x="3705226" y="1236287"/>
                </a:cubicBezTo>
                <a:cubicBezTo>
                  <a:pt x="3693915" y="1221219"/>
                  <a:pt x="3690145" y="1206151"/>
                  <a:pt x="3693915" y="1191083"/>
                </a:cubicBezTo>
                <a:cubicBezTo>
                  <a:pt x="3693915" y="1187316"/>
                  <a:pt x="3693915" y="1187316"/>
                  <a:pt x="3693915" y="1187316"/>
                </a:cubicBezTo>
                <a:cubicBezTo>
                  <a:pt x="3441304" y="972592"/>
                  <a:pt x="3429993" y="965058"/>
                  <a:pt x="3203774" y="814375"/>
                </a:cubicBezTo>
                <a:cubicBezTo>
                  <a:pt x="3200004" y="814375"/>
                  <a:pt x="3200004" y="814375"/>
                  <a:pt x="3200004" y="814375"/>
                </a:cubicBezTo>
                <a:close/>
                <a:moveTo>
                  <a:pt x="5372792" y="788335"/>
                </a:moveTo>
                <a:lnTo>
                  <a:pt x="5423181" y="839792"/>
                </a:lnTo>
                <a:cubicBezTo>
                  <a:pt x="5487610" y="906716"/>
                  <a:pt x="5556805" y="981587"/>
                  <a:pt x="5613290" y="1043744"/>
                </a:cubicBezTo>
                <a:cubicBezTo>
                  <a:pt x="5624587" y="1050337"/>
                  <a:pt x="5636590" y="1055281"/>
                  <a:pt x="5648946" y="1059519"/>
                </a:cubicBezTo>
                <a:lnTo>
                  <a:pt x="5675562" y="1067648"/>
                </a:lnTo>
                <a:lnTo>
                  <a:pt x="5672364" y="1067053"/>
                </a:lnTo>
                <a:cubicBezTo>
                  <a:pt x="5662479" y="1066346"/>
                  <a:pt x="5650947" y="1066346"/>
                  <a:pt x="5635884" y="1066346"/>
                </a:cubicBezTo>
                <a:cubicBezTo>
                  <a:pt x="5673541" y="1119086"/>
                  <a:pt x="5711198" y="1171825"/>
                  <a:pt x="5752621" y="1224564"/>
                </a:cubicBezTo>
                <a:cubicBezTo>
                  <a:pt x="5748855" y="1224564"/>
                  <a:pt x="5745089" y="1220797"/>
                  <a:pt x="5741323" y="1217030"/>
                </a:cubicBezTo>
                <a:cubicBezTo>
                  <a:pt x="5643415" y="1088949"/>
                  <a:pt x="5643415" y="1088949"/>
                  <a:pt x="5643415" y="1088949"/>
                </a:cubicBezTo>
                <a:cubicBezTo>
                  <a:pt x="5635884" y="1088949"/>
                  <a:pt x="5635884" y="1085182"/>
                  <a:pt x="5632118" y="1081415"/>
                </a:cubicBezTo>
                <a:cubicBezTo>
                  <a:pt x="5617055" y="1085182"/>
                  <a:pt x="5594461" y="1088949"/>
                  <a:pt x="5583164" y="1092716"/>
                </a:cubicBezTo>
                <a:lnTo>
                  <a:pt x="5582693" y="1092402"/>
                </a:lnTo>
                <a:lnTo>
                  <a:pt x="5583238" y="1092064"/>
                </a:lnTo>
                <a:lnTo>
                  <a:pt x="5572824" y="1084888"/>
                </a:lnTo>
                <a:lnTo>
                  <a:pt x="5600169" y="1076471"/>
                </a:lnTo>
                <a:cubicBezTo>
                  <a:pt x="5620821" y="1070114"/>
                  <a:pt x="5620821" y="1070114"/>
                  <a:pt x="5620821" y="1070114"/>
                </a:cubicBezTo>
                <a:cubicBezTo>
                  <a:pt x="5525267" y="951450"/>
                  <a:pt x="5504673" y="927965"/>
                  <a:pt x="5412722" y="830572"/>
                </a:cubicBezTo>
                <a:close/>
                <a:moveTo>
                  <a:pt x="4006742" y="787387"/>
                </a:moveTo>
                <a:cubicBezTo>
                  <a:pt x="3882371" y="960858"/>
                  <a:pt x="3859758" y="991027"/>
                  <a:pt x="3735388" y="1183354"/>
                </a:cubicBezTo>
                <a:cubicBezTo>
                  <a:pt x="3750463" y="1202209"/>
                  <a:pt x="3750463" y="1217294"/>
                  <a:pt x="3750463" y="1228607"/>
                </a:cubicBezTo>
                <a:cubicBezTo>
                  <a:pt x="3746694" y="1228607"/>
                  <a:pt x="3746694" y="1228607"/>
                  <a:pt x="3746694" y="1228607"/>
                </a:cubicBezTo>
                <a:cubicBezTo>
                  <a:pt x="3746694" y="1232378"/>
                  <a:pt x="3746694" y="1232378"/>
                  <a:pt x="3746694" y="1232378"/>
                </a:cubicBezTo>
                <a:cubicBezTo>
                  <a:pt x="3991666" y="1473727"/>
                  <a:pt x="4006742" y="1488811"/>
                  <a:pt x="4221563" y="1741475"/>
                </a:cubicBezTo>
                <a:cubicBezTo>
                  <a:pt x="4221563" y="1737705"/>
                  <a:pt x="4221563" y="1737705"/>
                  <a:pt x="4221563" y="1737705"/>
                </a:cubicBezTo>
                <a:cubicBezTo>
                  <a:pt x="4225332" y="1737705"/>
                  <a:pt x="4225332" y="1737705"/>
                  <a:pt x="4225332" y="1737705"/>
                </a:cubicBezTo>
                <a:cubicBezTo>
                  <a:pt x="4225332" y="1737705"/>
                  <a:pt x="4229101" y="1733935"/>
                  <a:pt x="4229101" y="1733935"/>
                </a:cubicBezTo>
                <a:cubicBezTo>
                  <a:pt x="4176338" y="1364366"/>
                  <a:pt x="4104731" y="1047594"/>
                  <a:pt x="4018048" y="791158"/>
                </a:cubicBezTo>
                <a:cubicBezTo>
                  <a:pt x="4014279" y="791158"/>
                  <a:pt x="4014279" y="791158"/>
                  <a:pt x="4014279" y="791158"/>
                </a:cubicBezTo>
                <a:cubicBezTo>
                  <a:pt x="4010510" y="791158"/>
                  <a:pt x="4010510" y="791158"/>
                  <a:pt x="4010510" y="791158"/>
                </a:cubicBezTo>
                <a:cubicBezTo>
                  <a:pt x="4006742" y="787387"/>
                  <a:pt x="4006742" y="787387"/>
                  <a:pt x="4006742" y="787387"/>
                </a:cubicBezTo>
                <a:close/>
                <a:moveTo>
                  <a:pt x="4036628" y="787386"/>
                </a:moveTo>
                <a:cubicBezTo>
                  <a:pt x="4036628" y="791158"/>
                  <a:pt x="4036628" y="791158"/>
                  <a:pt x="4036628" y="791158"/>
                </a:cubicBezTo>
                <a:cubicBezTo>
                  <a:pt x="4032851" y="791158"/>
                  <a:pt x="4032851" y="791158"/>
                  <a:pt x="4032851" y="791158"/>
                </a:cubicBezTo>
                <a:cubicBezTo>
                  <a:pt x="4029075" y="791158"/>
                  <a:pt x="4029075" y="791158"/>
                  <a:pt x="4029075" y="791158"/>
                </a:cubicBezTo>
                <a:cubicBezTo>
                  <a:pt x="4112154" y="1047593"/>
                  <a:pt x="4183904" y="1368136"/>
                  <a:pt x="4240549" y="1733933"/>
                </a:cubicBezTo>
                <a:cubicBezTo>
                  <a:pt x="4240549" y="1733933"/>
                  <a:pt x="4244326" y="1737705"/>
                  <a:pt x="4248102" y="1737705"/>
                </a:cubicBezTo>
                <a:cubicBezTo>
                  <a:pt x="4251878" y="1741475"/>
                  <a:pt x="4251878" y="1741475"/>
                  <a:pt x="4251878" y="1741475"/>
                </a:cubicBezTo>
                <a:cubicBezTo>
                  <a:pt x="4380273" y="1526522"/>
                  <a:pt x="4418037" y="1462413"/>
                  <a:pt x="4527550" y="1288944"/>
                </a:cubicBezTo>
                <a:cubicBezTo>
                  <a:pt x="4516221" y="1273859"/>
                  <a:pt x="4512445" y="1258775"/>
                  <a:pt x="4519997" y="1243691"/>
                </a:cubicBezTo>
                <a:cubicBezTo>
                  <a:pt x="4278312" y="994798"/>
                  <a:pt x="4266984" y="979713"/>
                  <a:pt x="4040404" y="787386"/>
                </a:cubicBezTo>
                <a:cubicBezTo>
                  <a:pt x="4036628" y="787386"/>
                  <a:pt x="4036628" y="787386"/>
                  <a:pt x="4036628" y="787386"/>
                </a:cubicBezTo>
                <a:close/>
                <a:moveTo>
                  <a:pt x="5360988" y="776281"/>
                </a:moveTo>
                <a:cubicBezTo>
                  <a:pt x="5364754" y="780047"/>
                  <a:pt x="5364754" y="783815"/>
                  <a:pt x="5368519" y="783815"/>
                </a:cubicBezTo>
                <a:lnTo>
                  <a:pt x="5372792" y="788335"/>
                </a:lnTo>
                <a:close/>
                <a:moveTo>
                  <a:pt x="1236663" y="727078"/>
                </a:moveTo>
                <a:lnTo>
                  <a:pt x="1221015" y="743321"/>
                </a:lnTo>
                <a:lnTo>
                  <a:pt x="1138015" y="810229"/>
                </a:lnTo>
                <a:cubicBezTo>
                  <a:pt x="1138015" y="810229"/>
                  <a:pt x="1138015" y="810229"/>
                  <a:pt x="1101438" y="843617"/>
                </a:cubicBezTo>
                <a:lnTo>
                  <a:pt x="1070152" y="872174"/>
                </a:lnTo>
                <a:lnTo>
                  <a:pt x="1058863" y="881067"/>
                </a:lnTo>
                <a:cubicBezTo>
                  <a:pt x="1058863" y="881067"/>
                  <a:pt x="1058863" y="881067"/>
                  <a:pt x="1138306" y="809706"/>
                </a:cubicBezTo>
                <a:cubicBezTo>
                  <a:pt x="1138306" y="809706"/>
                  <a:pt x="1138306" y="809706"/>
                  <a:pt x="1236663" y="727078"/>
                </a:cubicBezTo>
                <a:close/>
                <a:moveTo>
                  <a:pt x="1292773" y="685746"/>
                </a:moveTo>
                <a:lnTo>
                  <a:pt x="1288446" y="689166"/>
                </a:lnTo>
                <a:lnTo>
                  <a:pt x="1230517" y="735687"/>
                </a:lnTo>
                <a:lnTo>
                  <a:pt x="1247153" y="719533"/>
                </a:lnTo>
                <a:close/>
                <a:moveTo>
                  <a:pt x="1414600" y="654270"/>
                </a:moveTo>
                <a:lnTo>
                  <a:pt x="1348783" y="688709"/>
                </a:lnTo>
                <a:lnTo>
                  <a:pt x="1361208" y="681240"/>
                </a:lnTo>
                <a:cubicBezTo>
                  <a:pt x="1374251" y="674171"/>
                  <a:pt x="1387557" y="667335"/>
                  <a:pt x="1401884" y="660297"/>
                </a:cubicBezTo>
                <a:close/>
                <a:moveTo>
                  <a:pt x="5262563" y="650868"/>
                </a:moveTo>
                <a:cubicBezTo>
                  <a:pt x="5315347" y="685938"/>
                  <a:pt x="5315347" y="685938"/>
                  <a:pt x="5315347" y="685938"/>
                </a:cubicBezTo>
                <a:cubicBezTo>
                  <a:pt x="5322888" y="693731"/>
                  <a:pt x="5322888" y="693731"/>
                  <a:pt x="5322888" y="693731"/>
                </a:cubicBezTo>
                <a:cubicBezTo>
                  <a:pt x="5266333" y="654764"/>
                  <a:pt x="5266333" y="654764"/>
                  <a:pt x="5266333" y="654764"/>
                </a:cubicBezTo>
                <a:cubicBezTo>
                  <a:pt x="5262563" y="654764"/>
                  <a:pt x="5262563" y="650868"/>
                  <a:pt x="5262563" y="650868"/>
                </a:cubicBezTo>
                <a:close/>
                <a:moveTo>
                  <a:pt x="3739364" y="573071"/>
                </a:moveTo>
                <a:cubicBezTo>
                  <a:pt x="3743134" y="573071"/>
                  <a:pt x="3750676" y="573071"/>
                  <a:pt x="3754446" y="573071"/>
                </a:cubicBezTo>
                <a:cubicBezTo>
                  <a:pt x="3826089" y="625833"/>
                  <a:pt x="3924126" y="689902"/>
                  <a:pt x="3991998" y="738895"/>
                </a:cubicBezTo>
                <a:cubicBezTo>
                  <a:pt x="3995768" y="738895"/>
                  <a:pt x="3995768" y="738895"/>
                  <a:pt x="3995768" y="738895"/>
                </a:cubicBezTo>
                <a:cubicBezTo>
                  <a:pt x="3999539" y="735127"/>
                  <a:pt x="3999539" y="735127"/>
                  <a:pt x="3999539" y="735127"/>
                </a:cubicBezTo>
                <a:cubicBezTo>
                  <a:pt x="3980686" y="678596"/>
                  <a:pt x="3961832" y="625833"/>
                  <a:pt x="3942979" y="576840"/>
                </a:cubicBezTo>
                <a:cubicBezTo>
                  <a:pt x="3942979" y="576840"/>
                  <a:pt x="3946750" y="576840"/>
                  <a:pt x="3950520" y="576840"/>
                </a:cubicBezTo>
                <a:cubicBezTo>
                  <a:pt x="3973144" y="625833"/>
                  <a:pt x="3991998" y="678596"/>
                  <a:pt x="4010851" y="735127"/>
                </a:cubicBezTo>
                <a:cubicBezTo>
                  <a:pt x="4014622" y="738895"/>
                  <a:pt x="4014622" y="738895"/>
                  <a:pt x="4014622" y="738895"/>
                </a:cubicBezTo>
                <a:cubicBezTo>
                  <a:pt x="4018392" y="738895"/>
                  <a:pt x="4018392" y="738895"/>
                  <a:pt x="4018392" y="738895"/>
                </a:cubicBezTo>
                <a:cubicBezTo>
                  <a:pt x="4022163" y="742664"/>
                  <a:pt x="4022163" y="742664"/>
                  <a:pt x="4022163" y="742664"/>
                </a:cubicBezTo>
                <a:cubicBezTo>
                  <a:pt x="4025934" y="742664"/>
                  <a:pt x="4025934" y="742664"/>
                  <a:pt x="4025934" y="742664"/>
                </a:cubicBezTo>
                <a:cubicBezTo>
                  <a:pt x="4059870" y="697439"/>
                  <a:pt x="4108888" y="633371"/>
                  <a:pt x="4150366" y="588146"/>
                </a:cubicBezTo>
                <a:cubicBezTo>
                  <a:pt x="4154136" y="591915"/>
                  <a:pt x="4157907" y="591915"/>
                  <a:pt x="4165448" y="591915"/>
                </a:cubicBezTo>
                <a:cubicBezTo>
                  <a:pt x="4123971" y="637140"/>
                  <a:pt x="4071182" y="701208"/>
                  <a:pt x="4033475" y="750202"/>
                </a:cubicBezTo>
                <a:cubicBezTo>
                  <a:pt x="4037246" y="753970"/>
                  <a:pt x="4037246" y="753970"/>
                  <a:pt x="4037246" y="753970"/>
                </a:cubicBezTo>
                <a:cubicBezTo>
                  <a:pt x="4041016" y="757739"/>
                  <a:pt x="4041016" y="757739"/>
                  <a:pt x="4041016" y="757739"/>
                </a:cubicBezTo>
                <a:cubicBezTo>
                  <a:pt x="4041016" y="761508"/>
                  <a:pt x="4041016" y="761508"/>
                  <a:pt x="4041016" y="761508"/>
                </a:cubicBezTo>
                <a:cubicBezTo>
                  <a:pt x="4044787" y="765277"/>
                  <a:pt x="4044787" y="765277"/>
                  <a:pt x="4044787" y="765277"/>
                </a:cubicBezTo>
                <a:cubicBezTo>
                  <a:pt x="4044787" y="769046"/>
                  <a:pt x="4044787" y="769046"/>
                  <a:pt x="4044787" y="769046"/>
                </a:cubicBezTo>
                <a:cubicBezTo>
                  <a:pt x="4044787" y="772814"/>
                  <a:pt x="4044787" y="772814"/>
                  <a:pt x="4044787" y="772814"/>
                </a:cubicBezTo>
                <a:cubicBezTo>
                  <a:pt x="4044787" y="776583"/>
                  <a:pt x="4044787" y="776583"/>
                  <a:pt x="4044787" y="776583"/>
                </a:cubicBezTo>
                <a:cubicBezTo>
                  <a:pt x="4044787" y="780352"/>
                  <a:pt x="4044787" y="780352"/>
                  <a:pt x="4044787" y="780352"/>
                </a:cubicBezTo>
                <a:cubicBezTo>
                  <a:pt x="4259714" y="965020"/>
                  <a:pt x="4304962" y="1002708"/>
                  <a:pt x="4523661" y="1236369"/>
                </a:cubicBezTo>
                <a:cubicBezTo>
                  <a:pt x="4614156" y="1130845"/>
                  <a:pt x="4693340" y="1017782"/>
                  <a:pt x="4780066" y="908489"/>
                </a:cubicBezTo>
                <a:cubicBezTo>
                  <a:pt x="4776295" y="904720"/>
                  <a:pt x="4776295" y="904720"/>
                  <a:pt x="4776295" y="904720"/>
                </a:cubicBezTo>
                <a:cubicBezTo>
                  <a:pt x="4772524" y="900951"/>
                  <a:pt x="4772524" y="900951"/>
                  <a:pt x="4772524" y="900951"/>
                </a:cubicBezTo>
                <a:cubicBezTo>
                  <a:pt x="4772524" y="897182"/>
                  <a:pt x="4772524" y="897182"/>
                  <a:pt x="4772524" y="897182"/>
                </a:cubicBezTo>
                <a:cubicBezTo>
                  <a:pt x="4768754" y="893414"/>
                  <a:pt x="4768754" y="893414"/>
                  <a:pt x="4768754" y="893414"/>
                </a:cubicBezTo>
                <a:cubicBezTo>
                  <a:pt x="4768754" y="889645"/>
                  <a:pt x="4768754" y="889645"/>
                  <a:pt x="4768754" y="889645"/>
                </a:cubicBezTo>
                <a:cubicBezTo>
                  <a:pt x="4768754" y="885876"/>
                  <a:pt x="4768754" y="885876"/>
                  <a:pt x="4768754" y="885876"/>
                </a:cubicBezTo>
                <a:cubicBezTo>
                  <a:pt x="4768754" y="882107"/>
                  <a:pt x="4768754" y="882107"/>
                  <a:pt x="4768754" y="882107"/>
                </a:cubicBezTo>
                <a:cubicBezTo>
                  <a:pt x="4768754" y="878339"/>
                  <a:pt x="4768754" y="878339"/>
                  <a:pt x="4768754" y="878339"/>
                </a:cubicBezTo>
                <a:cubicBezTo>
                  <a:pt x="4693340" y="806733"/>
                  <a:pt x="4591532" y="712514"/>
                  <a:pt x="4512349" y="640908"/>
                </a:cubicBezTo>
                <a:cubicBezTo>
                  <a:pt x="4516120" y="644677"/>
                  <a:pt x="4519890" y="644677"/>
                  <a:pt x="4523661" y="644677"/>
                </a:cubicBezTo>
                <a:cubicBezTo>
                  <a:pt x="4599074" y="712514"/>
                  <a:pt x="4700882" y="802964"/>
                  <a:pt x="4772524" y="874570"/>
                </a:cubicBezTo>
                <a:cubicBezTo>
                  <a:pt x="4776295" y="874570"/>
                  <a:pt x="4776295" y="874570"/>
                  <a:pt x="4776295" y="874570"/>
                </a:cubicBezTo>
                <a:cubicBezTo>
                  <a:pt x="4776295" y="870801"/>
                  <a:pt x="4776295" y="870801"/>
                  <a:pt x="4776295" y="870801"/>
                </a:cubicBezTo>
                <a:cubicBezTo>
                  <a:pt x="4780066" y="870801"/>
                  <a:pt x="4780066" y="870801"/>
                  <a:pt x="4780066" y="870801"/>
                </a:cubicBezTo>
                <a:lnTo>
                  <a:pt x="4715973" y="689926"/>
                </a:lnTo>
                <a:lnTo>
                  <a:pt x="4722933" y="693406"/>
                </a:lnTo>
                <a:lnTo>
                  <a:pt x="4722922" y="693379"/>
                </a:lnTo>
                <a:lnTo>
                  <a:pt x="4723506" y="693671"/>
                </a:lnTo>
                <a:cubicBezTo>
                  <a:pt x="4746130" y="750202"/>
                  <a:pt x="4768754" y="810502"/>
                  <a:pt x="4791378" y="874570"/>
                </a:cubicBezTo>
                <a:cubicBezTo>
                  <a:pt x="4795148" y="874570"/>
                  <a:pt x="4795148" y="874570"/>
                  <a:pt x="4795148" y="874570"/>
                </a:cubicBezTo>
                <a:cubicBezTo>
                  <a:pt x="4798919" y="878339"/>
                  <a:pt x="4798919" y="878339"/>
                  <a:pt x="4798919" y="878339"/>
                </a:cubicBezTo>
                <a:cubicBezTo>
                  <a:pt x="4802690" y="882107"/>
                  <a:pt x="4802690" y="882107"/>
                  <a:pt x="4802690" y="882107"/>
                </a:cubicBezTo>
                <a:cubicBezTo>
                  <a:pt x="4821543" y="863264"/>
                  <a:pt x="4842282" y="840651"/>
                  <a:pt x="4863020" y="818039"/>
                </a:cubicBezTo>
                <a:lnTo>
                  <a:pt x="4923264" y="754062"/>
                </a:lnTo>
                <a:lnTo>
                  <a:pt x="4934032" y="761239"/>
                </a:lnTo>
                <a:lnTo>
                  <a:pt x="4934150" y="761167"/>
                </a:lnTo>
                <a:lnTo>
                  <a:pt x="4934662" y="761508"/>
                </a:lnTo>
                <a:cubicBezTo>
                  <a:pt x="4896956" y="799195"/>
                  <a:pt x="4847937" y="851958"/>
                  <a:pt x="4810231" y="889645"/>
                </a:cubicBezTo>
                <a:cubicBezTo>
                  <a:pt x="4814002" y="893414"/>
                  <a:pt x="4814002" y="893414"/>
                  <a:pt x="4814002" y="893414"/>
                </a:cubicBezTo>
                <a:cubicBezTo>
                  <a:pt x="4814002" y="897182"/>
                  <a:pt x="4814002" y="897182"/>
                  <a:pt x="4814002" y="897182"/>
                </a:cubicBezTo>
                <a:cubicBezTo>
                  <a:pt x="4817772" y="897182"/>
                  <a:pt x="4817772" y="897182"/>
                  <a:pt x="4817772" y="897182"/>
                </a:cubicBezTo>
                <a:cubicBezTo>
                  <a:pt x="4817772" y="900951"/>
                  <a:pt x="4817772" y="900951"/>
                  <a:pt x="4817772" y="900951"/>
                </a:cubicBezTo>
                <a:cubicBezTo>
                  <a:pt x="4821543" y="904720"/>
                  <a:pt x="4821543" y="904720"/>
                  <a:pt x="4821543" y="904720"/>
                </a:cubicBezTo>
                <a:cubicBezTo>
                  <a:pt x="4821543" y="912258"/>
                  <a:pt x="4821543" y="912258"/>
                  <a:pt x="4821543" y="912258"/>
                </a:cubicBezTo>
                <a:cubicBezTo>
                  <a:pt x="4821543" y="916026"/>
                  <a:pt x="4821543" y="916026"/>
                  <a:pt x="4821543" y="916026"/>
                </a:cubicBezTo>
                <a:cubicBezTo>
                  <a:pt x="4821543" y="919795"/>
                  <a:pt x="4821543" y="919795"/>
                  <a:pt x="4821543" y="919795"/>
                </a:cubicBezTo>
                <a:cubicBezTo>
                  <a:pt x="5013846" y="1130845"/>
                  <a:pt x="5051553" y="1172301"/>
                  <a:pt x="5240086" y="1417268"/>
                </a:cubicBezTo>
                <a:cubicBezTo>
                  <a:pt x="5311728" y="1341894"/>
                  <a:pt x="5375830" y="1258982"/>
                  <a:pt x="5447472" y="1183607"/>
                </a:cubicBezTo>
                <a:cubicBezTo>
                  <a:pt x="5443702" y="1179838"/>
                  <a:pt x="5443702" y="1179838"/>
                  <a:pt x="5443702" y="1179838"/>
                </a:cubicBezTo>
                <a:cubicBezTo>
                  <a:pt x="5439931" y="1176070"/>
                  <a:pt x="5439931" y="1176070"/>
                  <a:pt x="5439931" y="1176070"/>
                </a:cubicBezTo>
                <a:cubicBezTo>
                  <a:pt x="5439931" y="1172301"/>
                  <a:pt x="5439931" y="1172301"/>
                  <a:pt x="5439931" y="1172301"/>
                </a:cubicBezTo>
                <a:cubicBezTo>
                  <a:pt x="5439931" y="1168532"/>
                  <a:pt x="5439931" y="1168532"/>
                  <a:pt x="5439931" y="1168532"/>
                </a:cubicBezTo>
                <a:cubicBezTo>
                  <a:pt x="5436160" y="1164763"/>
                  <a:pt x="5436160" y="1164763"/>
                  <a:pt x="5436160" y="1164763"/>
                </a:cubicBezTo>
                <a:cubicBezTo>
                  <a:pt x="5436160" y="1160995"/>
                  <a:pt x="5436160" y="1160995"/>
                  <a:pt x="5436160" y="1160995"/>
                </a:cubicBezTo>
                <a:cubicBezTo>
                  <a:pt x="5436160" y="1157226"/>
                  <a:pt x="5436160" y="1157226"/>
                  <a:pt x="5436160" y="1157226"/>
                </a:cubicBezTo>
                <a:cubicBezTo>
                  <a:pt x="5436160" y="1153457"/>
                  <a:pt x="5436160" y="1153457"/>
                  <a:pt x="5436160" y="1153457"/>
                </a:cubicBezTo>
                <a:cubicBezTo>
                  <a:pt x="5364518" y="1066776"/>
                  <a:pt x="5262710" y="949945"/>
                  <a:pt x="5183526" y="863264"/>
                </a:cubicBezTo>
                <a:cubicBezTo>
                  <a:pt x="5187297" y="863264"/>
                  <a:pt x="5191067" y="867033"/>
                  <a:pt x="5194838" y="867033"/>
                </a:cubicBezTo>
                <a:cubicBezTo>
                  <a:pt x="5270251" y="949945"/>
                  <a:pt x="5368288" y="1063007"/>
                  <a:pt x="5439931" y="1149688"/>
                </a:cubicBezTo>
                <a:cubicBezTo>
                  <a:pt x="5443702" y="1149688"/>
                  <a:pt x="5443702" y="1149688"/>
                  <a:pt x="5443702" y="1149688"/>
                </a:cubicBezTo>
                <a:cubicBezTo>
                  <a:pt x="5447472" y="1149688"/>
                  <a:pt x="5447472" y="1149688"/>
                  <a:pt x="5447472" y="1149688"/>
                </a:cubicBezTo>
                <a:cubicBezTo>
                  <a:pt x="5436160" y="1117654"/>
                  <a:pt x="5424848" y="1085620"/>
                  <a:pt x="5413536" y="1054528"/>
                </a:cubicBezTo>
                <a:lnTo>
                  <a:pt x="5379645" y="965138"/>
                </a:lnTo>
                <a:lnTo>
                  <a:pt x="5386388" y="968508"/>
                </a:lnTo>
                <a:lnTo>
                  <a:pt x="5386335" y="968386"/>
                </a:lnTo>
                <a:lnTo>
                  <a:pt x="5387142" y="968789"/>
                </a:lnTo>
                <a:cubicBezTo>
                  <a:pt x="5409766" y="1025320"/>
                  <a:pt x="5432390" y="1089389"/>
                  <a:pt x="5455014" y="1157226"/>
                </a:cubicBezTo>
                <a:cubicBezTo>
                  <a:pt x="5458784" y="1157226"/>
                  <a:pt x="5458784" y="1157226"/>
                  <a:pt x="5458784" y="1157226"/>
                </a:cubicBezTo>
                <a:cubicBezTo>
                  <a:pt x="5462555" y="1160995"/>
                  <a:pt x="5462555" y="1160995"/>
                  <a:pt x="5462555" y="1160995"/>
                </a:cubicBezTo>
                <a:cubicBezTo>
                  <a:pt x="5466326" y="1164763"/>
                  <a:pt x="5466326" y="1164763"/>
                  <a:pt x="5466326" y="1164763"/>
                </a:cubicBezTo>
                <a:cubicBezTo>
                  <a:pt x="5522885" y="1115770"/>
                  <a:pt x="5522885" y="1115770"/>
                  <a:pt x="5522885" y="1115770"/>
                </a:cubicBezTo>
                <a:cubicBezTo>
                  <a:pt x="5522885" y="1119538"/>
                  <a:pt x="5526656" y="1123307"/>
                  <a:pt x="5526656" y="1127076"/>
                </a:cubicBezTo>
                <a:cubicBezTo>
                  <a:pt x="5473867" y="1176070"/>
                  <a:pt x="5473867" y="1176070"/>
                  <a:pt x="5473867" y="1176070"/>
                </a:cubicBezTo>
                <a:cubicBezTo>
                  <a:pt x="5473867" y="1179838"/>
                  <a:pt x="5473867" y="1179838"/>
                  <a:pt x="5473867" y="1179838"/>
                </a:cubicBezTo>
                <a:cubicBezTo>
                  <a:pt x="5477638" y="1179838"/>
                  <a:pt x="5477638" y="1179838"/>
                  <a:pt x="5477638" y="1179838"/>
                </a:cubicBezTo>
                <a:cubicBezTo>
                  <a:pt x="5477638" y="1183607"/>
                  <a:pt x="5477638" y="1183607"/>
                  <a:pt x="5477638" y="1183607"/>
                </a:cubicBezTo>
                <a:cubicBezTo>
                  <a:pt x="5477638" y="1191145"/>
                  <a:pt x="5477638" y="1191145"/>
                  <a:pt x="5477638" y="1191145"/>
                </a:cubicBezTo>
                <a:cubicBezTo>
                  <a:pt x="5481408" y="1194913"/>
                  <a:pt x="5481408" y="1194913"/>
                  <a:pt x="5481408" y="1194913"/>
                </a:cubicBezTo>
                <a:cubicBezTo>
                  <a:pt x="5481408" y="1198682"/>
                  <a:pt x="5481408" y="1198682"/>
                  <a:pt x="5481408" y="1198682"/>
                </a:cubicBezTo>
                <a:cubicBezTo>
                  <a:pt x="5481408" y="1202451"/>
                  <a:pt x="5481408" y="1202451"/>
                  <a:pt x="5481408" y="1202451"/>
                </a:cubicBezTo>
                <a:cubicBezTo>
                  <a:pt x="5602069" y="1372043"/>
                  <a:pt x="5602069" y="1372043"/>
                  <a:pt x="5602069" y="1372043"/>
                </a:cubicBezTo>
                <a:cubicBezTo>
                  <a:pt x="5605840" y="1375812"/>
                  <a:pt x="5605840" y="1379581"/>
                  <a:pt x="5609610" y="1383350"/>
                </a:cubicBezTo>
                <a:lnTo>
                  <a:pt x="5607927" y="1381090"/>
                </a:lnTo>
                <a:lnTo>
                  <a:pt x="5601783" y="1372110"/>
                </a:lnTo>
                <a:lnTo>
                  <a:pt x="5606429" y="1379080"/>
                </a:lnTo>
                <a:lnTo>
                  <a:pt x="5566049" y="1324883"/>
                </a:lnTo>
                <a:cubicBezTo>
                  <a:pt x="5477638" y="1206220"/>
                  <a:pt x="5477638" y="1206220"/>
                  <a:pt x="5477638" y="1206220"/>
                </a:cubicBezTo>
                <a:cubicBezTo>
                  <a:pt x="5473867" y="1206220"/>
                  <a:pt x="5473867" y="1206220"/>
                  <a:pt x="5473867" y="1206220"/>
                </a:cubicBezTo>
                <a:cubicBezTo>
                  <a:pt x="5470096" y="1206220"/>
                  <a:pt x="5470096" y="1206220"/>
                  <a:pt x="5470096" y="1206220"/>
                </a:cubicBezTo>
                <a:cubicBezTo>
                  <a:pt x="5541738" y="1432343"/>
                  <a:pt x="5602069" y="1711230"/>
                  <a:pt x="5647317" y="2035338"/>
                </a:cubicBezTo>
                <a:cubicBezTo>
                  <a:pt x="5651088" y="2039107"/>
                  <a:pt x="5651088" y="2039107"/>
                  <a:pt x="5651088" y="2039107"/>
                </a:cubicBezTo>
                <a:cubicBezTo>
                  <a:pt x="5654858" y="2042875"/>
                  <a:pt x="5654858" y="2042875"/>
                  <a:pt x="5654858" y="2042875"/>
                </a:cubicBezTo>
                <a:cubicBezTo>
                  <a:pt x="5705762" y="1952427"/>
                  <a:pt x="5718488" y="1929815"/>
                  <a:pt x="5721669" y="1924160"/>
                </a:cubicBezTo>
                <a:lnTo>
                  <a:pt x="5722351" y="1922950"/>
                </a:lnTo>
                <a:lnTo>
                  <a:pt x="5722351" y="1941088"/>
                </a:lnTo>
                <a:lnTo>
                  <a:pt x="5722730" y="1940515"/>
                </a:lnTo>
                <a:lnTo>
                  <a:pt x="5722730" y="1941120"/>
                </a:lnTo>
                <a:cubicBezTo>
                  <a:pt x="5662400" y="2054182"/>
                  <a:pt x="5662400" y="2054182"/>
                  <a:pt x="5662400" y="2054182"/>
                </a:cubicBezTo>
                <a:cubicBezTo>
                  <a:pt x="5662400" y="2057951"/>
                  <a:pt x="5662400" y="2057951"/>
                  <a:pt x="5662400" y="2057951"/>
                </a:cubicBezTo>
                <a:cubicBezTo>
                  <a:pt x="5662400" y="2061719"/>
                  <a:pt x="5662400" y="2061719"/>
                  <a:pt x="5662400" y="2061719"/>
                </a:cubicBezTo>
                <a:cubicBezTo>
                  <a:pt x="5662400" y="2065488"/>
                  <a:pt x="5662400" y="2065488"/>
                  <a:pt x="5662400" y="2065488"/>
                </a:cubicBezTo>
                <a:cubicBezTo>
                  <a:pt x="5666170" y="2069257"/>
                  <a:pt x="5666170" y="2069257"/>
                  <a:pt x="5666170" y="2069257"/>
                </a:cubicBezTo>
                <a:cubicBezTo>
                  <a:pt x="5666170" y="2076794"/>
                  <a:pt x="5666170" y="2076794"/>
                  <a:pt x="5666170" y="2076794"/>
                </a:cubicBezTo>
                <a:cubicBezTo>
                  <a:pt x="5666170" y="2091869"/>
                  <a:pt x="5666170" y="2091869"/>
                  <a:pt x="5666170" y="2091869"/>
                </a:cubicBezTo>
                <a:cubicBezTo>
                  <a:pt x="5666170" y="2095638"/>
                  <a:pt x="5666170" y="2095638"/>
                  <a:pt x="5666170" y="2095638"/>
                </a:cubicBezTo>
                <a:cubicBezTo>
                  <a:pt x="5771749" y="2291615"/>
                  <a:pt x="5771749" y="2291615"/>
                  <a:pt x="5771749" y="2291615"/>
                </a:cubicBezTo>
                <a:lnTo>
                  <a:pt x="5771749" y="2292355"/>
                </a:lnTo>
                <a:lnTo>
                  <a:pt x="5771331" y="2291530"/>
                </a:lnTo>
                <a:lnTo>
                  <a:pt x="5771331" y="2309665"/>
                </a:lnTo>
                <a:lnTo>
                  <a:pt x="5735655" y="2242038"/>
                </a:lnTo>
                <a:cubicBezTo>
                  <a:pt x="5662400" y="2103176"/>
                  <a:pt x="5662400" y="2103176"/>
                  <a:pt x="5662400" y="2103176"/>
                </a:cubicBezTo>
                <a:cubicBezTo>
                  <a:pt x="5658629" y="2106944"/>
                  <a:pt x="5658629" y="2106944"/>
                  <a:pt x="5658629" y="2106944"/>
                </a:cubicBezTo>
                <a:cubicBezTo>
                  <a:pt x="5696336" y="2434827"/>
                  <a:pt x="5722730" y="2777784"/>
                  <a:pt x="5726501" y="3116964"/>
                </a:cubicBezTo>
                <a:cubicBezTo>
                  <a:pt x="5730272" y="3120733"/>
                  <a:pt x="5730272" y="3120733"/>
                  <a:pt x="5730272" y="3120733"/>
                </a:cubicBezTo>
                <a:cubicBezTo>
                  <a:pt x="5734042" y="3120733"/>
                  <a:pt x="5734042" y="3120733"/>
                  <a:pt x="5734042" y="3120733"/>
                </a:cubicBezTo>
                <a:cubicBezTo>
                  <a:pt x="5734042" y="3124502"/>
                  <a:pt x="5734042" y="3124502"/>
                  <a:pt x="5734042" y="3124502"/>
                </a:cubicBezTo>
                <a:cubicBezTo>
                  <a:pt x="5796258" y="3005789"/>
                  <a:pt x="5811811" y="2976112"/>
                  <a:pt x="5815700" y="2968692"/>
                </a:cubicBezTo>
                <a:lnTo>
                  <a:pt x="5816696" y="2966791"/>
                </a:lnTo>
                <a:lnTo>
                  <a:pt x="5820312" y="2984870"/>
                </a:lnTo>
                <a:lnTo>
                  <a:pt x="5820614" y="2984290"/>
                </a:lnTo>
                <a:lnTo>
                  <a:pt x="5820768" y="2985059"/>
                </a:lnTo>
                <a:cubicBezTo>
                  <a:pt x="5741584" y="3135809"/>
                  <a:pt x="5741584" y="3135809"/>
                  <a:pt x="5741584" y="3135809"/>
                </a:cubicBezTo>
                <a:cubicBezTo>
                  <a:pt x="5741584" y="3139577"/>
                  <a:pt x="5741584" y="3139577"/>
                  <a:pt x="5741584" y="3139577"/>
                </a:cubicBezTo>
                <a:cubicBezTo>
                  <a:pt x="5741584" y="3143346"/>
                  <a:pt x="5741584" y="3143346"/>
                  <a:pt x="5741584" y="3143346"/>
                </a:cubicBezTo>
                <a:cubicBezTo>
                  <a:pt x="5741584" y="3147116"/>
                  <a:pt x="5741584" y="3147116"/>
                  <a:pt x="5741584" y="3147116"/>
                </a:cubicBezTo>
                <a:cubicBezTo>
                  <a:pt x="5741584" y="3150885"/>
                  <a:pt x="5741584" y="3150885"/>
                  <a:pt x="5741584" y="3150885"/>
                </a:cubicBezTo>
                <a:cubicBezTo>
                  <a:pt x="5741584" y="3158422"/>
                  <a:pt x="5741584" y="3158422"/>
                  <a:pt x="5741584" y="3158422"/>
                </a:cubicBezTo>
                <a:cubicBezTo>
                  <a:pt x="5741584" y="3162190"/>
                  <a:pt x="5741584" y="3162190"/>
                  <a:pt x="5741584" y="3162190"/>
                </a:cubicBezTo>
                <a:cubicBezTo>
                  <a:pt x="5741584" y="3165959"/>
                  <a:pt x="5741584" y="3165959"/>
                  <a:pt x="5741584" y="3165959"/>
                </a:cubicBezTo>
                <a:cubicBezTo>
                  <a:pt x="5741584" y="3169728"/>
                  <a:pt x="5741584" y="3169728"/>
                  <a:pt x="5741584" y="3169728"/>
                </a:cubicBezTo>
                <a:cubicBezTo>
                  <a:pt x="5741584" y="3173497"/>
                  <a:pt x="5741584" y="3173497"/>
                  <a:pt x="5741584" y="3173497"/>
                </a:cubicBezTo>
                <a:cubicBezTo>
                  <a:pt x="5741584" y="3177265"/>
                  <a:pt x="5741584" y="3177265"/>
                  <a:pt x="5741584" y="3177265"/>
                </a:cubicBezTo>
                <a:cubicBezTo>
                  <a:pt x="5824538" y="3350625"/>
                  <a:pt x="5824538" y="3350625"/>
                  <a:pt x="5824538" y="3350625"/>
                </a:cubicBezTo>
                <a:lnTo>
                  <a:pt x="5824538" y="3351373"/>
                </a:lnTo>
                <a:lnTo>
                  <a:pt x="5824079" y="3350364"/>
                </a:lnTo>
                <a:lnTo>
                  <a:pt x="5824079" y="3368551"/>
                </a:lnTo>
                <a:lnTo>
                  <a:pt x="5794667" y="3309760"/>
                </a:lnTo>
                <a:cubicBezTo>
                  <a:pt x="5734042" y="3188572"/>
                  <a:pt x="5734042" y="3188572"/>
                  <a:pt x="5734042" y="3188572"/>
                </a:cubicBezTo>
                <a:cubicBezTo>
                  <a:pt x="5734042" y="3192341"/>
                  <a:pt x="5734042" y="3192341"/>
                  <a:pt x="5734042" y="3192341"/>
                </a:cubicBezTo>
                <a:cubicBezTo>
                  <a:pt x="5730272" y="3192341"/>
                  <a:pt x="5730272" y="3192341"/>
                  <a:pt x="5730272" y="3192341"/>
                </a:cubicBezTo>
                <a:cubicBezTo>
                  <a:pt x="5734042" y="3535293"/>
                  <a:pt x="5718960" y="3874479"/>
                  <a:pt x="5688794" y="4194821"/>
                </a:cubicBezTo>
                <a:cubicBezTo>
                  <a:pt x="5696336" y="4194821"/>
                  <a:pt x="5696336" y="4194821"/>
                  <a:pt x="5696336" y="4194821"/>
                </a:cubicBezTo>
                <a:cubicBezTo>
                  <a:pt x="5696336" y="4198590"/>
                  <a:pt x="5696336" y="4198590"/>
                  <a:pt x="5696336" y="4198590"/>
                </a:cubicBezTo>
                <a:cubicBezTo>
                  <a:pt x="5772692" y="4065742"/>
                  <a:pt x="5791781" y="4032530"/>
                  <a:pt x="5796553" y="4024227"/>
                </a:cubicBezTo>
                <a:lnTo>
                  <a:pt x="5797705" y="4022223"/>
                </a:lnTo>
                <a:lnTo>
                  <a:pt x="5797705" y="4036166"/>
                </a:lnTo>
                <a:lnTo>
                  <a:pt x="5798144" y="4035383"/>
                </a:lnTo>
                <a:lnTo>
                  <a:pt x="5798144" y="4036534"/>
                </a:lnTo>
                <a:cubicBezTo>
                  <a:pt x="5700106" y="4206127"/>
                  <a:pt x="5700106" y="4206127"/>
                  <a:pt x="5700106" y="4206127"/>
                </a:cubicBezTo>
                <a:cubicBezTo>
                  <a:pt x="5700106" y="4209896"/>
                  <a:pt x="5700106" y="4209896"/>
                  <a:pt x="5700106" y="4209896"/>
                </a:cubicBezTo>
                <a:cubicBezTo>
                  <a:pt x="5700106" y="4213665"/>
                  <a:pt x="5700106" y="4213665"/>
                  <a:pt x="5700106" y="4213665"/>
                </a:cubicBezTo>
                <a:cubicBezTo>
                  <a:pt x="5703877" y="4217433"/>
                  <a:pt x="5703877" y="4217433"/>
                  <a:pt x="5703877" y="4217433"/>
                </a:cubicBezTo>
                <a:cubicBezTo>
                  <a:pt x="5703877" y="4221202"/>
                  <a:pt x="5703877" y="4221202"/>
                  <a:pt x="5703877" y="4221202"/>
                </a:cubicBezTo>
                <a:cubicBezTo>
                  <a:pt x="5700106" y="4224971"/>
                  <a:pt x="5700106" y="4224971"/>
                  <a:pt x="5700106" y="4224971"/>
                </a:cubicBezTo>
                <a:cubicBezTo>
                  <a:pt x="5696336" y="4243814"/>
                  <a:pt x="5696336" y="4243814"/>
                  <a:pt x="5696336" y="4243814"/>
                </a:cubicBezTo>
                <a:cubicBezTo>
                  <a:pt x="5696336" y="4247583"/>
                  <a:pt x="5696336" y="4247583"/>
                  <a:pt x="5696336" y="4247583"/>
                </a:cubicBezTo>
                <a:cubicBezTo>
                  <a:pt x="5764208" y="4383258"/>
                  <a:pt x="5764208" y="4383258"/>
                  <a:pt x="5764208" y="4383258"/>
                </a:cubicBezTo>
                <a:lnTo>
                  <a:pt x="5764153" y="4383533"/>
                </a:lnTo>
                <a:lnTo>
                  <a:pt x="5763796" y="4382836"/>
                </a:lnTo>
                <a:lnTo>
                  <a:pt x="5760090" y="4401368"/>
                </a:lnTo>
                <a:lnTo>
                  <a:pt x="5738034" y="4354830"/>
                </a:lnTo>
                <a:cubicBezTo>
                  <a:pt x="5692565" y="4258889"/>
                  <a:pt x="5692565" y="4258889"/>
                  <a:pt x="5692565" y="4258889"/>
                </a:cubicBezTo>
                <a:cubicBezTo>
                  <a:pt x="5688794" y="4258889"/>
                  <a:pt x="5688794" y="4258889"/>
                  <a:pt x="5688794" y="4258889"/>
                </a:cubicBezTo>
                <a:cubicBezTo>
                  <a:pt x="5688794" y="4262658"/>
                  <a:pt x="5688794" y="4262658"/>
                  <a:pt x="5688794" y="4262658"/>
                </a:cubicBezTo>
                <a:cubicBezTo>
                  <a:pt x="5685024" y="4262658"/>
                  <a:pt x="5685024" y="4262658"/>
                  <a:pt x="5685024" y="4262658"/>
                </a:cubicBezTo>
                <a:cubicBezTo>
                  <a:pt x="5651088" y="4583000"/>
                  <a:pt x="5602069" y="4880731"/>
                  <a:pt x="5541738" y="5144542"/>
                </a:cubicBezTo>
                <a:cubicBezTo>
                  <a:pt x="5545509" y="5144542"/>
                  <a:pt x="5545509" y="5144542"/>
                  <a:pt x="5545509" y="5144542"/>
                </a:cubicBezTo>
                <a:cubicBezTo>
                  <a:pt x="5549280" y="5144542"/>
                  <a:pt x="5549280" y="5144542"/>
                  <a:pt x="5549280" y="5144542"/>
                </a:cubicBezTo>
                <a:cubicBezTo>
                  <a:pt x="5642604" y="5011694"/>
                  <a:pt x="5665935" y="4978482"/>
                  <a:pt x="5671768" y="4970179"/>
                </a:cubicBezTo>
                <a:lnTo>
                  <a:pt x="5672982" y="4968451"/>
                </a:lnTo>
                <a:lnTo>
                  <a:pt x="5669602" y="4981971"/>
                </a:lnTo>
                <a:lnTo>
                  <a:pt x="5670359" y="4980815"/>
                </a:lnTo>
                <a:lnTo>
                  <a:pt x="5669941" y="4982486"/>
                </a:lnTo>
                <a:cubicBezTo>
                  <a:pt x="5553050" y="5148311"/>
                  <a:pt x="5553050" y="5148311"/>
                  <a:pt x="5553050" y="5148311"/>
                </a:cubicBezTo>
                <a:cubicBezTo>
                  <a:pt x="5553050" y="5152079"/>
                  <a:pt x="5553050" y="5152079"/>
                  <a:pt x="5553050" y="5152079"/>
                </a:cubicBezTo>
                <a:cubicBezTo>
                  <a:pt x="5553050" y="5155848"/>
                  <a:pt x="5553050" y="5155848"/>
                  <a:pt x="5553050" y="5155848"/>
                </a:cubicBezTo>
                <a:cubicBezTo>
                  <a:pt x="5553050" y="5159617"/>
                  <a:pt x="5553050" y="5159617"/>
                  <a:pt x="5553050" y="5159617"/>
                </a:cubicBezTo>
                <a:cubicBezTo>
                  <a:pt x="5553050" y="5163386"/>
                  <a:pt x="5553050" y="5163386"/>
                  <a:pt x="5553050" y="5163386"/>
                </a:cubicBezTo>
                <a:cubicBezTo>
                  <a:pt x="5549280" y="5170923"/>
                  <a:pt x="5549280" y="5170923"/>
                  <a:pt x="5549280" y="5170923"/>
                </a:cubicBezTo>
                <a:cubicBezTo>
                  <a:pt x="5549280" y="5174692"/>
                  <a:pt x="5549280" y="5174692"/>
                  <a:pt x="5549280" y="5174692"/>
                </a:cubicBezTo>
                <a:cubicBezTo>
                  <a:pt x="5549280" y="5178460"/>
                  <a:pt x="5549280" y="5178460"/>
                  <a:pt x="5549280" y="5178460"/>
                </a:cubicBezTo>
                <a:cubicBezTo>
                  <a:pt x="5545509" y="5178460"/>
                  <a:pt x="5545509" y="5178460"/>
                  <a:pt x="5545509" y="5178460"/>
                </a:cubicBezTo>
                <a:cubicBezTo>
                  <a:pt x="5545509" y="5182229"/>
                  <a:pt x="5545509" y="5182229"/>
                  <a:pt x="5545509" y="5182229"/>
                </a:cubicBezTo>
                <a:cubicBezTo>
                  <a:pt x="5587929" y="5244413"/>
                  <a:pt x="5598534" y="5259959"/>
                  <a:pt x="5601185" y="5263846"/>
                </a:cubicBezTo>
                <a:lnTo>
                  <a:pt x="5601752" y="5264676"/>
                </a:lnTo>
                <a:lnTo>
                  <a:pt x="5598015" y="5275886"/>
                </a:lnTo>
                <a:lnTo>
                  <a:pt x="5598339" y="5276324"/>
                </a:lnTo>
                <a:lnTo>
                  <a:pt x="5598298" y="5276448"/>
                </a:lnTo>
                <a:cubicBezTo>
                  <a:pt x="5537968" y="5193535"/>
                  <a:pt x="5537968" y="5193535"/>
                  <a:pt x="5537968" y="5193535"/>
                </a:cubicBezTo>
                <a:cubicBezTo>
                  <a:pt x="5534197" y="5193535"/>
                  <a:pt x="5534197" y="5193535"/>
                  <a:pt x="5534197" y="5193535"/>
                </a:cubicBezTo>
                <a:cubicBezTo>
                  <a:pt x="5534197" y="5197304"/>
                  <a:pt x="5534197" y="5197304"/>
                  <a:pt x="5534197" y="5197304"/>
                </a:cubicBezTo>
                <a:cubicBezTo>
                  <a:pt x="5530426" y="5201073"/>
                  <a:pt x="5530426" y="5201073"/>
                  <a:pt x="5530426" y="5201073"/>
                </a:cubicBezTo>
                <a:cubicBezTo>
                  <a:pt x="5466326" y="5457347"/>
                  <a:pt x="5390912" y="5675933"/>
                  <a:pt x="5300416" y="5845526"/>
                </a:cubicBezTo>
                <a:cubicBezTo>
                  <a:pt x="5304187" y="5845526"/>
                  <a:pt x="5304187" y="5845526"/>
                  <a:pt x="5304187" y="5845526"/>
                </a:cubicBezTo>
                <a:cubicBezTo>
                  <a:pt x="5307958" y="5845526"/>
                  <a:pt x="5307958" y="5845526"/>
                  <a:pt x="5307958" y="5845526"/>
                </a:cubicBezTo>
                <a:cubicBezTo>
                  <a:pt x="5307958" y="5849295"/>
                  <a:pt x="5307958" y="5849295"/>
                  <a:pt x="5307958" y="5849295"/>
                </a:cubicBezTo>
                <a:cubicBezTo>
                  <a:pt x="5307958" y="5853064"/>
                  <a:pt x="5307958" y="5853064"/>
                  <a:pt x="5307958" y="5853064"/>
                </a:cubicBezTo>
                <a:cubicBezTo>
                  <a:pt x="5304187" y="5860601"/>
                  <a:pt x="5292875" y="5868139"/>
                  <a:pt x="5289104" y="5875676"/>
                </a:cubicBezTo>
                <a:cubicBezTo>
                  <a:pt x="5281563" y="5879445"/>
                  <a:pt x="5274022" y="5883214"/>
                  <a:pt x="5266480" y="5886982"/>
                </a:cubicBezTo>
                <a:cubicBezTo>
                  <a:pt x="5266480" y="5875676"/>
                  <a:pt x="5266480" y="5875676"/>
                  <a:pt x="5266480" y="5875676"/>
                </a:cubicBezTo>
                <a:cubicBezTo>
                  <a:pt x="5270251" y="5871907"/>
                  <a:pt x="5270251" y="5871907"/>
                  <a:pt x="5270251" y="5871907"/>
                </a:cubicBezTo>
                <a:cubicBezTo>
                  <a:pt x="5270251" y="5868139"/>
                  <a:pt x="5270251" y="5868139"/>
                  <a:pt x="5270251" y="5868139"/>
                </a:cubicBezTo>
                <a:cubicBezTo>
                  <a:pt x="5274022" y="5868139"/>
                  <a:pt x="5274022" y="5868139"/>
                  <a:pt x="5274022" y="5868139"/>
                </a:cubicBezTo>
                <a:cubicBezTo>
                  <a:pt x="5274022" y="5864370"/>
                  <a:pt x="5274022" y="5864370"/>
                  <a:pt x="5274022" y="5864370"/>
                </a:cubicBezTo>
                <a:cubicBezTo>
                  <a:pt x="5209920" y="5815376"/>
                  <a:pt x="5194838" y="5807839"/>
                  <a:pt x="5111884" y="5709852"/>
                </a:cubicBezTo>
                <a:cubicBezTo>
                  <a:pt x="4851708" y="5954820"/>
                  <a:pt x="4783836" y="6015119"/>
                  <a:pt x="4651863" y="6120644"/>
                </a:cubicBezTo>
                <a:cubicBezTo>
                  <a:pt x="4651863" y="6124413"/>
                  <a:pt x="4651863" y="6124413"/>
                  <a:pt x="4651863" y="6124413"/>
                </a:cubicBezTo>
                <a:cubicBezTo>
                  <a:pt x="4651863" y="6128181"/>
                  <a:pt x="4651863" y="6128181"/>
                  <a:pt x="4651863" y="6128181"/>
                </a:cubicBezTo>
                <a:cubicBezTo>
                  <a:pt x="4648092" y="6131950"/>
                  <a:pt x="4648092" y="6131950"/>
                  <a:pt x="4648092" y="6131950"/>
                </a:cubicBezTo>
                <a:cubicBezTo>
                  <a:pt x="4636780" y="6143256"/>
                  <a:pt x="4617927" y="6154562"/>
                  <a:pt x="4602844" y="6158331"/>
                </a:cubicBezTo>
                <a:cubicBezTo>
                  <a:pt x="4602844" y="6154562"/>
                  <a:pt x="4602844" y="6147025"/>
                  <a:pt x="4602844" y="6143256"/>
                </a:cubicBezTo>
                <a:cubicBezTo>
                  <a:pt x="4602844" y="6139488"/>
                  <a:pt x="4602844" y="6139488"/>
                  <a:pt x="4602844" y="6139488"/>
                </a:cubicBezTo>
                <a:cubicBezTo>
                  <a:pt x="4606615" y="6135719"/>
                  <a:pt x="4606615" y="6135719"/>
                  <a:pt x="4606615" y="6135719"/>
                </a:cubicBezTo>
                <a:cubicBezTo>
                  <a:pt x="4610386" y="6131950"/>
                  <a:pt x="4610386" y="6131950"/>
                  <a:pt x="4610386" y="6131950"/>
                </a:cubicBezTo>
                <a:cubicBezTo>
                  <a:pt x="4523661" y="6033963"/>
                  <a:pt x="4508578" y="6018888"/>
                  <a:pt x="4406770" y="5871907"/>
                </a:cubicBezTo>
                <a:cubicBezTo>
                  <a:pt x="4063640" y="6116875"/>
                  <a:pt x="4022163" y="6143256"/>
                  <a:pt x="3886419" y="6222400"/>
                </a:cubicBezTo>
                <a:cubicBezTo>
                  <a:pt x="3886419" y="6226168"/>
                  <a:pt x="3886419" y="6226168"/>
                  <a:pt x="3886419" y="6226168"/>
                </a:cubicBezTo>
                <a:cubicBezTo>
                  <a:pt x="3886419" y="6229937"/>
                  <a:pt x="3886419" y="6229937"/>
                  <a:pt x="3886419" y="6229937"/>
                </a:cubicBezTo>
                <a:cubicBezTo>
                  <a:pt x="3886419" y="6233706"/>
                  <a:pt x="3886419" y="6233706"/>
                  <a:pt x="3886419" y="6233706"/>
                </a:cubicBezTo>
                <a:cubicBezTo>
                  <a:pt x="3871337" y="6245012"/>
                  <a:pt x="3848713" y="6252550"/>
                  <a:pt x="3833630" y="6256318"/>
                </a:cubicBezTo>
                <a:cubicBezTo>
                  <a:pt x="3833630" y="6248781"/>
                  <a:pt x="3833630" y="6237475"/>
                  <a:pt x="3829860" y="6233706"/>
                </a:cubicBezTo>
                <a:cubicBezTo>
                  <a:pt x="3833630" y="6229937"/>
                  <a:pt x="3833630" y="6229937"/>
                  <a:pt x="3833630" y="6229937"/>
                </a:cubicBezTo>
                <a:cubicBezTo>
                  <a:pt x="3837401" y="6226168"/>
                  <a:pt x="3837401" y="6226168"/>
                  <a:pt x="3837401" y="6226168"/>
                </a:cubicBezTo>
                <a:cubicBezTo>
                  <a:pt x="3841172" y="6226168"/>
                  <a:pt x="3841172" y="6226168"/>
                  <a:pt x="3841172" y="6226168"/>
                </a:cubicBezTo>
                <a:cubicBezTo>
                  <a:pt x="3841172" y="6222400"/>
                  <a:pt x="3841172" y="6222400"/>
                  <a:pt x="3841172" y="6222400"/>
                </a:cubicBezTo>
                <a:cubicBezTo>
                  <a:pt x="3739364" y="6082957"/>
                  <a:pt x="3716740" y="6056575"/>
                  <a:pt x="3603620" y="5868139"/>
                </a:cubicBezTo>
                <a:cubicBezTo>
                  <a:pt x="3596079" y="5868139"/>
                  <a:pt x="3596079" y="5868139"/>
                  <a:pt x="3596079" y="5868139"/>
                </a:cubicBezTo>
                <a:cubicBezTo>
                  <a:pt x="3241637" y="6060344"/>
                  <a:pt x="3215242" y="6075419"/>
                  <a:pt x="3075728" y="6135719"/>
                </a:cubicBezTo>
                <a:cubicBezTo>
                  <a:pt x="3075728" y="6139488"/>
                  <a:pt x="3075728" y="6139488"/>
                  <a:pt x="3075728" y="6139488"/>
                </a:cubicBezTo>
                <a:cubicBezTo>
                  <a:pt x="3075728" y="6143256"/>
                  <a:pt x="3075728" y="6143256"/>
                  <a:pt x="3075728" y="6143256"/>
                </a:cubicBezTo>
                <a:cubicBezTo>
                  <a:pt x="3075728" y="6147025"/>
                  <a:pt x="3075728" y="6147025"/>
                  <a:pt x="3075728" y="6147025"/>
                </a:cubicBezTo>
                <a:cubicBezTo>
                  <a:pt x="3071957" y="6150794"/>
                  <a:pt x="3071957" y="6150794"/>
                  <a:pt x="3071957" y="6150794"/>
                </a:cubicBezTo>
                <a:cubicBezTo>
                  <a:pt x="3064416" y="6154562"/>
                  <a:pt x="3053104" y="6162100"/>
                  <a:pt x="3045563" y="6165869"/>
                </a:cubicBezTo>
                <a:cubicBezTo>
                  <a:pt x="3038021" y="6162100"/>
                  <a:pt x="3026709" y="6158331"/>
                  <a:pt x="3019168" y="6154562"/>
                </a:cubicBezTo>
                <a:cubicBezTo>
                  <a:pt x="3019168" y="6150794"/>
                  <a:pt x="3019168" y="6139488"/>
                  <a:pt x="3019168" y="6135719"/>
                </a:cubicBezTo>
                <a:cubicBezTo>
                  <a:pt x="3022939" y="6131950"/>
                  <a:pt x="3022939" y="6131950"/>
                  <a:pt x="3022939" y="6131950"/>
                </a:cubicBezTo>
                <a:cubicBezTo>
                  <a:pt x="3026709" y="6131950"/>
                  <a:pt x="3026709" y="6131950"/>
                  <a:pt x="3026709" y="6131950"/>
                </a:cubicBezTo>
                <a:cubicBezTo>
                  <a:pt x="3026709" y="6128181"/>
                  <a:pt x="3026709" y="6128181"/>
                  <a:pt x="3026709" y="6128181"/>
                </a:cubicBezTo>
                <a:cubicBezTo>
                  <a:pt x="3030480" y="6128181"/>
                  <a:pt x="3030480" y="6128181"/>
                  <a:pt x="3030480" y="6128181"/>
                </a:cubicBezTo>
                <a:cubicBezTo>
                  <a:pt x="2924902" y="5943513"/>
                  <a:pt x="2917360" y="5924670"/>
                  <a:pt x="2800470" y="5702314"/>
                </a:cubicBezTo>
                <a:cubicBezTo>
                  <a:pt x="2446028" y="5837989"/>
                  <a:pt x="2446028" y="5837989"/>
                  <a:pt x="2302743" y="5875676"/>
                </a:cubicBezTo>
                <a:cubicBezTo>
                  <a:pt x="2306514" y="5879445"/>
                  <a:pt x="2306514" y="5879445"/>
                  <a:pt x="2306514" y="5879445"/>
                </a:cubicBezTo>
                <a:cubicBezTo>
                  <a:pt x="2306514" y="5883214"/>
                  <a:pt x="2306514" y="5883214"/>
                  <a:pt x="2306514" y="5883214"/>
                </a:cubicBezTo>
                <a:cubicBezTo>
                  <a:pt x="2306514" y="5886982"/>
                  <a:pt x="2306514" y="5886982"/>
                  <a:pt x="2306514" y="5886982"/>
                </a:cubicBezTo>
                <a:cubicBezTo>
                  <a:pt x="2302743" y="5886982"/>
                  <a:pt x="2302743" y="5886982"/>
                  <a:pt x="2302743" y="5886982"/>
                </a:cubicBezTo>
                <a:cubicBezTo>
                  <a:pt x="2302743" y="5890751"/>
                  <a:pt x="2302743" y="5890751"/>
                  <a:pt x="2302743" y="5890751"/>
                </a:cubicBezTo>
                <a:cubicBezTo>
                  <a:pt x="2295202" y="5894520"/>
                  <a:pt x="2283890" y="5898289"/>
                  <a:pt x="2272578" y="5902057"/>
                </a:cubicBezTo>
                <a:cubicBezTo>
                  <a:pt x="2265036" y="5894520"/>
                  <a:pt x="2257495" y="5886982"/>
                  <a:pt x="2249954" y="5883214"/>
                </a:cubicBezTo>
                <a:cubicBezTo>
                  <a:pt x="2253724" y="5875676"/>
                  <a:pt x="2253724" y="5871907"/>
                  <a:pt x="2253724" y="5864370"/>
                </a:cubicBezTo>
                <a:cubicBezTo>
                  <a:pt x="2257495" y="5860601"/>
                  <a:pt x="2257495" y="5860601"/>
                  <a:pt x="2257495" y="5860601"/>
                </a:cubicBezTo>
                <a:cubicBezTo>
                  <a:pt x="2261266" y="5860601"/>
                  <a:pt x="2261266" y="5860601"/>
                  <a:pt x="2261266" y="5860601"/>
                </a:cubicBezTo>
                <a:cubicBezTo>
                  <a:pt x="2261266" y="5856833"/>
                  <a:pt x="2261266" y="5856833"/>
                  <a:pt x="2261266" y="5856833"/>
                </a:cubicBezTo>
                <a:cubicBezTo>
                  <a:pt x="2163229" y="5649552"/>
                  <a:pt x="2163229" y="5649552"/>
                  <a:pt x="2046338" y="5397047"/>
                </a:cubicBezTo>
                <a:cubicBezTo>
                  <a:pt x="1737144" y="5461115"/>
                  <a:pt x="1725832" y="5461115"/>
                  <a:pt x="1605171" y="5472422"/>
                </a:cubicBezTo>
                <a:cubicBezTo>
                  <a:pt x="1605171" y="5476190"/>
                  <a:pt x="1605171" y="5476190"/>
                  <a:pt x="1605171" y="5476190"/>
                </a:cubicBezTo>
                <a:cubicBezTo>
                  <a:pt x="1605171" y="5479959"/>
                  <a:pt x="1605171" y="5479959"/>
                  <a:pt x="1605171" y="5479959"/>
                </a:cubicBezTo>
                <a:cubicBezTo>
                  <a:pt x="1605171" y="5483728"/>
                  <a:pt x="1605171" y="5483728"/>
                  <a:pt x="1605171" y="5483728"/>
                </a:cubicBezTo>
                <a:cubicBezTo>
                  <a:pt x="1605171" y="5487497"/>
                  <a:pt x="1605171" y="5487497"/>
                  <a:pt x="1605171" y="5487497"/>
                </a:cubicBezTo>
                <a:cubicBezTo>
                  <a:pt x="1593859" y="5487497"/>
                  <a:pt x="1582547" y="5487497"/>
                  <a:pt x="1575006" y="5487497"/>
                </a:cubicBezTo>
                <a:cubicBezTo>
                  <a:pt x="1567464" y="5479959"/>
                  <a:pt x="1563694" y="5472422"/>
                  <a:pt x="1556152" y="5464884"/>
                </a:cubicBezTo>
                <a:cubicBezTo>
                  <a:pt x="1559923" y="5461115"/>
                  <a:pt x="1559923" y="5457347"/>
                  <a:pt x="1559923" y="5453578"/>
                </a:cubicBezTo>
                <a:cubicBezTo>
                  <a:pt x="1559923" y="5449809"/>
                  <a:pt x="1559923" y="5449809"/>
                  <a:pt x="1559923" y="5449809"/>
                </a:cubicBezTo>
                <a:cubicBezTo>
                  <a:pt x="1563694" y="5449809"/>
                  <a:pt x="1563694" y="5449809"/>
                  <a:pt x="1563694" y="5449809"/>
                </a:cubicBezTo>
                <a:cubicBezTo>
                  <a:pt x="1567464" y="5449809"/>
                  <a:pt x="1567464" y="5449809"/>
                  <a:pt x="1567464" y="5449809"/>
                </a:cubicBezTo>
                <a:cubicBezTo>
                  <a:pt x="1567464" y="5446041"/>
                  <a:pt x="1567464" y="5446041"/>
                  <a:pt x="1567464" y="5446041"/>
                </a:cubicBezTo>
                <a:cubicBezTo>
                  <a:pt x="1503363" y="5291522"/>
                  <a:pt x="1503363" y="5291522"/>
                  <a:pt x="1503363" y="5291522"/>
                </a:cubicBezTo>
                <a:lnTo>
                  <a:pt x="1503826" y="5290136"/>
                </a:lnTo>
                <a:lnTo>
                  <a:pt x="1504225" y="5291118"/>
                </a:lnTo>
                <a:lnTo>
                  <a:pt x="1507534" y="5281194"/>
                </a:lnTo>
                <a:lnTo>
                  <a:pt x="1529537" y="5334951"/>
                </a:lnTo>
                <a:cubicBezTo>
                  <a:pt x="1575006" y="5446041"/>
                  <a:pt x="1575006" y="5446041"/>
                  <a:pt x="1575006" y="5446041"/>
                </a:cubicBezTo>
                <a:cubicBezTo>
                  <a:pt x="1578776" y="5446041"/>
                  <a:pt x="1578776" y="5446041"/>
                  <a:pt x="1578776" y="5446041"/>
                </a:cubicBezTo>
                <a:cubicBezTo>
                  <a:pt x="1582547" y="5446041"/>
                  <a:pt x="1582547" y="5446041"/>
                  <a:pt x="1582547" y="5446041"/>
                </a:cubicBezTo>
                <a:cubicBezTo>
                  <a:pt x="1661731" y="5283985"/>
                  <a:pt x="1725832" y="5076705"/>
                  <a:pt x="1774851" y="4835506"/>
                </a:cubicBezTo>
                <a:cubicBezTo>
                  <a:pt x="1771080" y="4835506"/>
                  <a:pt x="1771080" y="4835506"/>
                  <a:pt x="1771080" y="4835506"/>
                </a:cubicBezTo>
                <a:cubicBezTo>
                  <a:pt x="1767309" y="4831737"/>
                  <a:pt x="1767309" y="4831737"/>
                  <a:pt x="1767309" y="4831737"/>
                </a:cubicBezTo>
                <a:cubicBezTo>
                  <a:pt x="1767309" y="4827968"/>
                  <a:pt x="1767309" y="4827968"/>
                  <a:pt x="1767309" y="4827968"/>
                </a:cubicBezTo>
                <a:cubicBezTo>
                  <a:pt x="1627795" y="4884499"/>
                  <a:pt x="1627795" y="4884499"/>
                  <a:pt x="1627795" y="4884499"/>
                </a:cubicBezTo>
                <a:lnTo>
                  <a:pt x="1627850" y="4884335"/>
                </a:lnTo>
                <a:lnTo>
                  <a:pt x="1628616" y="4884095"/>
                </a:lnTo>
                <a:lnTo>
                  <a:pt x="1632356" y="4872878"/>
                </a:lnTo>
                <a:lnTo>
                  <a:pt x="1675127" y="4855778"/>
                </a:lnTo>
                <a:cubicBezTo>
                  <a:pt x="1763539" y="4820431"/>
                  <a:pt x="1763539" y="4820431"/>
                  <a:pt x="1763539" y="4820431"/>
                </a:cubicBezTo>
                <a:cubicBezTo>
                  <a:pt x="1759768" y="4816662"/>
                  <a:pt x="1759768" y="4816662"/>
                  <a:pt x="1759768" y="4816662"/>
                </a:cubicBezTo>
                <a:cubicBezTo>
                  <a:pt x="1759768" y="4812893"/>
                  <a:pt x="1759768" y="4812893"/>
                  <a:pt x="1759768" y="4812893"/>
                </a:cubicBezTo>
                <a:cubicBezTo>
                  <a:pt x="1759768" y="4809125"/>
                  <a:pt x="1759768" y="4809125"/>
                  <a:pt x="1759768" y="4809125"/>
                </a:cubicBezTo>
                <a:cubicBezTo>
                  <a:pt x="1759768" y="4805356"/>
                  <a:pt x="1759768" y="4805356"/>
                  <a:pt x="1759768" y="4805356"/>
                </a:cubicBezTo>
                <a:cubicBezTo>
                  <a:pt x="1759768" y="4801587"/>
                  <a:pt x="1759768" y="4801587"/>
                  <a:pt x="1759768" y="4801587"/>
                </a:cubicBezTo>
                <a:cubicBezTo>
                  <a:pt x="1763539" y="4797818"/>
                  <a:pt x="1763539" y="4797818"/>
                  <a:pt x="1763539" y="4797818"/>
                </a:cubicBezTo>
                <a:cubicBezTo>
                  <a:pt x="1763539" y="4794050"/>
                  <a:pt x="1763539" y="4794050"/>
                  <a:pt x="1763539" y="4794050"/>
                </a:cubicBezTo>
                <a:cubicBezTo>
                  <a:pt x="1767309" y="4790281"/>
                  <a:pt x="1767309" y="4790281"/>
                  <a:pt x="1767309" y="4790281"/>
                </a:cubicBezTo>
                <a:cubicBezTo>
                  <a:pt x="1684355" y="4620688"/>
                  <a:pt x="1684355" y="4620688"/>
                  <a:pt x="1684355" y="4620688"/>
                </a:cubicBezTo>
                <a:lnTo>
                  <a:pt x="1684691" y="4619343"/>
                </a:lnTo>
                <a:lnTo>
                  <a:pt x="1685157" y="4620283"/>
                </a:lnTo>
                <a:lnTo>
                  <a:pt x="1688585" y="4606572"/>
                </a:lnTo>
                <a:lnTo>
                  <a:pt x="1716752" y="4665324"/>
                </a:lnTo>
                <a:cubicBezTo>
                  <a:pt x="1774851" y="4786512"/>
                  <a:pt x="1774851" y="4786512"/>
                  <a:pt x="1774851" y="4786512"/>
                </a:cubicBezTo>
                <a:cubicBezTo>
                  <a:pt x="1778621" y="4786512"/>
                  <a:pt x="1778621" y="4786512"/>
                  <a:pt x="1778621" y="4786512"/>
                </a:cubicBezTo>
                <a:cubicBezTo>
                  <a:pt x="1782392" y="4786512"/>
                  <a:pt x="1782392" y="4786512"/>
                  <a:pt x="1782392" y="4786512"/>
                </a:cubicBezTo>
                <a:cubicBezTo>
                  <a:pt x="1786163" y="4786512"/>
                  <a:pt x="1786163" y="4786512"/>
                  <a:pt x="1786163" y="4786512"/>
                </a:cubicBezTo>
                <a:cubicBezTo>
                  <a:pt x="1835181" y="4541544"/>
                  <a:pt x="1872888" y="4270196"/>
                  <a:pt x="1891741" y="3983772"/>
                </a:cubicBezTo>
                <a:cubicBezTo>
                  <a:pt x="1887970" y="3980003"/>
                  <a:pt x="1887970" y="3980003"/>
                  <a:pt x="1887970" y="3980003"/>
                </a:cubicBezTo>
                <a:cubicBezTo>
                  <a:pt x="1884200" y="3976234"/>
                  <a:pt x="1884200" y="3976234"/>
                  <a:pt x="1884200" y="3976234"/>
                </a:cubicBezTo>
                <a:cubicBezTo>
                  <a:pt x="1788048" y="4061031"/>
                  <a:pt x="1764010" y="4082230"/>
                  <a:pt x="1758001" y="4087530"/>
                </a:cubicBezTo>
                <a:lnTo>
                  <a:pt x="1756776" y="4088610"/>
                </a:lnTo>
                <a:lnTo>
                  <a:pt x="1756776" y="4073816"/>
                </a:lnTo>
                <a:lnTo>
                  <a:pt x="1755997" y="4074408"/>
                </a:lnTo>
                <a:lnTo>
                  <a:pt x="1755997" y="4074221"/>
                </a:lnTo>
                <a:cubicBezTo>
                  <a:pt x="1876658" y="3964928"/>
                  <a:pt x="1876658" y="3964928"/>
                  <a:pt x="1876658" y="3964928"/>
                </a:cubicBezTo>
                <a:cubicBezTo>
                  <a:pt x="1876658" y="3961159"/>
                  <a:pt x="1876658" y="3961159"/>
                  <a:pt x="1876658" y="3961159"/>
                </a:cubicBezTo>
                <a:cubicBezTo>
                  <a:pt x="1876658" y="3957391"/>
                  <a:pt x="1876658" y="3957391"/>
                  <a:pt x="1876658" y="3957391"/>
                </a:cubicBezTo>
                <a:cubicBezTo>
                  <a:pt x="1876658" y="3953622"/>
                  <a:pt x="1876658" y="3953622"/>
                  <a:pt x="1876658" y="3953622"/>
                </a:cubicBezTo>
                <a:cubicBezTo>
                  <a:pt x="1876658" y="3949853"/>
                  <a:pt x="1876658" y="3949853"/>
                  <a:pt x="1876658" y="3949853"/>
                </a:cubicBezTo>
                <a:cubicBezTo>
                  <a:pt x="1880429" y="3934778"/>
                  <a:pt x="1880429" y="3934778"/>
                  <a:pt x="1880429" y="3934778"/>
                </a:cubicBezTo>
                <a:cubicBezTo>
                  <a:pt x="1880429" y="3931010"/>
                  <a:pt x="1880429" y="3931010"/>
                  <a:pt x="1880429" y="3931010"/>
                </a:cubicBezTo>
                <a:cubicBezTo>
                  <a:pt x="1778621" y="3768954"/>
                  <a:pt x="1778621" y="3768954"/>
                  <a:pt x="1778621" y="3768954"/>
                </a:cubicBezTo>
                <a:lnTo>
                  <a:pt x="1778865" y="3767735"/>
                </a:lnTo>
                <a:lnTo>
                  <a:pt x="1779392" y="3768548"/>
                </a:lnTo>
                <a:lnTo>
                  <a:pt x="1782910" y="3750961"/>
                </a:lnTo>
                <a:lnTo>
                  <a:pt x="1817241" y="3807333"/>
                </a:lnTo>
                <a:cubicBezTo>
                  <a:pt x="1887970" y="3923472"/>
                  <a:pt x="1887970" y="3923472"/>
                  <a:pt x="1887970" y="3923472"/>
                </a:cubicBezTo>
                <a:cubicBezTo>
                  <a:pt x="1891741" y="3923472"/>
                  <a:pt x="1891741" y="3923472"/>
                  <a:pt x="1891741" y="3923472"/>
                </a:cubicBezTo>
                <a:cubicBezTo>
                  <a:pt x="1895512" y="3923472"/>
                  <a:pt x="1895512" y="3923472"/>
                  <a:pt x="1895512" y="3923472"/>
                </a:cubicBezTo>
                <a:cubicBezTo>
                  <a:pt x="1918136" y="3633280"/>
                  <a:pt x="1925677" y="3331781"/>
                  <a:pt x="1918136" y="3030283"/>
                </a:cubicBezTo>
                <a:cubicBezTo>
                  <a:pt x="1914365" y="3030283"/>
                  <a:pt x="1914365" y="3030283"/>
                  <a:pt x="1914365" y="3030283"/>
                </a:cubicBezTo>
                <a:cubicBezTo>
                  <a:pt x="1910594" y="3030283"/>
                  <a:pt x="1910594" y="3030283"/>
                  <a:pt x="1910594" y="3030283"/>
                </a:cubicBezTo>
                <a:cubicBezTo>
                  <a:pt x="1910594" y="3026514"/>
                  <a:pt x="1910594" y="3026514"/>
                  <a:pt x="1910594" y="3026514"/>
                </a:cubicBezTo>
                <a:cubicBezTo>
                  <a:pt x="1906824" y="3026514"/>
                  <a:pt x="1906824" y="3026514"/>
                  <a:pt x="1906824" y="3026514"/>
                </a:cubicBezTo>
                <a:cubicBezTo>
                  <a:pt x="1906824" y="3022745"/>
                  <a:pt x="1906824" y="3022745"/>
                  <a:pt x="1906824" y="3022745"/>
                </a:cubicBezTo>
                <a:cubicBezTo>
                  <a:pt x="1819156" y="3138636"/>
                  <a:pt x="1797239" y="3167607"/>
                  <a:pt x="1791760" y="3174851"/>
                </a:cubicBezTo>
                <a:lnTo>
                  <a:pt x="1790700" y="3176252"/>
                </a:lnTo>
                <a:lnTo>
                  <a:pt x="1790700" y="3161790"/>
                </a:lnTo>
                <a:lnTo>
                  <a:pt x="1789933" y="3162765"/>
                </a:lnTo>
                <a:lnTo>
                  <a:pt x="1789933" y="3162190"/>
                </a:lnTo>
                <a:cubicBezTo>
                  <a:pt x="1899282" y="3015208"/>
                  <a:pt x="1899282" y="3015208"/>
                  <a:pt x="1899282" y="3015208"/>
                </a:cubicBezTo>
                <a:cubicBezTo>
                  <a:pt x="1899282" y="3011440"/>
                  <a:pt x="1899282" y="3011440"/>
                  <a:pt x="1899282" y="3011440"/>
                </a:cubicBezTo>
                <a:cubicBezTo>
                  <a:pt x="1895512" y="3011440"/>
                  <a:pt x="1895512" y="3011440"/>
                  <a:pt x="1895512" y="3011440"/>
                </a:cubicBezTo>
                <a:cubicBezTo>
                  <a:pt x="1895512" y="3007671"/>
                  <a:pt x="1895512" y="3007671"/>
                  <a:pt x="1895512" y="3007671"/>
                </a:cubicBezTo>
                <a:cubicBezTo>
                  <a:pt x="1895512" y="3003902"/>
                  <a:pt x="1895512" y="3003902"/>
                  <a:pt x="1895512" y="3003902"/>
                </a:cubicBezTo>
                <a:cubicBezTo>
                  <a:pt x="1895512" y="3000134"/>
                  <a:pt x="1895512" y="3000134"/>
                  <a:pt x="1895512" y="3000134"/>
                </a:cubicBezTo>
                <a:cubicBezTo>
                  <a:pt x="1895512" y="2992596"/>
                  <a:pt x="1895512" y="2992596"/>
                  <a:pt x="1895512" y="2992596"/>
                </a:cubicBezTo>
                <a:cubicBezTo>
                  <a:pt x="1895512" y="2988828"/>
                  <a:pt x="1895512" y="2988828"/>
                  <a:pt x="1895512" y="2988828"/>
                </a:cubicBezTo>
                <a:cubicBezTo>
                  <a:pt x="1895512" y="2985059"/>
                  <a:pt x="1895512" y="2985059"/>
                  <a:pt x="1895512" y="2985059"/>
                </a:cubicBezTo>
                <a:cubicBezTo>
                  <a:pt x="1899282" y="2981290"/>
                  <a:pt x="1899282" y="2981290"/>
                  <a:pt x="1899282" y="2981290"/>
                </a:cubicBezTo>
                <a:cubicBezTo>
                  <a:pt x="1899282" y="2977522"/>
                  <a:pt x="1899282" y="2977522"/>
                  <a:pt x="1899282" y="2977522"/>
                </a:cubicBezTo>
                <a:cubicBezTo>
                  <a:pt x="1782392" y="2841854"/>
                  <a:pt x="1782392" y="2841854"/>
                  <a:pt x="1782392" y="2841854"/>
                </a:cubicBezTo>
                <a:lnTo>
                  <a:pt x="1782006" y="2840307"/>
                </a:lnTo>
                <a:lnTo>
                  <a:pt x="1783161" y="2841463"/>
                </a:lnTo>
                <a:lnTo>
                  <a:pt x="1779840" y="2828180"/>
                </a:lnTo>
                <a:lnTo>
                  <a:pt x="1819694" y="2874047"/>
                </a:lnTo>
                <a:cubicBezTo>
                  <a:pt x="1903053" y="2969985"/>
                  <a:pt x="1903053" y="2969985"/>
                  <a:pt x="1903053" y="2969985"/>
                </a:cubicBezTo>
                <a:cubicBezTo>
                  <a:pt x="1906824" y="2969985"/>
                  <a:pt x="1906824" y="2969985"/>
                  <a:pt x="1906824" y="2969985"/>
                </a:cubicBezTo>
                <a:cubicBezTo>
                  <a:pt x="1906824" y="2966216"/>
                  <a:pt x="1906824" y="2966216"/>
                  <a:pt x="1906824" y="2966216"/>
                </a:cubicBezTo>
                <a:cubicBezTo>
                  <a:pt x="1910594" y="2966216"/>
                  <a:pt x="1910594" y="2966216"/>
                  <a:pt x="1910594" y="2966216"/>
                </a:cubicBezTo>
                <a:cubicBezTo>
                  <a:pt x="1914365" y="2962447"/>
                  <a:pt x="1914365" y="2962447"/>
                  <a:pt x="1914365" y="2962447"/>
                </a:cubicBezTo>
                <a:cubicBezTo>
                  <a:pt x="1903053" y="2709946"/>
                  <a:pt x="1884200" y="2453671"/>
                  <a:pt x="1850264" y="2212471"/>
                </a:cubicBezTo>
                <a:cubicBezTo>
                  <a:pt x="1842723" y="2167245"/>
                  <a:pt x="1838952" y="2125788"/>
                  <a:pt x="1831411" y="2084332"/>
                </a:cubicBezTo>
                <a:cubicBezTo>
                  <a:pt x="1823869" y="2080563"/>
                  <a:pt x="1823869" y="2080563"/>
                  <a:pt x="1823869" y="2080563"/>
                </a:cubicBezTo>
                <a:cubicBezTo>
                  <a:pt x="1750342" y="2213413"/>
                  <a:pt x="1731960" y="2246625"/>
                  <a:pt x="1727364" y="2254928"/>
                </a:cubicBezTo>
                <a:lnTo>
                  <a:pt x="1726620" y="2256272"/>
                </a:lnTo>
                <a:lnTo>
                  <a:pt x="1726620" y="2253527"/>
                </a:lnTo>
                <a:cubicBezTo>
                  <a:pt x="1726620" y="2249760"/>
                  <a:pt x="1726620" y="2245991"/>
                  <a:pt x="1726620" y="2242221"/>
                </a:cubicBezTo>
                <a:lnTo>
                  <a:pt x="1725832" y="2243636"/>
                </a:lnTo>
                <a:lnTo>
                  <a:pt x="1725832" y="2242621"/>
                </a:lnTo>
                <a:cubicBezTo>
                  <a:pt x="1812557" y="2076794"/>
                  <a:pt x="1812557" y="2076794"/>
                  <a:pt x="1812557" y="2076794"/>
                </a:cubicBezTo>
                <a:cubicBezTo>
                  <a:pt x="1812557" y="2073026"/>
                  <a:pt x="1812557" y="2073026"/>
                  <a:pt x="1812557" y="2073026"/>
                </a:cubicBezTo>
                <a:cubicBezTo>
                  <a:pt x="1808787" y="2069257"/>
                  <a:pt x="1808787" y="2069257"/>
                  <a:pt x="1808787" y="2069257"/>
                </a:cubicBezTo>
                <a:cubicBezTo>
                  <a:pt x="1808787" y="2065488"/>
                  <a:pt x="1808787" y="2065488"/>
                  <a:pt x="1808787" y="2065488"/>
                </a:cubicBezTo>
                <a:cubicBezTo>
                  <a:pt x="1808787" y="2061719"/>
                  <a:pt x="1808787" y="2061719"/>
                  <a:pt x="1808787" y="2061719"/>
                </a:cubicBezTo>
                <a:cubicBezTo>
                  <a:pt x="1808787" y="2046644"/>
                  <a:pt x="1808787" y="2046644"/>
                  <a:pt x="1808787" y="2046644"/>
                </a:cubicBezTo>
                <a:cubicBezTo>
                  <a:pt x="1808787" y="2042875"/>
                  <a:pt x="1808787" y="2042875"/>
                  <a:pt x="1808787" y="2042875"/>
                </a:cubicBezTo>
                <a:cubicBezTo>
                  <a:pt x="1676814" y="1956195"/>
                  <a:pt x="1676814" y="1956195"/>
                  <a:pt x="1676814" y="1956195"/>
                </a:cubicBezTo>
                <a:lnTo>
                  <a:pt x="1676814" y="1955355"/>
                </a:lnTo>
                <a:lnTo>
                  <a:pt x="1677618" y="1955794"/>
                </a:lnTo>
                <a:lnTo>
                  <a:pt x="1677618" y="1941657"/>
                </a:lnTo>
                <a:lnTo>
                  <a:pt x="1721620" y="1970976"/>
                </a:lnTo>
                <a:cubicBezTo>
                  <a:pt x="1812557" y="2031570"/>
                  <a:pt x="1812557" y="2031570"/>
                  <a:pt x="1812557" y="2031570"/>
                </a:cubicBezTo>
                <a:cubicBezTo>
                  <a:pt x="1816328" y="2031570"/>
                  <a:pt x="1816328" y="2031570"/>
                  <a:pt x="1816328" y="2031570"/>
                </a:cubicBezTo>
                <a:cubicBezTo>
                  <a:pt x="1816328" y="2027800"/>
                  <a:pt x="1816328" y="2027800"/>
                  <a:pt x="1816328" y="2027800"/>
                </a:cubicBezTo>
                <a:cubicBezTo>
                  <a:pt x="1820099" y="2024032"/>
                  <a:pt x="1820099" y="2024032"/>
                  <a:pt x="1820099" y="2024032"/>
                </a:cubicBezTo>
                <a:cubicBezTo>
                  <a:pt x="1778621" y="1752685"/>
                  <a:pt x="1722061" y="1522792"/>
                  <a:pt x="1654190" y="1338125"/>
                </a:cubicBezTo>
                <a:cubicBezTo>
                  <a:pt x="1650419" y="1341894"/>
                  <a:pt x="1650419" y="1341894"/>
                  <a:pt x="1650419" y="1341894"/>
                </a:cubicBezTo>
                <a:cubicBezTo>
                  <a:pt x="1646648" y="1341894"/>
                  <a:pt x="1646648" y="1341894"/>
                  <a:pt x="1646648" y="1341894"/>
                </a:cubicBezTo>
                <a:cubicBezTo>
                  <a:pt x="1587260" y="1463435"/>
                  <a:pt x="1572413" y="1493820"/>
                  <a:pt x="1568702" y="1501417"/>
                </a:cubicBezTo>
                <a:lnTo>
                  <a:pt x="1568043" y="1502765"/>
                </a:lnTo>
                <a:lnTo>
                  <a:pt x="1564536" y="1492245"/>
                </a:lnTo>
                <a:lnTo>
                  <a:pt x="1563963" y="1493450"/>
                </a:lnTo>
                <a:lnTo>
                  <a:pt x="1563694" y="1492643"/>
                </a:lnTo>
                <a:cubicBezTo>
                  <a:pt x="1635336" y="1338125"/>
                  <a:pt x="1635336" y="1338125"/>
                  <a:pt x="1635336" y="1338125"/>
                </a:cubicBezTo>
                <a:cubicBezTo>
                  <a:pt x="1631566" y="1334356"/>
                  <a:pt x="1631566" y="1334356"/>
                  <a:pt x="1631566" y="1334356"/>
                </a:cubicBezTo>
                <a:cubicBezTo>
                  <a:pt x="1631566" y="1330587"/>
                  <a:pt x="1631566" y="1330587"/>
                  <a:pt x="1631566" y="1330587"/>
                </a:cubicBezTo>
                <a:cubicBezTo>
                  <a:pt x="1627795" y="1326819"/>
                  <a:pt x="1627795" y="1326819"/>
                  <a:pt x="1627795" y="1326819"/>
                </a:cubicBezTo>
                <a:cubicBezTo>
                  <a:pt x="1627795" y="1323050"/>
                  <a:pt x="1627795" y="1323050"/>
                  <a:pt x="1627795" y="1323050"/>
                </a:cubicBezTo>
                <a:cubicBezTo>
                  <a:pt x="1627795" y="1319281"/>
                  <a:pt x="1627795" y="1319281"/>
                  <a:pt x="1627795" y="1319281"/>
                </a:cubicBezTo>
                <a:cubicBezTo>
                  <a:pt x="1631566" y="1315512"/>
                  <a:pt x="1631566" y="1315512"/>
                  <a:pt x="1631566" y="1315512"/>
                </a:cubicBezTo>
                <a:cubicBezTo>
                  <a:pt x="1525987" y="1304206"/>
                  <a:pt x="1525987" y="1304206"/>
                  <a:pt x="1525987" y="1304206"/>
                </a:cubicBezTo>
                <a:lnTo>
                  <a:pt x="1526859" y="1303336"/>
                </a:lnTo>
                <a:lnTo>
                  <a:pt x="1526931" y="1303343"/>
                </a:lnTo>
                <a:lnTo>
                  <a:pt x="1537902" y="1292993"/>
                </a:lnTo>
                <a:lnTo>
                  <a:pt x="1569659" y="1297876"/>
                </a:lnTo>
                <a:cubicBezTo>
                  <a:pt x="1635336" y="1307975"/>
                  <a:pt x="1635336" y="1307975"/>
                  <a:pt x="1635336" y="1307975"/>
                </a:cubicBezTo>
                <a:cubicBezTo>
                  <a:pt x="1635336" y="1304206"/>
                  <a:pt x="1635336" y="1304206"/>
                  <a:pt x="1635336" y="1304206"/>
                </a:cubicBezTo>
                <a:cubicBezTo>
                  <a:pt x="1639107" y="1300437"/>
                  <a:pt x="1639107" y="1300437"/>
                  <a:pt x="1639107" y="1300437"/>
                </a:cubicBezTo>
                <a:cubicBezTo>
                  <a:pt x="1642878" y="1300437"/>
                  <a:pt x="1642878" y="1300437"/>
                  <a:pt x="1642878" y="1300437"/>
                </a:cubicBezTo>
                <a:cubicBezTo>
                  <a:pt x="1635336" y="1277825"/>
                  <a:pt x="1624024" y="1258982"/>
                  <a:pt x="1620254" y="1240138"/>
                </a:cubicBezTo>
                <a:cubicBezTo>
                  <a:pt x="1620254" y="1240138"/>
                  <a:pt x="1624024" y="1236369"/>
                  <a:pt x="1627795" y="1236369"/>
                </a:cubicBezTo>
                <a:cubicBezTo>
                  <a:pt x="1635336" y="1255213"/>
                  <a:pt x="1642878" y="1274057"/>
                  <a:pt x="1650419" y="1292900"/>
                </a:cubicBezTo>
                <a:cubicBezTo>
                  <a:pt x="1654190" y="1292900"/>
                  <a:pt x="1654190" y="1292900"/>
                  <a:pt x="1654190" y="1292900"/>
                </a:cubicBezTo>
                <a:cubicBezTo>
                  <a:pt x="1657960" y="1292900"/>
                  <a:pt x="1657960" y="1292900"/>
                  <a:pt x="1657960" y="1292900"/>
                </a:cubicBezTo>
                <a:cubicBezTo>
                  <a:pt x="1661731" y="1292900"/>
                  <a:pt x="1661731" y="1292900"/>
                  <a:pt x="1661731" y="1292900"/>
                </a:cubicBezTo>
                <a:cubicBezTo>
                  <a:pt x="1714520" y="1179838"/>
                  <a:pt x="1714520" y="1179838"/>
                  <a:pt x="1714520" y="1179838"/>
                </a:cubicBezTo>
                <a:cubicBezTo>
                  <a:pt x="1718291" y="1176070"/>
                  <a:pt x="1725832" y="1176070"/>
                  <a:pt x="1729603" y="1172301"/>
                </a:cubicBezTo>
                <a:cubicBezTo>
                  <a:pt x="1669272" y="1292900"/>
                  <a:pt x="1669272" y="1292900"/>
                  <a:pt x="1669272" y="1292900"/>
                </a:cubicBezTo>
                <a:cubicBezTo>
                  <a:pt x="1673043" y="1296669"/>
                  <a:pt x="1673043" y="1296669"/>
                  <a:pt x="1673043" y="1296669"/>
                </a:cubicBezTo>
                <a:cubicBezTo>
                  <a:pt x="1673043" y="1300437"/>
                  <a:pt x="1673043" y="1300437"/>
                  <a:pt x="1673043" y="1300437"/>
                </a:cubicBezTo>
                <a:cubicBezTo>
                  <a:pt x="1676814" y="1300437"/>
                  <a:pt x="1676814" y="1300437"/>
                  <a:pt x="1676814" y="1300437"/>
                </a:cubicBezTo>
                <a:cubicBezTo>
                  <a:pt x="1676814" y="1304206"/>
                  <a:pt x="1676814" y="1304206"/>
                  <a:pt x="1676814" y="1304206"/>
                </a:cubicBezTo>
                <a:cubicBezTo>
                  <a:pt x="1676814" y="1307975"/>
                  <a:pt x="1676814" y="1307975"/>
                  <a:pt x="1676814" y="1307975"/>
                </a:cubicBezTo>
                <a:cubicBezTo>
                  <a:pt x="1676814" y="1311744"/>
                  <a:pt x="1676814" y="1311744"/>
                  <a:pt x="1676814" y="1311744"/>
                </a:cubicBezTo>
                <a:cubicBezTo>
                  <a:pt x="1676814" y="1315512"/>
                  <a:pt x="1676814" y="1315512"/>
                  <a:pt x="1676814" y="1315512"/>
                </a:cubicBezTo>
                <a:cubicBezTo>
                  <a:pt x="1857805" y="1364506"/>
                  <a:pt x="1899282" y="1379581"/>
                  <a:pt x="2095357" y="1477568"/>
                </a:cubicBezTo>
                <a:cubicBezTo>
                  <a:pt x="2193394" y="1319281"/>
                  <a:pt x="2193394" y="1319281"/>
                  <a:pt x="2363073" y="1006476"/>
                </a:cubicBezTo>
                <a:cubicBezTo>
                  <a:pt x="2359303" y="1002708"/>
                  <a:pt x="2359303" y="1002708"/>
                  <a:pt x="2359303" y="1002708"/>
                </a:cubicBezTo>
                <a:cubicBezTo>
                  <a:pt x="2359303" y="998939"/>
                  <a:pt x="2359303" y="998939"/>
                  <a:pt x="2359303" y="998939"/>
                </a:cubicBezTo>
                <a:cubicBezTo>
                  <a:pt x="2355532" y="998939"/>
                  <a:pt x="2355532" y="998939"/>
                  <a:pt x="2355532" y="998939"/>
                </a:cubicBezTo>
                <a:cubicBezTo>
                  <a:pt x="2355532" y="995170"/>
                  <a:pt x="2355532" y="995170"/>
                  <a:pt x="2355532" y="995170"/>
                </a:cubicBezTo>
                <a:cubicBezTo>
                  <a:pt x="2355532" y="991401"/>
                  <a:pt x="2355532" y="991401"/>
                  <a:pt x="2355532" y="991401"/>
                </a:cubicBezTo>
                <a:cubicBezTo>
                  <a:pt x="2351761" y="987632"/>
                  <a:pt x="2351761" y="987632"/>
                  <a:pt x="2351761" y="987632"/>
                </a:cubicBezTo>
                <a:cubicBezTo>
                  <a:pt x="2351761" y="983864"/>
                  <a:pt x="2351761" y="983864"/>
                  <a:pt x="2351761" y="983864"/>
                </a:cubicBezTo>
                <a:cubicBezTo>
                  <a:pt x="2355532" y="980095"/>
                  <a:pt x="2355532" y="980095"/>
                  <a:pt x="2355532" y="980095"/>
                </a:cubicBezTo>
                <a:cubicBezTo>
                  <a:pt x="2200935" y="923564"/>
                  <a:pt x="2200935" y="923564"/>
                  <a:pt x="2200935" y="923564"/>
                </a:cubicBezTo>
                <a:cubicBezTo>
                  <a:pt x="2204706" y="919795"/>
                  <a:pt x="2212247" y="919795"/>
                  <a:pt x="2216018" y="916026"/>
                </a:cubicBezTo>
                <a:cubicBezTo>
                  <a:pt x="2359303" y="968789"/>
                  <a:pt x="2359303" y="968789"/>
                  <a:pt x="2359303" y="968789"/>
                </a:cubicBezTo>
                <a:cubicBezTo>
                  <a:pt x="2359303" y="965020"/>
                  <a:pt x="2359303" y="965020"/>
                  <a:pt x="2359303" y="965020"/>
                </a:cubicBezTo>
                <a:cubicBezTo>
                  <a:pt x="2363073" y="965020"/>
                  <a:pt x="2363073" y="965020"/>
                  <a:pt x="2363073" y="965020"/>
                </a:cubicBezTo>
                <a:cubicBezTo>
                  <a:pt x="2363073" y="961251"/>
                  <a:pt x="2363073" y="961251"/>
                  <a:pt x="2363073" y="961251"/>
                </a:cubicBezTo>
                <a:cubicBezTo>
                  <a:pt x="2366844" y="961251"/>
                  <a:pt x="2366844" y="961251"/>
                  <a:pt x="2366844" y="961251"/>
                </a:cubicBezTo>
                <a:cubicBezTo>
                  <a:pt x="2355532" y="931101"/>
                  <a:pt x="2344220" y="897182"/>
                  <a:pt x="2332908" y="867033"/>
                </a:cubicBezTo>
                <a:cubicBezTo>
                  <a:pt x="2332908" y="867033"/>
                  <a:pt x="2336679" y="867033"/>
                  <a:pt x="2340449" y="863264"/>
                </a:cubicBezTo>
                <a:cubicBezTo>
                  <a:pt x="2351761" y="893414"/>
                  <a:pt x="2366844" y="927333"/>
                  <a:pt x="2378156" y="957482"/>
                </a:cubicBezTo>
                <a:cubicBezTo>
                  <a:pt x="2381927" y="957482"/>
                  <a:pt x="2381927" y="957482"/>
                  <a:pt x="2381927" y="957482"/>
                </a:cubicBezTo>
                <a:cubicBezTo>
                  <a:pt x="2385697" y="957482"/>
                  <a:pt x="2385697" y="957482"/>
                  <a:pt x="2385697" y="957482"/>
                </a:cubicBezTo>
                <a:cubicBezTo>
                  <a:pt x="2389468" y="957482"/>
                  <a:pt x="2389468" y="957482"/>
                  <a:pt x="2389468" y="957482"/>
                </a:cubicBezTo>
                <a:cubicBezTo>
                  <a:pt x="2468652" y="814270"/>
                  <a:pt x="2468652" y="814270"/>
                  <a:pt x="2468652" y="814270"/>
                </a:cubicBezTo>
                <a:cubicBezTo>
                  <a:pt x="2472423" y="814270"/>
                  <a:pt x="2479964" y="814270"/>
                  <a:pt x="2483735" y="810502"/>
                </a:cubicBezTo>
                <a:cubicBezTo>
                  <a:pt x="2397009" y="961251"/>
                  <a:pt x="2397009" y="961251"/>
                  <a:pt x="2397009" y="961251"/>
                </a:cubicBezTo>
                <a:cubicBezTo>
                  <a:pt x="2400780" y="965020"/>
                  <a:pt x="2400780" y="965020"/>
                  <a:pt x="2400780" y="965020"/>
                </a:cubicBezTo>
                <a:cubicBezTo>
                  <a:pt x="2404551" y="968789"/>
                  <a:pt x="2404551" y="968789"/>
                  <a:pt x="2404551" y="968789"/>
                </a:cubicBezTo>
                <a:cubicBezTo>
                  <a:pt x="2404551" y="972557"/>
                  <a:pt x="2404551" y="972557"/>
                  <a:pt x="2404551" y="972557"/>
                </a:cubicBezTo>
                <a:cubicBezTo>
                  <a:pt x="2408321" y="980095"/>
                  <a:pt x="2408321" y="980095"/>
                  <a:pt x="2408321" y="980095"/>
                </a:cubicBezTo>
                <a:cubicBezTo>
                  <a:pt x="2408321" y="983864"/>
                  <a:pt x="2408321" y="983864"/>
                  <a:pt x="2408321" y="983864"/>
                </a:cubicBezTo>
                <a:cubicBezTo>
                  <a:pt x="2408321" y="987632"/>
                  <a:pt x="2408321" y="987632"/>
                  <a:pt x="2408321" y="987632"/>
                </a:cubicBezTo>
                <a:cubicBezTo>
                  <a:pt x="2408321" y="991401"/>
                  <a:pt x="2408321" y="991401"/>
                  <a:pt x="2408321" y="991401"/>
                </a:cubicBezTo>
                <a:cubicBezTo>
                  <a:pt x="2608166" y="1089389"/>
                  <a:pt x="2657185" y="1112001"/>
                  <a:pt x="2875883" y="1266519"/>
                </a:cubicBezTo>
                <a:cubicBezTo>
                  <a:pt x="2947526" y="1157226"/>
                  <a:pt x="2947526" y="1157226"/>
                  <a:pt x="3162453" y="814270"/>
                </a:cubicBezTo>
                <a:cubicBezTo>
                  <a:pt x="3158682" y="810502"/>
                  <a:pt x="3158682" y="810502"/>
                  <a:pt x="3158682" y="810502"/>
                </a:cubicBezTo>
                <a:cubicBezTo>
                  <a:pt x="3158682" y="806733"/>
                  <a:pt x="3158682" y="806733"/>
                  <a:pt x="3158682" y="806733"/>
                </a:cubicBezTo>
                <a:cubicBezTo>
                  <a:pt x="3154912" y="806733"/>
                  <a:pt x="3154912" y="806733"/>
                  <a:pt x="3154912" y="806733"/>
                </a:cubicBezTo>
                <a:cubicBezTo>
                  <a:pt x="3154912" y="802964"/>
                  <a:pt x="3154912" y="802964"/>
                  <a:pt x="3154912" y="802964"/>
                </a:cubicBezTo>
                <a:cubicBezTo>
                  <a:pt x="3151141" y="799195"/>
                  <a:pt x="3151141" y="799195"/>
                  <a:pt x="3151141" y="799195"/>
                </a:cubicBezTo>
                <a:cubicBezTo>
                  <a:pt x="3151141" y="795427"/>
                  <a:pt x="3151141" y="795427"/>
                  <a:pt x="3151141" y="795427"/>
                </a:cubicBezTo>
                <a:cubicBezTo>
                  <a:pt x="3151141" y="791658"/>
                  <a:pt x="3151141" y="791658"/>
                  <a:pt x="3151141" y="791658"/>
                </a:cubicBezTo>
                <a:cubicBezTo>
                  <a:pt x="3151141" y="787889"/>
                  <a:pt x="3151141" y="787889"/>
                  <a:pt x="3151141" y="787889"/>
                </a:cubicBezTo>
                <a:cubicBezTo>
                  <a:pt x="3151141" y="784121"/>
                  <a:pt x="3151141" y="784121"/>
                  <a:pt x="3151141" y="784121"/>
                </a:cubicBezTo>
                <a:cubicBezTo>
                  <a:pt x="3090811" y="750202"/>
                  <a:pt x="3011627" y="704977"/>
                  <a:pt x="2947526" y="674827"/>
                </a:cubicBezTo>
                <a:cubicBezTo>
                  <a:pt x="2955067" y="674827"/>
                  <a:pt x="2958837" y="671059"/>
                  <a:pt x="2962608" y="671059"/>
                </a:cubicBezTo>
                <a:cubicBezTo>
                  <a:pt x="3019168" y="701208"/>
                  <a:pt x="3098352" y="742664"/>
                  <a:pt x="3154912" y="772814"/>
                </a:cubicBezTo>
                <a:cubicBezTo>
                  <a:pt x="3158682" y="772814"/>
                  <a:pt x="3158682" y="772814"/>
                  <a:pt x="3158682" y="772814"/>
                </a:cubicBezTo>
                <a:cubicBezTo>
                  <a:pt x="3162453" y="769046"/>
                  <a:pt x="3162453" y="769046"/>
                  <a:pt x="3162453" y="769046"/>
                </a:cubicBezTo>
                <a:cubicBezTo>
                  <a:pt x="3166224" y="769046"/>
                  <a:pt x="3166224" y="769046"/>
                  <a:pt x="3166224" y="769046"/>
                </a:cubicBezTo>
                <a:cubicBezTo>
                  <a:pt x="3151141" y="723821"/>
                  <a:pt x="3132288" y="678596"/>
                  <a:pt x="3117205" y="637140"/>
                </a:cubicBezTo>
                <a:cubicBezTo>
                  <a:pt x="3120976" y="637140"/>
                  <a:pt x="3120976" y="637140"/>
                  <a:pt x="3124746" y="637140"/>
                </a:cubicBezTo>
                <a:cubicBezTo>
                  <a:pt x="3143600" y="678596"/>
                  <a:pt x="3158682" y="720052"/>
                  <a:pt x="3173765" y="765277"/>
                </a:cubicBezTo>
                <a:cubicBezTo>
                  <a:pt x="3177536" y="765277"/>
                  <a:pt x="3177536" y="765277"/>
                  <a:pt x="3177536" y="765277"/>
                </a:cubicBezTo>
                <a:cubicBezTo>
                  <a:pt x="3181306" y="765277"/>
                  <a:pt x="3181306" y="765277"/>
                  <a:pt x="3181306" y="765277"/>
                </a:cubicBezTo>
                <a:cubicBezTo>
                  <a:pt x="3185077" y="769046"/>
                  <a:pt x="3185077" y="769046"/>
                  <a:pt x="3185077" y="769046"/>
                </a:cubicBezTo>
                <a:cubicBezTo>
                  <a:pt x="3188848" y="769046"/>
                  <a:pt x="3188848" y="769046"/>
                  <a:pt x="3188848" y="769046"/>
                </a:cubicBezTo>
                <a:cubicBezTo>
                  <a:pt x="3219013" y="720052"/>
                  <a:pt x="3260490" y="655983"/>
                  <a:pt x="3294426" y="610758"/>
                </a:cubicBezTo>
                <a:cubicBezTo>
                  <a:pt x="3298197" y="610758"/>
                  <a:pt x="3305738" y="610758"/>
                  <a:pt x="3309509" y="610758"/>
                </a:cubicBezTo>
                <a:cubicBezTo>
                  <a:pt x="3275573" y="659752"/>
                  <a:pt x="3230325" y="723821"/>
                  <a:pt x="3196389" y="776583"/>
                </a:cubicBezTo>
                <a:cubicBezTo>
                  <a:pt x="3200160" y="776583"/>
                  <a:pt x="3200160" y="776583"/>
                  <a:pt x="3200160" y="776583"/>
                </a:cubicBezTo>
                <a:cubicBezTo>
                  <a:pt x="3200160" y="780352"/>
                  <a:pt x="3200160" y="780352"/>
                  <a:pt x="3200160" y="780352"/>
                </a:cubicBezTo>
                <a:cubicBezTo>
                  <a:pt x="3203930" y="780352"/>
                  <a:pt x="3203930" y="780352"/>
                  <a:pt x="3203930" y="780352"/>
                </a:cubicBezTo>
                <a:cubicBezTo>
                  <a:pt x="3203930" y="784121"/>
                  <a:pt x="3203930" y="784121"/>
                  <a:pt x="3203930" y="784121"/>
                </a:cubicBezTo>
                <a:cubicBezTo>
                  <a:pt x="3207701" y="787889"/>
                  <a:pt x="3207701" y="787889"/>
                  <a:pt x="3207701" y="787889"/>
                </a:cubicBezTo>
                <a:cubicBezTo>
                  <a:pt x="3207701" y="795427"/>
                  <a:pt x="3207701" y="795427"/>
                  <a:pt x="3207701" y="795427"/>
                </a:cubicBezTo>
                <a:cubicBezTo>
                  <a:pt x="3207701" y="799195"/>
                  <a:pt x="3207701" y="799195"/>
                  <a:pt x="3207701" y="799195"/>
                </a:cubicBezTo>
                <a:cubicBezTo>
                  <a:pt x="3207701" y="802964"/>
                  <a:pt x="3207701" y="802964"/>
                  <a:pt x="3207701" y="802964"/>
                </a:cubicBezTo>
                <a:cubicBezTo>
                  <a:pt x="3207701" y="806733"/>
                  <a:pt x="3207701" y="806733"/>
                  <a:pt x="3207701" y="806733"/>
                </a:cubicBezTo>
                <a:cubicBezTo>
                  <a:pt x="3426399" y="953714"/>
                  <a:pt x="3471647" y="983864"/>
                  <a:pt x="3701657" y="1179838"/>
                </a:cubicBezTo>
                <a:cubicBezTo>
                  <a:pt x="3705428" y="1176070"/>
                  <a:pt x="3705428" y="1176070"/>
                  <a:pt x="3705428" y="1176070"/>
                </a:cubicBezTo>
                <a:cubicBezTo>
                  <a:pt x="3807236" y="1044164"/>
                  <a:pt x="3897731" y="912258"/>
                  <a:pt x="3995768" y="776583"/>
                </a:cubicBezTo>
                <a:cubicBezTo>
                  <a:pt x="3991998" y="772814"/>
                  <a:pt x="3991998" y="772814"/>
                  <a:pt x="3991998" y="772814"/>
                </a:cubicBezTo>
                <a:cubicBezTo>
                  <a:pt x="3991998" y="769046"/>
                  <a:pt x="3991998" y="769046"/>
                  <a:pt x="3991998" y="769046"/>
                </a:cubicBezTo>
                <a:cubicBezTo>
                  <a:pt x="3988227" y="769046"/>
                  <a:pt x="3988227" y="769046"/>
                  <a:pt x="3988227" y="769046"/>
                </a:cubicBezTo>
                <a:cubicBezTo>
                  <a:pt x="3988227" y="761508"/>
                  <a:pt x="3988227" y="761508"/>
                  <a:pt x="3988227" y="761508"/>
                </a:cubicBezTo>
                <a:cubicBezTo>
                  <a:pt x="3988227" y="757739"/>
                  <a:pt x="3988227" y="757739"/>
                  <a:pt x="3988227" y="757739"/>
                </a:cubicBezTo>
                <a:cubicBezTo>
                  <a:pt x="3988227" y="753970"/>
                  <a:pt x="3988227" y="753970"/>
                  <a:pt x="3988227" y="753970"/>
                </a:cubicBezTo>
                <a:cubicBezTo>
                  <a:pt x="3988227" y="750202"/>
                  <a:pt x="3988227" y="750202"/>
                  <a:pt x="3988227" y="750202"/>
                </a:cubicBezTo>
                <a:cubicBezTo>
                  <a:pt x="3988227" y="746433"/>
                  <a:pt x="3988227" y="746433"/>
                  <a:pt x="3988227" y="746433"/>
                </a:cubicBezTo>
                <a:cubicBezTo>
                  <a:pt x="3912814" y="697439"/>
                  <a:pt x="3814777" y="625833"/>
                  <a:pt x="3739364" y="573071"/>
                </a:cubicBezTo>
                <a:close/>
                <a:moveTo>
                  <a:pt x="5103420" y="538131"/>
                </a:moveTo>
                <a:lnTo>
                  <a:pt x="5130001" y="558234"/>
                </a:lnTo>
                <a:lnTo>
                  <a:pt x="5134490" y="563238"/>
                </a:lnTo>
                <a:close/>
                <a:moveTo>
                  <a:pt x="1706935" y="533993"/>
                </a:moveTo>
                <a:lnTo>
                  <a:pt x="1704678" y="534640"/>
                </a:lnTo>
                <a:lnTo>
                  <a:pt x="1665998" y="546025"/>
                </a:lnTo>
                <a:lnTo>
                  <a:pt x="1666517" y="545831"/>
                </a:lnTo>
                <a:cubicBezTo>
                  <a:pt x="1677255" y="542266"/>
                  <a:pt x="1690434" y="538317"/>
                  <a:pt x="1706590" y="534073"/>
                </a:cubicBezTo>
                <a:close/>
                <a:moveTo>
                  <a:pt x="5066924" y="511635"/>
                </a:moveTo>
                <a:lnTo>
                  <a:pt x="5070711" y="513892"/>
                </a:lnTo>
                <a:cubicBezTo>
                  <a:pt x="5081048" y="520052"/>
                  <a:pt x="5081048" y="520052"/>
                  <a:pt x="5081048" y="520052"/>
                </a:cubicBezTo>
                <a:lnTo>
                  <a:pt x="5103420" y="538131"/>
                </a:lnTo>
                <a:lnTo>
                  <a:pt x="5073992" y="515876"/>
                </a:lnTo>
                <a:close/>
                <a:moveTo>
                  <a:pt x="4794060" y="505638"/>
                </a:moveTo>
                <a:lnTo>
                  <a:pt x="4857035" y="554020"/>
                </a:lnTo>
                <a:lnTo>
                  <a:pt x="4883550" y="576617"/>
                </a:lnTo>
                <a:lnTo>
                  <a:pt x="4857226" y="556683"/>
                </a:lnTo>
                <a:close/>
                <a:moveTo>
                  <a:pt x="1555723" y="499809"/>
                </a:moveTo>
                <a:lnTo>
                  <a:pt x="1492556" y="543625"/>
                </a:lnTo>
                <a:cubicBezTo>
                  <a:pt x="1437315" y="582011"/>
                  <a:pt x="1378070" y="623461"/>
                  <a:pt x="1323771" y="662788"/>
                </a:cubicBezTo>
                <a:lnTo>
                  <a:pt x="1292773" y="685746"/>
                </a:lnTo>
                <a:lnTo>
                  <a:pt x="1341442" y="647269"/>
                </a:lnTo>
                <a:cubicBezTo>
                  <a:pt x="1405349" y="597456"/>
                  <a:pt x="1446403" y="568840"/>
                  <a:pt x="1514551" y="525616"/>
                </a:cubicBezTo>
                <a:close/>
                <a:moveTo>
                  <a:pt x="4960818" y="457998"/>
                </a:moveTo>
                <a:lnTo>
                  <a:pt x="4969973" y="463633"/>
                </a:lnTo>
                <a:cubicBezTo>
                  <a:pt x="5026924" y="499873"/>
                  <a:pt x="5079640" y="538466"/>
                  <a:pt x="5179423" y="613773"/>
                </a:cubicBezTo>
                <a:cubicBezTo>
                  <a:pt x="5183188" y="617538"/>
                  <a:pt x="5183188" y="617538"/>
                  <a:pt x="5183188" y="617538"/>
                </a:cubicBezTo>
                <a:lnTo>
                  <a:pt x="5134490" y="563238"/>
                </a:lnTo>
                <a:lnTo>
                  <a:pt x="5137592" y="565745"/>
                </a:lnTo>
                <a:cubicBezTo>
                  <a:pt x="5156440" y="583178"/>
                  <a:pt x="5175289" y="602962"/>
                  <a:pt x="5194137" y="625572"/>
                </a:cubicBezTo>
                <a:cubicBezTo>
                  <a:pt x="5197906" y="629340"/>
                  <a:pt x="5197906" y="629340"/>
                  <a:pt x="5197906" y="629340"/>
                </a:cubicBezTo>
                <a:cubicBezTo>
                  <a:pt x="5201676" y="633109"/>
                  <a:pt x="5201676" y="633109"/>
                  <a:pt x="5201676" y="633109"/>
                </a:cubicBezTo>
                <a:cubicBezTo>
                  <a:pt x="5261990" y="651951"/>
                  <a:pt x="5261990" y="651951"/>
                  <a:pt x="5261990" y="651951"/>
                </a:cubicBezTo>
                <a:cubicBezTo>
                  <a:pt x="5261990" y="651951"/>
                  <a:pt x="5261990" y="655720"/>
                  <a:pt x="5265760" y="655720"/>
                </a:cubicBezTo>
                <a:cubicBezTo>
                  <a:pt x="5212985" y="636877"/>
                  <a:pt x="5212985" y="636877"/>
                  <a:pt x="5212985" y="636877"/>
                </a:cubicBezTo>
                <a:cubicBezTo>
                  <a:pt x="5212985" y="640646"/>
                  <a:pt x="5212985" y="640646"/>
                  <a:pt x="5212985" y="640646"/>
                </a:cubicBezTo>
                <a:cubicBezTo>
                  <a:pt x="5216754" y="644414"/>
                  <a:pt x="5216754" y="644414"/>
                  <a:pt x="5216754" y="644414"/>
                </a:cubicBezTo>
                <a:cubicBezTo>
                  <a:pt x="5220524" y="648182"/>
                  <a:pt x="5220524" y="648182"/>
                  <a:pt x="5220524" y="648182"/>
                </a:cubicBezTo>
                <a:cubicBezTo>
                  <a:pt x="5224294" y="651951"/>
                  <a:pt x="5224294" y="651951"/>
                  <a:pt x="5224294" y="651951"/>
                </a:cubicBezTo>
                <a:cubicBezTo>
                  <a:pt x="5360000" y="776314"/>
                  <a:pt x="5360000" y="776314"/>
                  <a:pt x="5360000" y="776314"/>
                </a:cubicBezTo>
                <a:cubicBezTo>
                  <a:pt x="5363770" y="780082"/>
                  <a:pt x="5363770" y="783850"/>
                  <a:pt x="5367540" y="783850"/>
                </a:cubicBezTo>
                <a:cubicBezTo>
                  <a:pt x="5220524" y="651951"/>
                  <a:pt x="5220524" y="651951"/>
                  <a:pt x="5220524" y="651951"/>
                </a:cubicBezTo>
                <a:cubicBezTo>
                  <a:pt x="5216754" y="651951"/>
                  <a:pt x="5216754" y="651951"/>
                  <a:pt x="5216754" y="651951"/>
                </a:cubicBezTo>
                <a:cubicBezTo>
                  <a:pt x="5259163" y="708480"/>
                  <a:pt x="5303692" y="784085"/>
                  <a:pt x="5345570" y="874000"/>
                </a:cubicBezTo>
                <a:lnTo>
                  <a:pt x="5386335" y="968386"/>
                </a:lnTo>
                <a:lnTo>
                  <a:pt x="5379600" y="965020"/>
                </a:lnTo>
                <a:lnTo>
                  <a:pt x="5379645" y="965138"/>
                </a:lnTo>
                <a:lnTo>
                  <a:pt x="5378848" y="964740"/>
                </a:lnTo>
                <a:cubicBezTo>
                  <a:pt x="5326074" y="832841"/>
                  <a:pt x="5265760" y="723553"/>
                  <a:pt x="5205446" y="644414"/>
                </a:cubicBezTo>
                <a:cubicBezTo>
                  <a:pt x="5197906" y="636877"/>
                  <a:pt x="5197906" y="636877"/>
                  <a:pt x="5197906" y="636877"/>
                </a:cubicBezTo>
                <a:cubicBezTo>
                  <a:pt x="5194137" y="636877"/>
                  <a:pt x="5194137" y="636877"/>
                  <a:pt x="5194137" y="636877"/>
                </a:cubicBezTo>
                <a:cubicBezTo>
                  <a:pt x="5114974" y="636877"/>
                  <a:pt x="5099896" y="636877"/>
                  <a:pt x="5020734" y="678333"/>
                </a:cubicBezTo>
                <a:cubicBezTo>
                  <a:pt x="5024504" y="682100"/>
                  <a:pt x="5024504" y="682100"/>
                  <a:pt x="5024504" y="682100"/>
                </a:cubicBezTo>
                <a:cubicBezTo>
                  <a:pt x="5024504" y="685869"/>
                  <a:pt x="5024504" y="685869"/>
                  <a:pt x="5024504" y="685869"/>
                </a:cubicBezTo>
                <a:cubicBezTo>
                  <a:pt x="5028273" y="693406"/>
                  <a:pt x="5028273" y="693406"/>
                  <a:pt x="5194137" y="866758"/>
                </a:cubicBezTo>
                <a:cubicBezTo>
                  <a:pt x="5190367" y="866758"/>
                  <a:pt x="5186598" y="862990"/>
                  <a:pt x="5182828" y="862990"/>
                </a:cubicBezTo>
                <a:cubicBezTo>
                  <a:pt x="5032043" y="708480"/>
                  <a:pt x="5032043" y="708480"/>
                  <a:pt x="5032043" y="708480"/>
                </a:cubicBezTo>
                <a:cubicBezTo>
                  <a:pt x="5016965" y="716017"/>
                  <a:pt x="4999059" y="723554"/>
                  <a:pt x="4981624" y="732033"/>
                </a:cubicBezTo>
                <a:lnTo>
                  <a:pt x="4934150" y="761167"/>
                </a:lnTo>
                <a:lnTo>
                  <a:pt x="4923350" y="753970"/>
                </a:lnTo>
                <a:lnTo>
                  <a:pt x="4923264" y="754062"/>
                </a:lnTo>
                <a:lnTo>
                  <a:pt x="4922724" y="753702"/>
                </a:lnTo>
                <a:cubicBezTo>
                  <a:pt x="4945341" y="734859"/>
                  <a:pt x="4975498" y="712248"/>
                  <a:pt x="5001886" y="693406"/>
                </a:cubicBezTo>
                <a:cubicBezTo>
                  <a:pt x="4998116" y="689637"/>
                  <a:pt x="4998116" y="689637"/>
                  <a:pt x="4998116" y="689637"/>
                </a:cubicBezTo>
                <a:cubicBezTo>
                  <a:pt x="4994346" y="689637"/>
                  <a:pt x="4994346" y="689637"/>
                  <a:pt x="4994346" y="689637"/>
                </a:cubicBezTo>
                <a:cubicBezTo>
                  <a:pt x="4994346" y="689637"/>
                  <a:pt x="4981153" y="663258"/>
                  <a:pt x="4916127" y="604375"/>
                </a:cubicBezTo>
                <a:lnTo>
                  <a:pt x="4883550" y="576617"/>
                </a:lnTo>
                <a:lnTo>
                  <a:pt x="5013083" y="674689"/>
                </a:lnTo>
                <a:cubicBezTo>
                  <a:pt x="5107257" y="629374"/>
                  <a:pt x="5111024" y="625599"/>
                  <a:pt x="5186363" y="629374"/>
                </a:cubicBezTo>
                <a:cubicBezTo>
                  <a:pt x="5182596" y="625599"/>
                  <a:pt x="5182596" y="625599"/>
                  <a:pt x="5182596" y="625599"/>
                </a:cubicBezTo>
                <a:cubicBezTo>
                  <a:pt x="5182596" y="621823"/>
                  <a:pt x="5182596" y="621823"/>
                  <a:pt x="5182596" y="621823"/>
                </a:cubicBezTo>
                <a:cubicBezTo>
                  <a:pt x="5178829" y="621823"/>
                  <a:pt x="5178829" y="621823"/>
                  <a:pt x="5178829" y="621823"/>
                </a:cubicBezTo>
                <a:cubicBezTo>
                  <a:pt x="5175062" y="614271"/>
                  <a:pt x="5175062" y="614271"/>
                  <a:pt x="5175062" y="614271"/>
                </a:cubicBezTo>
                <a:cubicBezTo>
                  <a:pt x="5137392" y="585952"/>
                  <a:pt x="5100429" y="558099"/>
                  <a:pt x="5063760" y="531136"/>
                </a:cubicBezTo>
                <a:close/>
                <a:moveTo>
                  <a:pt x="4863146" y="391632"/>
                </a:moveTo>
                <a:lnTo>
                  <a:pt x="4885722" y="402919"/>
                </a:lnTo>
                <a:cubicBezTo>
                  <a:pt x="4885722" y="402919"/>
                  <a:pt x="4885722" y="402919"/>
                  <a:pt x="5011848" y="478591"/>
                </a:cubicBezTo>
                <a:lnTo>
                  <a:pt x="5066924" y="511635"/>
                </a:lnTo>
                <a:lnTo>
                  <a:pt x="5056545" y="505449"/>
                </a:lnTo>
                <a:cubicBezTo>
                  <a:pt x="5032043" y="490846"/>
                  <a:pt x="4983037" y="461640"/>
                  <a:pt x="4885027" y="403229"/>
                </a:cubicBezTo>
                <a:close/>
                <a:moveTo>
                  <a:pt x="1751186" y="386323"/>
                </a:moveTo>
                <a:lnTo>
                  <a:pt x="1721220" y="403113"/>
                </a:lnTo>
                <a:lnTo>
                  <a:pt x="1709477" y="409692"/>
                </a:lnTo>
                <a:lnTo>
                  <a:pt x="1689395" y="420010"/>
                </a:lnTo>
                <a:cubicBezTo>
                  <a:pt x="1678263" y="425730"/>
                  <a:pt x="1665540" y="432267"/>
                  <a:pt x="1651000" y="439738"/>
                </a:cubicBezTo>
                <a:cubicBezTo>
                  <a:pt x="1651000" y="439738"/>
                  <a:pt x="1651000" y="439738"/>
                  <a:pt x="1748559" y="387443"/>
                </a:cubicBezTo>
                <a:close/>
                <a:moveTo>
                  <a:pt x="1767321" y="379973"/>
                </a:moveTo>
                <a:lnTo>
                  <a:pt x="1768179" y="379973"/>
                </a:lnTo>
                <a:lnTo>
                  <a:pt x="1761530" y="383630"/>
                </a:lnTo>
                <a:cubicBezTo>
                  <a:pt x="1760538" y="384175"/>
                  <a:pt x="1760538" y="384175"/>
                  <a:pt x="1760538" y="384175"/>
                </a:cubicBezTo>
                <a:lnTo>
                  <a:pt x="1768629" y="379973"/>
                </a:lnTo>
                <a:lnTo>
                  <a:pt x="1769384" y="379973"/>
                </a:lnTo>
                <a:lnTo>
                  <a:pt x="1743924" y="393866"/>
                </a:lnTo>
                <a:cubicBezTo>
                  <a:pt x="1699219" y="418538"/>
                  <a:pt x="1644088" y="449393"/>
                  <a:pt x="1571522" y="489904"/>
                </a:cubicBezTo>
                <a:lnTo>
                  <a:pt x="1555723" y="499809"/>
                </a:lnTo>
                <a:lnTo>
                  <a:pt x="1571295" y="489006"/>
                </a:lnTo>
                <a:cubicBezTo>
                  <a:pt x="1571295" y="489006"/>
                  <a:pt x="1571295" y="489006"/>
                  <a:pt x="1635370" y="451215"/>
                </a:cubicBezTo>
                <a:cubicBezTo>
                  <a:pt x="1635370" y="451215"/>
                  <a:pt x="1635370" y="451215"/>
                  <a:pt x="1689433" y="420923"/>
                </a:cubicBezTo>
                <a:lnTo>
                  <a:pt x="1709477" y="409692"/>
                </a:lnTo>
                <a:lnTo>
                  <a:pt x="1718248" y="405186"/>
                </a:lnTo>
                <a:cubicBezTo>
                  <a:pt x="1767321" y="379973"/>
                  <a:pt x="1767321" y="379973"/>
                  <a:pt x="1767321" y="379973"/>
                </a:cubicBezTo>
                <a:close/>
                <a:moveTo>
                  <a:pt x="1770411" y="379412"/>
                </a:moveTo>
                <a:lnTo>
                  <a:pt x="1771057" y="379412"/>
                </a:lnTo>
                <a:lnTo>
                  <a:pt x="1771073" y="379412"/>
                </a:lnTo>
                <a:lnTo>
                  <a:pt x="1771073" y="379973"/>
                </a:lnTo>
                <a:lnTo>
                  <a:pt x="1769384" y="379973"/>
                </a:lnTo>
                <a:close/>
                <a:moveTo>
                  <a:pt x="1769198" y="379412"/>
                </a:moveTo>
                <a:lnTo>
                  <a:pt x="1769707" y="379412"/>
                </a:lnTo>
                <a:lnTo>
                  <a:pt x="1768629" y="379973"/>
                </a:lnTo>
                <a:lnTo>
                  <a:pt x="1768179" y="379973"/>
                </a:lnTo>
                <a:lnTo>
                  <a:pt x="1768476" y="379810"/>
                </a:lnTo>
                <a:close/>
                <a:moveTo>
                  <a:pt x="1763519" y="379412"/>
                </a:moveTo>
                <a:cubicBezTo>
                  <a:pt x="1763519" y="379412"/>
                  <a:pt x="1763519" y="379412"/>
                  <a:pt x="1767288" y="379412"/>
                </a:cubicBezTo>
                <a:lnTo>
                  <a:pt x="1767383" y="379412"/>
                </a:lnTo>
                <a:lnTo>
                  <a:pt x="1751186" y="386323"/>
                </a:lnTo>
                <a:close/>
                <a:moveTo>
                  <a:pt x="1771073" y="378703"/>
                </a:moveTo>
                <a:lnTo>
                  <a:pt x="1771073" y="379051"/>
                </a:lnTo>
                <a:lnTo>
                  <a:pt x="1770411" y="379412"/>
                </a:lnTo>
                <a:lnTo>
                  <a:pt x="1769707" y="379412"/>
                </a:lnTo>
                <a:close/>
                <a:moveTo>
                  <a:pt x="1771073" y="377839"/>
                </a:moveTo>
                <a:lnTo>
                  <a:pt x="1771073" y="378382"/>
                </a:lnTo>
                <a:lnTo>
                  <a:pt x="1769198" y="379412"/>
                </a:lnTo>
                <a:lnTo>
                  <a:pt x="1767383" y="379412"/>
                </a:lnTo>
                <a:close/>
                <a:moveTo>
                  <a:pt x="1771073" y="376238"/>
                </a:moveTo>
                <a:cubicBezTo>
                  <a:pt x="1774825" y="376238"/>
                  <a:pt x="1774825" y="376238"/>
                  <a:pt x="1774825" y="376238"/>
                </a:cubicBezTo>
                <a:lnTo>
                  <a:pt x="1771073" y="377839"/>
                </a:lnTo>
                <a:close/>
                <a:moveTo>
                  <a:pt x="1784351" y="371079"/>
                </a:moveTo>
                <a:lnTo>
                  <a:pt x="1782950" y="372534"/>
                </a:lnTo>
                <a:lnTo>
                  <a:pt x="1771073" y="378703"/>
                </a:lnTo>
                <a:lnTo>
                  <a:pt x="1771073" y="378382"/>
                </a:lnTo>
                <a:close/>
                <a:moveTo>
                  <a:pt x="1786685" y="368653"/>
                </a:moveTo>
                <a:lnTo>
                  <a:pt x="1788761" y="368653"/>
                </a:lnTo>
                <a:lnTo>
                  <a:pt x="1787327" y="369441"/>
                </a:lnTo>
                <a:lnTo>
                  <a:pt x="1784351" y="371079"/>
                </a:lnTo>
                <a:close/>
                <a:moveTo>
                  <a:pt x="1792288" y="366713"/>
                </a:moveTo>
                <a:lnTo>
                  <a:pt x="1790746" y="368316"/>
                </a:lnTo>
                <a:lnTo>
                  <a:pt x="1790127" y="368653"/>
                </a:lnTo>
                <a:lnTo>
                  <a:pt x="1788761" y="368653"/>
                </a:lnTo>
                <a:close/>
                <a:moveTo>
                  <a:pt x="1794156" y="364773"/>
                </a:moveTo>
                <a:lnTo>
                  <a:pt x="1795816" y="364773"/>
                </a:lnTo>
                <a:lnTo>
                  <a:pt x="1792288" y="366713"/>
                </a:lnTo>
                <a:close/>
                <a:moveTo>
                  <a:pt x="1808761" y="360685"/>
                </a:moveTo>
                <a:lnTo>
                  <a:pt x="1808761" y="361228"/>
                </a:lnTo>
                <a:lnTo>
                  <a:pt x="1806137" y="361228"/>
                </a:lnTo>
                <a:lnTo>
                  <a:pt x="1806479" y="361014"/>
                </a:lnTo>
                <a:close/>
                <a:moveTo>
                  <a:pt x="1809027" y="358162"/>
                </a:moveTo>
                <a:lnTo>
                  <a:pt x="1809556" y="358162"/>
                </a:lnTo>
                <a:lnTo>
                  <a:pt x="1808761" y="358580"/>
                </a:lnTo>
                <a:lnTo>
                  <a:pt x="1808761" y="358320"/>
                </a:lnTo>
                <a:close/>
                <a:moveTo>
                  <a:pt x="1871158" y="356034"/>
                </a:moveTo>
                <a:cubicBezTo>
                  <a:pt x="1846759" y="356152"/>
                  <a:pt x="1822241" y="360390"/>
                  <a:pt x="1797724" y="368865"/>
                </a:cubicBezTo>
                <a:cubicBezTo>
                  <a:pt x="1793952" y="368865"/>
                  <a:pt x="1793952" y="368865"/>
                  <a:pt x="1793952" y="368865"/>
                </a:cubicBezTo>
                <a:cubicBezTo>
                  <a:pt x="1790180" y="368865"/>
                  <a:pt x="1790180" y="368865"/>
                  <a:pt x="1790180" y="368865"/>
                </a:cubicBezTo>
                <a:cubicBezTo>
                  <a:pt x="1790180" y="372632"/>
                  <a:pt x="1790180" y="372632"/>
                  <a:pt x="1790180" y="372632"/>
                </a:cubicBezTo>
                <a:cubicBezTo>
                  <a:pt x="1786408" y="372632"/>
                  <a:pt x="1786408" y="372632"/>
                  <a:pt x="1786408" y="372632"/>
                </a:cubicBezTo>
                <a:cubicBezTo>
                  <a:pt x="1692110" y="451738"/>
                  <a:pt x="1688338" y="455505"/>
                  <a:pt x="1612900" y="557212"/>
                </a:cubicBezTo>
                <a:cubicBezTo>
                  <a:pt x="1616672" y="553446"/>
                  <a:pt x="1616672" y="553446"/>
                  <a:pt x="1616672" y="553446"/>
                </a:cubicBezTo>
                <a:cubicBezTo>
                  <a:pt x="1624216" y="553446"/>
                  <a:pt x="1624216" y="553446"/>
                  <a:pt x="1627988" y="553446"/>
                </a:cubicBezTo>
                <a:cubicBezTo>
                  <a:pt x="1627988" y="553446"/>
                  <a:pt x="1627988" y="557212"/>
                  <a:pt x="1627988" y="557212"/>
                </a:cubicBezTo>
                <a:lnTo>
                  <a:pt x="1665998" y="546025"/>
                </a:lnTo>
                <a:lnTo>
                  <a:pt x="1641081" y="555292"/>
                </a:lnTo>
                <a:cubicBezTo>
                  <a:pt x="1628286" y="560714"/>
                  <a:pt x="1623097" y="564251"/>
                  <a:pt x="1621210" y="565194"/>
                </a:cubicBezTo>
                <a:cubicBezTo>
                  <a:pt x="1613662" y="572742"/>
                  <a:pt x="1606115" y="576514"/>
                  <a:pt x="1602341" y="576514"/>
                </a:cubicBezTo>
                <a:cubicBezTo>
                  <a:pt x="1519319" y="708537"/>
                  <a:pt x="1507998" y="723625"/>
                  <a:pt x="1428750" y="874513"/>
                </a:cubicBezTo>
                <a:cubicBezTo>
                  <a:pt x="1432524" y="874513"/>
                  <a:pt x="1432524" y="874513"/>
                  <a:pt x="1432524" y="874513"/>
                </a:cubicBezTo>
                <a:cubicBezTo>
                  <a:pt x="1436298" y="874513"/>
                  <a:pt x="1436298" y="874513"/>
                  <a:pt x="1436298" y="874513"/>
                </a:cubicBezTo>
                <a:cubicBezTo>
                  <a:pt x="1440071" y="878285"/>
                  <a:pt x="1440071" y="878285"/>
                  <a:pt x="1440071" y="882057"/>
                </a:cubicBezTo>
                <a:cubicBezTo>
                  <a:pt x="1440071" y="885828"/>
                  <a:pt x="1440071" y="885828"/>
                  <a:pt x="1440071" y="885828"/>
                </a:cubicBezTo>
                <a:cubicBezTo>
                  <a:pt x="1655173" y="840563"/>
                  <a:pt x="1662721" y="840563"/>
                  <a:pt x="1866501" y="844334"/>
                </a:cubicBezTo>
                <a:cubicBezTo>
                  <a:pt x="1870275" y="840563"/>
                  <a:pt x="1874049" y="836790"/>
                  <a:pt x="1885370" y="833018"/>
                </a:cubicBezTo>
                <a:cubicBezTo>
                  <a:pt x="1979713" y="663272"/>
                  <a:pt x="2002355" y="621778"/>
                  <a:pt x="2089150" y="485979"/>
                </a:cubicBezTo>
                <a:cubicBezTo>
                  <a:pt x="2085377" y="485979"/>
                  <a:pt x="2085377" y="485979"/>
                  <a:pt x="2085377" y="485979"/>
                </a:cubicBezTo>
                <a:cubicBezTo>
                  <a:pt x="2081603" y="485979"/>
                  <a:pt x="2081603" y="485979"/>
                  <a:pt x="2081603" y="485979"/>
                </a:cubicBezTo>
                <a:cubicBezTo>
                  <a:pt x="2077829" y="482207"/>
                  <a:pt x="2077829" y="482207"/>
                  <a:pt x="2077829" y="482207"/>
                </a:cubicBezTo>
                <a:cubicBezTo>
                  <a:pt x="2077829" y="482207"/>
                  <a:pt x="2077829" y="478435"/>
                  <a:pt x="2077829" y="478435"/>
                </a:cubicBezTo>
                <a:cubicBezTo>
                  <a:pt x="2077829" y="474663"/>
                  <a:pt x="2077829" y="474663"/>
                  <a:pt x="2077829" y="474663"/>
                </a:cubicBezTo>
                <a:cubicBezTo>
                  <a:pt x="1932070" y="490223"/>
                  <a:pt x="1832479" y="506313"/>
                  <a:pt x="1764530" y="520547"/>
                </a:cubicBezTo>
                <a:lnTo>
                  <a:pt x="1706935" y="533993"/>
                </a:lnTo>
                <a:lnTo>
                  <a:pt x="1765545" y="517189"/>
                </a:lnTo>
                <a:cubicBezTo>
                  <a:pt x="1874812" y="486818"/>
                  <a:pt x="1919368" y="481874"/>
                  <a:pt x="2080616" y="470573"/>
                </a:cubicBezTo>
                <a:cubicBezTo>
                  <a:pt x="2080616" y="466806"/>
                  <a:pt x="2080616" y="466806"/>
                  <a:pt x="2080616" y="466806"/>
                </a:cubicBezTo>
                <a:cubicBezTo>
                  <a:pt x="2084388" y="466806"/>
                  <a:pt x="2084388" y="466806"/>
                  <a:pt x="2084388" y="466806"/>
                </a:cubicBezTo>
                <a:cubicBezTo>
                  <a:pt x="2084388" y="463039"/>
                  <a:pt x="2084388" y="463039"/>
                  <a:pt x="2084388" y="463039"/>
                </a:cubicBezTo>
                <a:cubicBezTo>
                  <a:pt x="2016494" y="392409"/>
                  <a:pt x="1944357" y="355681"/>
                  <a:pt x="1871158" y="356034"/>
                </a:cubicBezTo>
                <a:close/>
                <a:moveTo>
                  <a:pt x="1818591" y="353414"/>
                </a:moveTo>
                <a:lnTo>
                  <a:pt x="1817720" y="353960"/>
                </a:lnTo>
                <a:lnTo>
                  <a:pt x="1811024" y="358162"/>
                </a:lnTo>
                <a:lnTo>
                  <a:pt x="1809556" y="358162"/>
                </a:lnTo>
                <a:close/>
                <a:moveTo>
                  <a:pt x="1824038" y="349250"/>
                </a:moveTo>
                <a:cubicBezTo>
                  <a:pt x="1824038" y="349250"/>
                  <a:pt x="1824038" y="349250"/>
                  <a:pt x="1813008" y="355799"/>
                </a:cubicBezTo>
                <a:lnTo>
                  <a:pt x="1809027" y="358162"/>
                </a:lnTo>
                <a:lnTo>
                  <a:pt x="1808761" y="358162"/>
                </a:lnTo>
                <a:lnTo>
                  <a:pt x="1808761" y="358320"/>
                </a:lnTo>
                <a:lnTo>
                  <a:pt x="1804944" y="360586"/>
                </a:lnTo>
                <a:lnTo>
                  <a:pt x="1804039" y="361062"/>
                </a:lnTo>
                <a:lnTo>
                  <a:pt x="1797238" y="364773"/>
                </a:lnTo>
                <a:lnTo>
                  <a:pt x="1795816" y="364773"/>
                </a:lnTo>
                <a:close/>
                <a:moveTo>
                  <a:pt x="4756466" y="337161"/>
                </a:moveTo>
                <a:lnTo>
                  <a:pt x="4780302" y="348409"/>
                </a:lnTo>
                <a:cubicBezTo>
                  <a:pt x="4795204" y="355917"/>
                  <a:pt x="4810783" y="363969"/>
                  <a:pt x="4827938" y="372970"/>
                </a:cubicBezTo>
                <a:lnTo>
                  <a:pt x="4863146" y="391632"/>
                </a:lnTo>
                <a:lnTo>
                  <a:pt x="4833521" y="376820"/>
                </a:lnTo>
                <a:lnTo>
                  <a:pt x="4798463" y="359292"/>
                </a:lnTo>
                <a:close/>
                <a:moveTo>
                  <a:pt x="4071672" y="332326"/>
                </a:moveTo>
                <a:lnTo>
                  <a:pt x="4073194" y="333144"/>
                </a:lnTo>
                <a:lnTo>
                  <a:pt x="4075199" y="334356"/>
                </a:lnTo>
                <a:close/>
                <a:moveTo>
                  <a:pt x="1864067" y="330007"/>
                </a:moveTo>
                <a:lnTo>
                  <a:pt x="1853773" y="334925"/>
                </a:lnTo>
                <a:lnTo>
                  <a:pt x="1818591" y="353414"/>
                </a:lnTo>
                <a:lnTo>
                  <a:pt x="1835168" y="343013"/>
                </a:lnTo>
                <a:cubicBezTo>
                  <a:pt x="1835168" y="343013"/>
                  <a:pt x="1835168" y="343013"/>
                  <a:pt x="1862518" y="330704"/>
                </a:cubicBezTo>
                <a:close/>
                <a:moveTo>
                  <a:pt x="4735109" y="327616"/>
                </a:moveTo>
                <a:lnTo>
                  <a:pt x="4747343" y="333733"/>
                </a:lnTo>
                <a:cubicBezTo>
                  <a:pt x="4757228" y="338675"/>
                  <a:pt x="4772054" y="346088"/>
                  <a:pt x="4794293" y="357207"/>
                </a:cubicBezTo>
                <a:lnTo>
                  <a:pt x="4798463" y="359292"/>
                </a:lnTo>
                <a:lnTo>
                  <a:pt x="4843982" y="383279"/>
                </a:lnTo>
                <a:cubicBezTo>
                  <a:pt x="4881122" y="405050"/>
                  <a:pt x="4917732" y="428533"/>
                  <a:pt x="4954225" y="453313"/>
                </a:cubicBezTo>
                <a:lnTo>
                  <a:pt x="4960818" y="457998"/>
                </a:lnTo>
                <a:lnTo>
                  <a:pt x="4925663" y="436357"/>
                </a:lnTo>
                <a:cubicBezTo>
                  <a:pt x="4894525" y="417752"/>
                  <a:pt x="4859121" y="397587"/>
                  <a:pt x="4813039" y="371569"/>
                </a:cubicBezTo>
                <a:close/>
                <a:moveTo>
                  <a:pt x="4730548" y="325336"/>
                </a:moveTo>
                <a:lnTo>
                  <a:pt x="4735106" y="327615"/>
                </a:lnTo>
                <a:lnTo>
                  <a:pt x="4735109" y="327616"/>
                </a:lnTo>
                <a:close/>
                <a:moveTo>
                  <a:pt x="4727575" y="323849"/>
                </a:moveTo>
                <a:lnTo>
                  <a:pt x="4730548" y="325336"/>
                </a:lnTo>
                <a:lnTo>
                  <a:pt x="4730046" y="325085"/>
                </a:lnTo>
                <a:cubicBezTo>
                  <a:pt x="4727575" y="323849"/>
                  <a:pt x="4727575" y="323849"/>
                  <a:pt x="4727575" y="323849"/>
                </a:cubicBezTo>
                <a:close/>
                <a:moveTo>
                  <a:pt x="4720207" y="320050"/>
                </a:moveTo>
                <a:lnTo>
                  <a:pt x="4730562" y="323510"/>
                </a:lnTo>
                <a:lnTo>
                  <a:pt x="4756466" y="337161"/>
                </a:lnTo>
                <a:close/>
                <a:moveTo>
                  <a:pt x="1924211" y="314332"/>
                </a:moveTo>
                <a:lnTo>
                  <a:pt x="1885717" y="330155"/>
                </a:lnTo>
                <a:lnTo>
                  <a:pt x="1816425" y="359582"/>
                </a:lnTo>
                <a:lnTo>
                  <a:pt x="1808761" y="360685"/>
                </a:lnTo>
                <a:lnTo>
                  <a:pt x="1808761" y="359582"/>
                </a:lnTo>
                <a:lnTo>
                  <a:pt x="1811024" y="358162"/>
                </a:lnTo>
                <a:lnTo>
                  <a:pt x="1812533" y="358162"/>
                </a:lnTo>
                <a:cubicBezTo>
                  <a:pt x="1816306" y="358162"/>
                  <a:pt x="1816306" y="358162"/>
                  <a:pt x="1816306" y="358162"/>
                </a:cubicBezTo>
                <a:cubicBezTo>
                  <a:pt x="1859689" y="340172"/>
                  <a:pt x="1892226" y="326680"/>
                  <a:pt x="1921757" y="315200"/>
                </a:cubicBezTo>
                <a:close/>
                <a:moveTo>
                  <a:pt x="4679510" y="301397"/>
                </a:moveTo>
                <a:lnTo>
                  <a:pt x="4685507" y="301397"/>
                </a:lnTo>
                <a:cubicBezTo>
                  <a:pt x="4685507" y="301397"/>
                  <a:pt x="4685507" y="301397"/>
                  <a:pt x="4696818" y="308957"/>
                </a:cubicBezTo>
                <a:lnTo>
                  <a:pt x="4696924" y="309063"/>
                </a:lnTo>
                <a:lnTo>
                  <a:pt x="4691834" y="306661"/>
                </a:lnTo>
                <a:close/>
                <a:moveTo>
                  <a:pt x="4623755" y="277881"/>
                </a:moveTo>
                <a:lnTo>
                  <a:pt x="4640222" y="284617"/>
                </a:lnTo>
                <a:lnTo>
                  <a:pt x="4679510" y="301397"/>
                </a:lnTo>
                <a:lnTo>
                  <a:pt x="4678909" y="301397"/>
                </a:lnTo>
                <a:cubicBezTo>
                  <a:pt x="4677966" y="301397"/>
                  <a:pt x="4677966" y="301397"/>
                  <a:pt x="4677966" y="301397"/>
                </a:cubicBezTo>
                <a:close/>
                <a:moveTo>
                  <a:pt x="2039502" y="251054"/>
                </a:moveTo>
                <a:lnTo>
                  <a:pt x="1981748" y="277046"/>
                </a:lnTo>
                <a:cubicBezTo>
                  <a:pt x="1939868" y="295893"/>
                  <a:pt x="1909954" y="309356"/>
                  <a:pt x="1888586" y="318972"/>
                </a:cubicBezTo>
                <a:lnTo>
                  <a:pt x="1864067" y="330007"/>
                </a:lnTo>
                <a:lnTo>
                  <a:pt x="1943125" y="292235"/>
                </a:lnTo>
                <a:cubicBezTo>
                  <a:pt x="1958646" y="285316"/>
                  <a:pt x="1975064" y="278206"/>
                  <a:pt x="1993257" y="270470"/>
                </a:cubicBezTo>
                <a:close/>
                <a:moveTo>
                  <a:pt x="2170597" y="238443"/>
                </a:moveTo>
                <a:lnTo>
                  <a:pt x="2125587" y="250579"/>
                </a:lnTo>
                <a:cubicBezTo>
                  <a:pt x="2076722" y="263953"/>
                  <a:pt x="2040531" y="274368"/>
                  <a:pt x="2009172" y="284310"/>
                </a:cubicBezTo>
                <a:lnTo>
                  <a:pt x="1924211" y="314332"/>
                </a:lnTo>
                <a:lnTo>
                  <a:pt x="1937678" y="308797"/>
                </a:lnTo>
                <a:cubicBezTo>
                  <a:pt x="2017035" y="277035"/>
                  <a:pt x="2065150" y="262807"/>
                  <a:pt x="2156816" y="241565"/>
                </a:cubicBezTo>
                <a:close/>
                <a:moveTo>
                  <a:pt x="2176804" y="200583"/>
                </a:moveTo>
                <a:lnTo>
                  <a:pt x="2158326" y="207231"/>
                </a:lnTo>
                <a:cubicBezTo>
                  <a:pt x="2127602" y="218337"/>
                  <a:pt x="2093145" y="230820"/>
                  <a:pt x="2054035" y="244952"/>
                </a:cubicBezTo>
                <a:lnTo>
                  <a:pt x="2039502" y="251054"/>
                </a:lnTo>
                <a:lnTo>
                  <a:pt x="2053970" y="244543"/>
                </a:lnTo>
                <a:cubicBezTo>
                  <a:pt x="2086979" y="232234"/>
                  <a:pt x="2123053" y="219215"/>
                  <a:pt x="2160777" y="206019"/>
                </a:cubicBezTo>
                <a:close/>
                <a:moveTo>
                  <a:pt x="2496681" y="192912"/>
                </a:moveTo>
                <a:lnTo>
                  <a:pt x="2491931" y="193111"/>
                </a:lnTo>
                <a:cubicBezTo>
                  <a:pt x="2471688" y="194230"/>
                  <a:pt x="2449779" y="195673"/>
                  <a:pt x="2425389" y="197426"/>
                </a:cubicBezTo>
                <a:lnTo>
                  <a:pt x="2358583" y="202488"/>
                </a:lnTo>
                <a:lnTo>
                  <a:pt x="2380045" y="198624"/>
                </a:lnTo>
                <a:cubicBezTo>
                  <a:pt x="2398815" y="196125"/>
                  <a:pt x="2425958" y="193858"/>
                  <a:pt x="2464961" y="193083"/>
                </a:cubicBezTo>
                <a:close/>
                <a:moveTo>
                  <a:pt x="4308475" y="153987"/>
                </a:moveTo>
                <a:cubicBezTo>
                  <a:pt x="4308475" y="153987"/>
                  <a:pt x="4308475" y="153987"/>
                  <a:pt x="4391422" y="184225"/>
                </a:cubicBezTo>
                <a:cubicBezTo>
                  <a:pt x="4456460" y="206904"/>
                  <a:pt x="4536344" y="240213"/>
                  <a:pt x="4608804" y="271396"/>
                </a:cubicBezTo>
                <a:lnTo>
                  <a:pt x="4623755" y="277881"/>
                </a:lnTo>
                <a:lnTo>
                  <a:pt x="4576507" y="258554"/>
                </a:lnTo>
                <a:cubicBezTo>
                  <a:pt x="4528797" y="239299"/>
                  <a:pt x="4469426" y="215746"/>
                  <a:pt x="4391206" y="184656"/>
                </a:cubicBezTo>
                <a:cubicBezTo>
                  <a:pt x="4368588" y="176648"/>
                  <a:pt x="4348680" y="169641"/>
                  <a:pt x="4330494" y="163370"/>
                </a:cubicBezTo>
                <a:lnTo>
                  <a:pt x="4326880" y="162160"/>
                </a:lnTo>
                <a:close/>
                <a:moveTo>
                  <a:pt x="4125510" y="105092"/>
                </a:moveTo>
                <a:lnTo>
                  <a:pt x="4131822" y="106490"/>
                </a:lnTo>
                <a:cubicBezTo>
                  <a:pt x="4192387" y="120357"/>
                  <a:pt x="4232940" y="131309"/>
                  <a:pt x="4280119" y="146500"/>
                </a:cubicBezTo>
                <a:lnTo>
                  <a:pt x="4326880" y="162160"/>
                </a:lnTo>
                <a:lnTo>
                  <a:pt x="4356487" y="175307"/>
                </a:lnTo>
                <a:cubicBezTo>
                  <a:pt x="4404382" y="200998"/>
                  <a:pt x="4451747" y="239976"/>
                  <a:pt x="4496991" y="293838"/>
                </a:cubicBezTo>
                <a:cubicBezTo>
                  <a:pt x="4500761" y="293838"/>
                  <a:pt x="4500761" y="297618"/>
                  <a:pt x="4500761" y="297618"/>
                </a:cubicBezTo>
                <a:cubicBezTo>
                  <a:pt x="4504532" y="297618"/>
                  <a:pt x="4504532" y="297618"/>
                  <a:pt x="4504532" y="297618"/>
                </a:cubicBezTo>
                <a:cubicBezTo>
                  <a:pt x="4508302" y="301397"/>
                  <a:pt x="4508302" y="301397"/>
                  <a:pt x="4508302" y="301397"/>
                </a:cubicBezTo>
                <a:cubicBezTo>
                  <a:pt x="4512072" y="301397"/>
                  <a:pt x="4512072" y="301397"/>
                  <a:pt x="4512072" y="301397"/>
                </a:cubicBezTo>
                <a:cubicBezTo>
                  <a:pt x="4606330" y="286278"/>
                  <a:pt x="4617641" y="286278"/>
                  <a:pt x="4700588" y="312737"/>
                </a:cubicBezTo>
                <a:lnTo>
                  <a:pt x="4696924" y="309063"/>
                </a:lnTo>
                <a:lnTo>
                  <a:pt x="4720207" y="320050"/>
                </a:lnTo>
                <a:lnTo>
                  <a:pt x="4707960" y="315958"/>
                </a:lnTo>
                <a:cubicBezTo>
                  <a:pt x="4664641" y="304630"/>
                  <a:pt x="4639214" y="297078"/>
                  <a:pt x="4613787" y="294718"/>
                </a:cubicBezTo>
                <a:cubicBezTo>
                  <a:pt x="4588360" y="292358"/>
                  <a:pt x="4562933" y="295190"/>
                  <a:pt x="4519613" y="304630"/>
                </a:cubicBezTo>
                <a:cubicBezTo>
                  <a:pt x="4519613" y="308406"/>
                  <a:pt x="4519613" y="308406"/>
                  <a:pt x="4519613" y="308406"/>
                </a:cubicBezTo>
                <a:cubicBezTo>
                  <a:pt x="4523380" y="308406"/>
                  <a:pt x="4523380" y="308406"/>
                  <a:pt x="4523380" y="308406"/>
                </a:cubicBezTo>
                <a:cubicBezTo>
                  <a:pt x="4527147" y="312182"/>
                  <a:pt x="4527147" y="312182"/>
                  <a:pt x="4527147" y="312182"/>
                </a:cubicBezTo>
                <a:cubicBezTo>
                  <a:pt x="4530914" y="315958"/>
                  <a:pt x="4530914" y="315958"/>
                  <a:pt x="4530914" y="319734"/>
                </a:cubicBezTo>
                <a:cubicBezTo>
                  <a:pt x="4583651" y="353719"/>
                  <a:pt x="4655223" y="395256"/>
                  <a:pt x="4704194" y="433017"/>
                </a:cubicBezTo>
                <a:lnTo>
                  <a:pt x="4794060" y="505638"/>
                </a:lnTo>
                <a:lnTo>
                  <a:pt x="4774883" y="490905"/>
                </a:lnTo>
                <a:cubicBezTo>
                  <a:pt x="4711624" y="444447"/>
                  <a:pt x="4630577" y="389097"/>
                  <a:pt x="4526912" y="324091"/>
                </a:cubicBezTo>
                <a:lnTo>
                  <a:pt x="4525670" y="324091"/>
                </a:lnTo>
                <a:lnTo>
                  <a:pt x="4523142" y="320322"/>
                </a:lnTo>
                <a:cubicBezTo>
                  <a:pt x="4523142" y="320322"/>
                  <a:pt x="4523142" y="320322"/>
                  <a:pt x="4523142" y="324091"/>
                </a:cubicBezTo>
                <a:lnTo>
                  <a:pt x="4525670" y="324091"/>
                </a:lnTo>
                <a:lnTo>
                  <a:pt x="4573973" y="396104"/>
                </a:lnTo>
                <a:cubicBezTo>
                  <a:pt x="4612008" y="456915"/>
                  <a:pt x="4649745" y="526969"/>
                  <a:pt x="4686513" y="608275"/>
                </a:cubicBezTo>
                <a:lnTo>
                  <a:pt x="4722922" y="693379"/>
                </a:lnTo>
                <a:lnTo>
                  <a:pt x="4715964" y="689902"/>
                </a:lnTo>
                <a:lnTo>
                  <a:pt x="4715973" y="689926"/>
                </a:lnTo>
                <a:lnTo>
                  <a:pt x="4715394" y="689637"/>
                </a:lnTo>
                <a:cubicBezTo>
                  <a:pt x="4651310" y="535126"/>
                  <a:pt x="4583457" y="410766"/>
                  <a:pt x="4511834" y="320322"/>
                </a:cubicBezTo>
                <a:cubicBezTo>
                  <a:pt x="4504294" y="316553"/>
                  <a:pt x="4504294" y="316553"/>
                  <a:pt x="4504294" y="316553"/>
                </a:cubicBezTo>
                <a:cubicBezTo>
                  <a:pt x="4496755" y="312785"/>
                  <a:pt x="4496755" y="312785"/>
                  <a:pt x="4496755" y="312785"/>
                </a:cubicBezTo>
                <a:cubicBezTo>
                  <a:pt x="4402514" y="358007"/>
                  <a:pt x="4383666" y="365544"/>
                  <a:pt x="4285656" y="444682"/>
                </a:cubicBezTo>
                <a:cubicBezTo>
                  <a:pt x="4304504" y="463525"/>
                  <a:pt x="4304504" y="463525"/>
                  <a:pt x="4523142" y="644414"/>
                </a:cubicBezTo>
                <a:cubicBezTo>
                  <a:pt x="4519373" y="644414"/>
                  <a:pt x="4515603" y="644414"/>
                  <a:pt x="4511834" y="640646"/>
                </a:cubicBezTo>
                <a:cubicBezTo>
                  <a:pt x="4443980" y="591657"/>
                  <a:pt x="4361048" y="523821"/>
                  <a:pt x="4296965" y="478599"/>
                </a:cubicBezTo>
                <a:cubicBezTo>
                  <a:pt x="4289426" y="478599"/>
                  <a:pt x="4281886" y="478599"/>
                  <a:pt x="4274347" y="474830"/>
                </a:cubicBezTo>
                <a:cubicBezTo>
                  <a:pt x="4240420" y="508746"/>
                  <a:pt x="4195185" y="553968"/>
                  <a:pt x="4165028" y="591657"/>
                </a:cubicBezTo>
                <a:cubicBezTo>
                  <a:pt x="4157488" y="591657"/>
                  <a:pt x="4153719" y="591657"/>
                  <a:pt x="4149949" y="587888"/>
                </a:cubicBezTo>
                <a:cubicBezTo>
                  <a:pt x="4183876" y="553968"/>
                  <a:pt x="4229112" y="504979"/>
                  <a:pt x="4263038" y="471062"/>
                </a:cubicBezTo>
                <a:cubicBezTo>
                  <a:pt x="4234766" y="439972"/>
                  <a:pt x="4194007" y="408411"/>
                  <a:pt x="4147181" y="377909"/>
                </a:cubicBezTo>
                <a:lnTo>
                  <a:pt x="4075199" y="334356"/>
                </a:lnTo>
                <a:lnTo>
                  <a:pt x="4102143" y="349867"/>
                </a:lnTo>
                <a:cubicBezTo>
                  <a:pt x="4158772" y="383274"/>
                  <a:pt x="4216345" y="415270"/>
                  <a:pt x="4278636" y="439737"/>
                </a:cubicBezTo>
                <a:cubicBezTo>
                  <a:pt x="4391894" y="345632"/>
                  <a:pt x="4399444" y="341868"/>
                  <a:pt x="4486275" y="307991"/>
                </a:cubicBezTo>
                <a:cubicBezTo>
                  <a:pt x="4486275" y="304226"/>
                  <a:pt x="4486275" y="304226"/>
                  <a:pt x="4486275" y="304226"/>
                </a:cubicBezTo>
                <a:cubicBezTo>
                  <a:pt x="4482500" y="300462"/>
                  <a:pt x="4482500" y="300462"/>
                  <a:pt x="4482500" y="300462"/>
                </a:cubicBezTo>
                <a:cubicBezTo>
                  <a:pt x="4478724" y="296698"/>
                  <a:pt x="4478724" y="296698"/>
                  <a:pt x="4478724" y="296698"/>
                </a:cubicBezTo>
                <a:cubicBezTo>
                  <a:pt x="4478724" y="296698"/>
                  <a:pt x="4474949" y="292934"/>
                  <a:pt x="4474949" y="292934"/>
                </a:cubicBezTo>
                <a:cubicBezTo>
                  <a:pt x="4347534" y="226590"/>
                  <a:pt x="4250912" y="180362"/>
                  <a:pt x="4177516" y="148293"/>
                </a:cubicBezTo>
                <a:lnTo>
                  <a:pt x="4154041" y="138478"/>
                </a:lnTo>
                <a:lnTo>
                  <a:pt x="4191838" y="152007"/>
                </a:lnTo>
                <a:cubicBezTo>
                  <a:pt x="4279600" y="184857"/>
                  <a:pt x="4337125" y="214581"/>
                  <a:pt x="4478724" y="289920"/>
                </a:cubicBezTo>
                <a:cubicBezTo>
                  <a:pt x="4482500" y="289920"/>
                  <a:pt x="4482500" y="289920"/>
                  <a:pt x="4482500" y="289920"/>
                </a:cubicBezTo>
                <a:cubicBezTo>
                  <a:pt x="4482500" y="289920"/>
                  <a:pt x="4486276" y="289920"/>
                  <a:pt x="4486276" y="293687"/>
                </a:cubicBezTo>
                <a:cubicBezTo>
                  <a:pt x="4425860" y="222115"/>
                  <a:pt x="4361668" y="173144"/>
                  <a:pt x="4297477" y="154310"/>
                </a:cubicBezTo>
                <a:cubicBezTo>
                  <a:pt x="4255941" y="143009"/>
                  <a:pt x="4208741" y="128883"/>
                  <a:pt x="4161541" y="115228"/>
                </a:cubicBezTo>
                <a:close/>
                <a:moveTo>
                  <a:pt x="2498933" y="99075"/>
                </a:moveTo>
                <a:lnTo>
                  <a:pt x="2395612" y="128971"/>
                </a:lnTo>
                <a:cubicBezTo>
                  <a:pt x="2356944" y="140747"/>
                  <a:pt x="2317098" y="153411"/>
                  <a:pt x="2277487" y="166430"/>
                </a:cubicBezTo>
                <a:lnTo>
                  <a:pt x="2176804" y="200583"/>
                </a:lnTo>
                <a:lnTo>
                  <a:pt x="2240219" y="177767"/>
                </a:lnTo>
                <a:cubicBezTo>
                  <a:pt x="2336934" y="143262"/>
                  <a:pt x="2388649" y="126421"/>
                  <a:pt x="2454264" y="109816"/>
                </a:cubicBezTo>
                <a:close/>
                <a:moveTo>
                  <a:pt x="2506663" y="96838"/>
                </a:moveTo>
                <a:lnTo>
                  <a:pt x="2502198" y="98290"/>
                </a:lnTo>
                <a:lnTo>
                  <a:pt x="2498933" y="99075"/>
                </a:lnTo>
                <a:close/>
                <a:moveTo>
                  <a:pt x="2554703" y="86442"/>
                </a:moveTo>
                <a:lnTo>
                  <a:pt x="2533314" y="91237"/>
                </a:lnTo>
                <a:lnTo>
                  <a:pt x="2533951" y="91077"/>
                </a:lnTo>
                <a:cubicBezTo>
                  <a:pt x="2538194" y="90017"/>
                  <a:pt x="2543851" y="88603"/>
                  <a:pt x="2551395" y="86718"/>
                </a:cubicBezTo>
                <a:close/>
                <a:moveTo>
                  <a:pt x="2573635" y="81787"/>
                </a:moveTo>
                <a:lnTo>
                  <a:pt x="2571354" y="82409"/>
                </a:lnTo>
                <a:cubicBezTo>
                  <a:pt x="2563813" y="82409"/>
                  <a:pt x="2563813" y="82409"/>
                  <a:pt x="2563813" y="82409"/>
                </a:cubicBezTo>
                <a:close/>
                <a:moveTo>
                  <a:pt x="3979233" y="79864"/>
                </a:moveTo>
                <a:lnTo>
                  <a:pt x="3989874" y="81420"/>
                </a:lnTo>
                <a:cubicBezTo>
                  <a:pt x="4014782" y="86317"/>
                  <a:pt x="4052829" y="97433"/>
                  <a:pt x="4111582" y="120724"/>
                </a:cubicBezTo>
                <a:lnTo>
                  <a:pt x="4154041" y="138478"/>
                </a:lnTo>
                <a:lnTo>
                  <a:pt x="4134637" y="131532"/>
                </a:lnTo>
                <a:cubicBezTo>
                  <a:pt x="4113752" y="124322"/>
                  <a:pt x="4090742" y="116597"/>
                  <a:pt x="4064693" y="107966"/>
                </a:cubicBezTo>
                <a:close/>
                <a:moveTo>
                  <a:pt x="4005624" y="77527"/>
                </a:moveTo>
                <a:lnTo>
                  <a:pt x="4025606" y="78971"/>
                </a:lnTo>
                <a:cubicBezTo>
                  <a:pt x="4046374" y="83680"/>
                  <a:pt x="4068558" y="89330"/>
                  <a:pt x="4091449" y="95510"/>
                </a:cubicBezTo>
                <a:lnTo>
                  <a:pt x="4125510" y="105092"/>
                </a:lnTo>
                <a:lnTo>
                  <a:pt x="4063601" y="91386"/>
                </a:lnTo>
                <a:lnTo>
                  <a:pt x="3998819" y="77586"/>
                </a:lnTo>
                <a:lnTo>
                  <a:pt x="4002687" y="78019"/>
                </a:lnTo>
                <a:cubicBezTo>
                  <a:pt x="4014788" y="79375"/>
                  <a:pt x="4014788" y="79375"/>
                  <a:pt x="4014788" y="79375"/>
                </a:cubicBezTo>
                <a:close/>
                <a:moveTo>
                  <a:pt x="3957638" y="71437"/>
                </a:moveTo>
                <a:cubicBezTo>
                  <a:pt x="3968966" y="73321"/>
                  <a:pt x="3981238" y="75204"/>
                  <a:pt x="3993038" y="76617"/>
                </a:cubicBezTo>
                <a:lnTo>
                  <a:pt x="3994906" y="76752"/>
                </a:lnTo>
                <a:lnTo>
                  <a:pt x="3998819" y="77586"/>
                </a:lnTo>
                <a:lnTo>
                  <a:pt x="3986105" y="76161"/>
                </a:lnTo>
                <a:lnTo>
                  <a:pt x="3965504" y="73852"/>
                </a:lnTo>
                <a:close/>
                <a:moveTo>
                  <a:pt x="3313739" y="58729"/>
                </a:moveTo>
                <a:lnTo>
                  <a:pt x="3346938" y="63701"/>
                </a:lnTo>
                <a:lnTo>
                  <a:pt x="3354455" y="65130"/>
                </a:lnTo>
                <a:close/>
                <a:moveTo>
                  <a:pt x="3312244" y="58505"/>
                </a:moveTo>
                <a:lnTo>
                  <a:pt x="3312654" y="58558"/>
                </a:lnTo>
                <a:lnTo>
                  <a:pt x="3313739" y="58729"/>
                </a:lnTo>
                <a:close/>
                <a:moveTo>
                  <a:pt x="2746442" y="50705"/>
                </a:moveTo>
                <a:lnTo>
                  <a:pt x="2674272" y="63579"/>
                </a:lnTo>
                <a:lnTo>
                  <a:pt x="2577968" y="81511"/>
                </a:lnTo>
                <a:lnTo>
                  <a:pt x="2573635" y="81787"/>
                </a:lnTo>
                <a:lnTo>
                  <a:pt x="2576538" y="80994"/>
                </a:lnTo>
                <a:cubicBezTo>
                  <a:pt x="2581722" y="79578"/>
                  <a:pt x="2592091" y="76747"/>
                  <a:pt x="2612827" y="71085"/>
                </a:cubicBezTo>
                <a:lnTo>
                  <a:pt x="2657738" y="62805"/>
                </a:lnTo>
                <a:lnTo>
                  <a:pt x="2690891" y="58095"/>
                </a:lnTo>
                <a:close/>
                <a:moveTo>
                  <a:pt x="3857927" y="48028"/>
                </a:moveTo>
                <a:lnTo>
                  <a:pt x="3863702" y="48895"/>
                </a:lnTo>
                <a:cubicBezTo>
                  <a:pt x="3863702" y="48895"/>
                  <a:pt x="3863702" y="48895"/>
                  <a:pt x="3964918" y="69315"/>
                </a:cubicBezTo>
                <a:lnTo>
                  <a:pt x="4005624" y="77527"/>
                </a:lnTo>
                <a:lnTo>
                  <a:pt x="3994906" y="76752"/>
                </a:lnTo>
                <a:lnTo>
                  <a:pt x="3976119" y="72750"/>
                </a:lnTo>
                <a:cubicBezTo>
                  <a:pt x="3943091" y="65772"/>
                  <a:pt x="3905865" y="57941"/>
                  <a:pt x="3863457" y="48991"/>
                </a:cubicBezTo>
                <a:close/>
                <a:moveTo>
                  <a:pt x="3147821" y="37391"/>
                </a:moveTo>
                <a:lnTo>
                  <a:pt x="3223756" y="46637"/>
                </a:lnTo>
                <a:cubicBezTo>
                  <a:pt x="3248419" y="49687"/>
                  <a:pt x="3270358" y="52487"/>
                  <a:pt x="3290560" y="55257"/>
                </a:cubicBezTo>
                <a:lnTo>
                  <a:pt x="3312244" y="58505"/>
                </a:lnTo>
                <a:lnTo>
                  <a:pt x="3239674" y="49059"/>
                </a:lnTo>
                <a:cubicBezTo>
                  <a:pt x="3212528" y="45657"/>
                  <a:pt x="3182237" y="41945"/>
                  <a:pt x="3147821" y="37704"/>
                </a:cubicBezTo>
                <a:close/>
                <a:moveTo>
                  <a:pt x="3755004" y="34208"/>
                </a:moveTo>
                <a:lnTo>
                  <a:pt x="3793489" y="40558"/>
                </a:lnTo>
                <a:cubicBezTo>
                  <a:pt x="3815631" y="44580"/>
                  <a:pt x="3837772" y="48957"/>
                  <a:pt x="3859090" y="53512"/>
                </a:cubicBezTo>
                <a:lnTo>
                  <a:pt x="3897515" y="62393"/>
                </a:lnTo>
                <a:lnTo>
                  <a:pt x="3866770" y="55980"/>
                </a:lnTo>
                <a:cubicBezTo>
                  <a:pt x="3846704" y="51872"/>
                  <a:pt x="3825930" y="47705"/>
                  <a:pt x="3805156" y="43657"/>
                </a:cubicBezTo>
                <a:close/>
                <a:moveTo>
                  <a:pt x="2998922" y="33453"/>
                </a:moveTo>
                <a:lnTo>
                  <a:pt x="2928497" y="36464"/>
                </a:lnTo>
                <a:cubicBezTo>
                  <a:pt x="2848483" y="40154"/>
                  <a:pt x="2805198" y="43436"/>
                  <a:pt x="2750786" y="50127"/>
                </a:cubicBezTo>
                <a:lnTo>
                  <a:pt x="2746442" y="50705"/>
                </a:lnTo>
                <a:lnTo>
                  <a:pt x="2763315" y="47695"/>
                </a:lnTo>
                <a:lnTo>
                  <a:pt x="2812420" y="39792"/>
                </a:lnTo>
                <a:lnTo>
                  <a:pt x="2868208" y="35869"/>
                </a:lnTo>
                <a:cubicBezTo>
                  <a:pt x="2889057" y="34896"/>
                  <a:pt x="2911411" y="34296"/>
                  <a:pt x="2936780" y="33928"/>
                </a:cubicBezTo>
                <a:close/>
                <a:moveTo>
                  <a:pt x="3513600" y="9026"/>
                </a:moveTo>
                <a:lnTo>
                  <a:pt x="3518360" y="9245"/>
                </a:lnTo>
                <a:cubicBezTo>
                  <a:pt x="3652211" y="15869"/>
                  <a:pt x="3702497" y="21389"/>
                  <a:pt x="3798983" y="37766"/>
                </a:cubicBezTo>
                <a:lnTo>
                  <a:pt x="3857927" y="48028"/>
                </a:lnTo>
                <a:lnTo>
                  <a:pt x="3805104" y="40092"/>
                </a:lnTo>
                <a:cubicBezTo>
                  <a:pt x="3686175" y="22226"/>
                  <a:pt x="3686175" y="22226"/>
                  <a:pt x="3686175" y="22226"/>
                </a:cubicBezTo>
                <a:cubicBezTo>
                  <a:pt x="3704117" y="25083"/>
                  <a:pt x="3723474" y="28417"/>
                  <a:pt x="3743541" y="32048"/>
                </a:cubicBezTo>
                <a:lnTo>
                  <a:pt x="3755004" y="34208"/>
                </a:lnTo>
                <a:lnTo>
                  <a:pt x="3727888" y="29734"/>
                </a:lnTo>
                <a:cubicBezTo>
                  <a:pt x="3706571" y="26599"/>
                  <a:pt x="3686078" y="23996"/>
                  <a:pt x="3667234" y="22104"/>
                </a:cubicBezTo>
                <a:cubicBezTo>
                  <a:pt x="3611644" y="17372"/>
                  <a:pt x="3569952" y="13823"/>
                  <a:pt x="3538683" y="11161"/>
                </a:cubicBezTo>
                <a:close/>
                <a:moveTo>
                  <a:pt x="3444875" y="3176"/>
                </a:moveTo>
                <a:cubicBezTo>
                  <a:pt x="3444875" y="3176"/>
                  <a:pt x="3444875" y="3176"/>
                  <a:pt x="3499162" y="7797"/>
                </a:cubicBezTo>
                <a:lnTo>
                  <a:pt x="3513600" y="9026"/>
                </a:lnTo>
                <a:lnTo>
                  <a:pt x="3465894" y="6832"/>
                </a:lnTo>
                <a:close/>
                <a:moveTo>
                  <a:pt x="3262038" y="1753"/>
                </a:moveTo>
                <a:lnTo>
                  <a:pt x="3200624" y="12254"/>
                </a:lnTo>
                <a:cubicBezTo>
                  <a:pt x="3175166" y="16967"/>
                  <a:pt x="3149707" y="22623"/>
                  <a:pt x="3128963" y="30163"/>
                </a:cubicBezTo>
                <a:cubicBezTo>
                  <a:pt x="3144050" y="30163"/>
                  <a:pt x="3144050" y="30163"/>
                  <a:pt x="3147821" y="33934"/>
                </a:cubicBezTo>
                <a:lnTo>
                  <a:pt x="3147821" y="37391"/>
                </a:lnTo>
                <a:lnTo>
                  <a:pt x="3140609" y="36513"/>
                </a:lnTo>
                <a:cubicBezTo>
                  <a:pt x="3140609" y="36513"/>
                  <a:pt x="3136840" y="36513"/>
                  <a:pt x="3136840" y="36513"/>
                </a:cubicBezTo>
                <a:cubicBezTo>
                  <a:pt x="3129301" y="40286"/>
                  <a:pt x="3125532" y="40286"/>
                  <a:pt x="3117993" y="40286"/>
                </a:cubicBezTo>
                <a:cubicBezTo>
                  <a:pt x="3001143" y="108189"/>
                  <a:pt x="2993604" y="111962"/>
                  <a:pt x="2895600" y="206272"/>
                </a:cubicBezTo>
                <a:cubicBezTo>
                  <a:pt x="2899370" y="206272"/>
                  <a:pt x="2899370" y="206272"/>
                  <a:pt x="2899370" y="206272"/>
                </a:cubicBezTo>
                <a:cubicBezTo>
                  <a:pt x="2903139" y="210045"/>
                  <a:pt x="2903139" y="210045"/>
                  <a:pt x="2903139" y="210045"/>
                </a:cubicBezTo>
                <a:cubicBezTo>
                  <a:pt x="2906908" y="213817"/>
                  <a:pt x="2906908" y="213817"/>
                  <a:pt x="2906908" y="221362"/>
                </a:cubicBezTo>
                <a:cubicBezTo>
                  <a:pt x="3174534" y="285493"/>
                  <a:pt x="3185842" y="285493"/>
                  <a:pt x="3427082" y="387349"/>
                </a:cubicBezTo>
                <a:cubicBezTo>
                  <a:pt x="3427082" y="387349"/>
                  <a:pt x="3430851" y="387349"/>
                  <a:pt x="3430851" y="387349"/>
                </a:cubicBezTo>
                <a:cubicBezTo>
                  <a:pt x="3438390" y="383577"/>
                  <a:pt x="3442159" y="383577"/>
                  <a:pt x="3453467" y="387349"/>
                </a:cubicBezTo>
                <a:cubicBezTo>
                  <a:pt x="3577857" y="251542"/>
                  <a:pt x="3585396" y="243996"/>
                  <a:pt x="3690938" y="164775"/>
                </a:cubicBezTo>
                <a:cubicBezTo>
                  <a:pt x="3687169" y="164775"/>
                  <a:pt x="3687169" y="164775"/>
                  <a:pt x="3687169" y="164775"/>
                </a:cubicBezTo>
                <a:cubicBezTo>
                  <a:pt x="3683399" y="161003"/>
                  <a:pt x="3683399" y="161003"/>
                  <a:pt x="3683399" y="161003"/>
                </a:cubicBezTo>
                <a:cubicBezTo>
                  <a:pt x="3679630" y="161003"/>
                  <a:pt x="3679630" y="161003"/>
                  <a:pt x="3679630" y="161003"/>
                </a:cubicBezTo>
                <a:cubicBezTo>
                  <a:pt x="3679630" y="157231"/>
                  <a:pt x="3679630" y="153458"/>
                  <a:pt x="3679630" y="153458"/>
                </a:cubicBezTo>
                <a:cubicBezTo>
                  <a:pt x="3679630" y="149686"/>
                  <a:pt x="3679630" y="149686"/>
                  <a:pt x="3679630" y="149686"/>
                </a:cubicBezTo>
                <a:cubicBezTo>
                  <a:pt x="3548880" y="110783"/>
                  <a:pt x="3476934" y="90115"/>
                  <a:pt x="3411769" y="76027"/>
                </a:cubicBezTo>
                <a:lnTo>
                  <a:pt x="3354455" y="65130"/>
                </a:lnTo>
                <a:lnTo>
                  <a:pt x="3399596" y="72228"/>
                </a:lnTo>
                <a:cubicBezTo>
                  <a:pt x="3478532" y="86791"/>
                  <a:pt x="3543372" y="106276"/>
                  <a:pt x="3683395" y="150812"/>
                </a:cubicBezTo>
                <a:cubicBezTo>
                  <a:pt x="3687166" y="147042"/>
                  <a:pt x="3687166" y="147042"/>
                  <a:pt x="3687166" y="147042"/>
                </a:cubicBezTo>
                <a:cubicBezTo>
                  <a:pt x="3690938" y="147042"/>
                  <a:pt x="3690938" y="147042"/>
                  <a:pt x="3690938" y="147042"/>
                </a:cubicBezTo>
                <a:cubicBezTo>
                  <a:pt x="3628706" y="79177"/>
                  <a:pt x="3564352" y="34641"/>
                  <a:pt x="3499468" y="15023"/>
                </a:cubicBezTo>
                <a:lnTo>
                  <a:pt x="3447172" y="5971"/>
                </a:lnTo>
                <a:lnTo>
                  <a:pt x="3465894" y="6832"/>
                </a:lnTo>
                <a:lnTo>
                  <a:pt x="3509828" y="14473"/>
                </a:lnTo>
                <a:cubicBezTo>
                  <a:pt x="3574663" y="34170"/>
                  <a:pt x="3638969" y="78887"/>
                  <a:pt x="3701154" y="147027"/>
                </a:cubicBezTo>
                <a:cubicBezTo>
                  <a:pt x="3704922" y="147027"/>
                  <a:pt x="3704922" y="147027"/>
                  <a:pt x="3708691" y="147027"/>
                </a:cubicBezTo>
                <a:cubicBezTo>
                  <a:pt x="3708691" y="150812"/>
                  <a:pt x="3708691" y="150812"/>
                  <a:pt x="3708691" y="150812"/>
                </a:cubicBezTo>
                <a:cubicBezTo>
                  <a:pt x="3716229" y="150812"/>
                  <a:pt x="3716229" y="150812"/>
                  <a:pt x="3716229" y="150812"/>
                </a:cubicBezTo>
                <a:cubicBezTo>
                  <a:pt x="3836830" y="86458"/>
                  <a:pt x="3844368" y="86458"/>
                  <a:pt x="3938588" y="71316"/>
                </a:cubicBezTo>
                <a:cubicBezTo>
                  <a:pt x="3923513" y="67530"/>
                  <a:pt x="3919744" y="67530"/>
                  <a:pt x="3919744" y="67530"/>
                </a:cubicBezTo>
                <a:lnTo>
                  <a:pt x="3897515" y="62393"/>
                </a:lnTo>
                <a:lnTo>
                  <a:pt x="3924136" y="67945"/>
                </a:lnTo>
                <a:cubicBezTo>
                  <a:pt x="3931690" y="67945"/>
                  <a:pt x="3943022" y="67945"/>
                  <a:pt x="3946799" y="71756"/>
                </a:cubicBezTo>
                <a:lnTo>
                  <a:pt x="3965504" y="73852"/>
                </a:lnTo>
                <a:lnTo>
                  <a:pt x="3969910" y="75204"/>
                </a:lnTo>
                <a:cubicBezTo>
                  <a:pt x="3972742" y="76146"/>
                  <a:pt x="3974630" y="77088"/>
                  <a:pt x="3976518" y="78971"/>
                </a:cubicBezTo>
                <a:lnTo>
                  <a:pt x="3979233" y="79864"/>
                </a:lnTo>
                <a:lnTo>
                  <a:pt x="3969066" y="78377"/>
                </a:lnTo>
                <a:cubicBezTo>
                  <a:pt x="3961515" y="78377"/>
                  <a:pt x="3953965" y="78377"/>
                  <a:pt x="3946414" y="74613"/>
                </a:cubicBezTo>
                <a:cubicBezTo>
                  <a:pt x="3833157" y="93433"/>
                  <a:pt x="3829382" y="97197"/>
                  <a:pt x="3727450" y="153660"/>
                </a:cubicBezTo>
                <a:cubicBezTo>
                  <a:pt x="3731225" y="153660"/>
                  <a:pt x="3731225" y="153660"/>
                  <a:pt x="3731225" y="153660"/>
                </a:cubicBezTo>
                <a:cubicBezTo>
                  <a:pt x="3731225" y="157424"/>
                  <a:pt x="3731225" y="157424"/>
                  <a:pt x="3731225" y="157424"/>
                </a:cubicBezTo>
                <a:cubicBezTo>
                  <a:pt x="3735000" y="157424"/>
                  <a:pt x="3735000" y="157424"/>
                  <a:pt x="3735000" y="157424"/>
                </a:cubicBezTo>
                <a:cubicBezTo>
                  <a:pt x="3735000" y="161188"/>
                  <a:pt x="3738776" y="164952"/>
                  <a:pt x="3738776" y="164952"/>
                </a:cubicBezTo>
                <a:cubicBezTo>
                  <a:pt x="3738776" y="168716"/>
                  <a:pt x="3738776" y="168716"/>
                  <a:pt x="3738776" y="168716"/>
                </a:cubicBezTo>
                <a:cubicBezTo>
                  <a:pt x="3795404" y="195066"/>
                  <a:pt x="3874685" y="221415"/>
                  <a:pt x="3931313" y="251528"/>
                </a:cubicBezTo>
                <a:lnTo>
                  <a:pt x="4071672" y="332326"/>
                </a:lnTo>
                <a:lnTo>
                  <a:pt x="3994923" y="291116"/>
                </a:lnTo>
                <a:cubicBezTo>
                  <a:pt x="3889845" y="237415"/>
                  <a:pt x="3786180" y="194078"/>
                  <a:pt x="3735290" y="173351"/>
                </a:cubicBezTo>
                <a:cubicBezTo>
                  <a:pt x="3731520" y="173351"/>
                  <a:pt x="3731520" y="173351"/>
                  <a:pt x="3731520" y="173351"/>
                </a:cubicBezTo>
                <a:cubicBezTo>
                  <a:pt x="3803143" y="271332"/>
                  <a:pt x="3882306" y="406997"/>
                  <a:pt x="3950159" y="576583"/>
                </a:cubicBezTo>
                <a:cubicBezTo>
                  <a:pt x="3946389" y="576583"/>
                  <a:pt x="3942620" y="576583"/>
                  <a:pt x="3942620" y="576583"/>
                </a:cubicBezTo>
                <a:cubicBezTo>
                  <a:pt x="3870996" y="403229"/>
                  <a:pt x="3795604" y="271332"/>
                  <a:pt x="3716442" y="173351"/>
                </a:cubicBezTo>
                <a:cubicBezTo>
                  <a:pt x="3708902" y="173351"/>
                  <a:pt x="3708902" y="173351"/>
                  <a:pt x="3708902" y="173351"/>
                </a:cubicBezTo>
                <a:cubicBezTo>
                  <a:pt x="3701363" y="169582"/>
                  <a:pt x="3701363" y="169582"/>
                  <a:pt x="3701363" y="169582"/>
                </a:cubicBezTo>
                <a:cubicBezTo>
                  <a:pt x="3588274" y="256258"/>
                  <a:pt x="3569426" y="271332"/>
                  <a:pt x="3460107" y="391923"/>
                </a:cubicBezTo>
                <a:cubicBezTo>
                  <a:pt x="3467646" y="395692"/>
                  <a:pt x="3471416" y="403229"/>
                  <a:pt x="3478955" y="406997"/>
                </a:cubicBezTo>
                <a:cubicBezTo>
                  <a:pt x="3478955" y="410766"/>
                  <a:pt x="3478955" y="414534"/>
                  <a:pt x="3478955" y="418303"/>
                </a:cubicBezTo>
                <a:cubicBezTo>
                  <a:pt x="3475185" y="418303"/>
                  <a:pt x="3475185" y="418303"/>
                  <a:pt x="3475185" y="418303"/>
                </a:cubicBezTo>
                <a:cubicBezTo>
                  <a:pt x="3561887" y="463525"/>
                  <a:pt x="3671206" y="523821"/>
                  <a:pt x="3754138" y="572815"/>
                </a:cubicBezTo>
                <a:cubicBezTo>
                  <a:pt x="3750368" y="572815"/>
                  <a:pt x="3742829" y="572815"/>
                  <a:pt x="3739060" y="572815"/>
                </a:cubicBezTo>
                <a:cubicBezTo>
                  <a:pt x="3659897" y="527589"/>
                  <a:pt x="3554348" y="467293"/>
                  <a:pt x="3471416" y="425840"/>
                </a:cubicBezTo>
                <a:cubicBezTo>
                  <a:pt x="3463876" y="425840"/>
                  <a:pt x="3463876" y="425840"/>
                  <a:pt x="3463876" y="425840"/>
                </a:cubicBezTo>
                <a:cubicBezTo>
                  <a:pt x="3414871" y="478599"/>
                  <a:pt x="3350788" y="550200"/>
                  <a:pt x="3309322" y="610498"/>
                </a:cubicBezTo>
                <a:cubicBezTo>
                  <a:pt x="3305552" y="610498"/>
                  <a:pt x="3298013" y="610498"/>
                  <a:pt x="3294243" y="610498"/>
                </a:cubicBezTo>
                <a:cubicBezTo>
                  <a:pt x="3335709" y="553968"/>
                  <a:pt x="3392254" y="478599"/>
                  <a:pt x="3433719" y="422071"/>
                </a:cubicBezTo>
                <a:cubicBezTo>
                  <a:pt x="3429950" y="418303"/>
                  <a:pt x="3422410" y="414534"/>
                  <a:pt x="3418641" y="406997"/>
                </a:cubicBezTo>
                <a:cubicBezTo>
                  <a:pt x="3418641" y="403229"/>
                  <a:pt x="3418641" y="399460"/>
                  <a:pt x="3418641" y="395692"/>
                </a:cubicBezTo>
                <a:cubicBezTo>
                  <a:pt x="3422410" y="395692"/>
                  <a:pt x="3422410" y="395692"/>
                  <a:pt x="3422410" y="395692"/>
                </a:cubicBezTo>
                <a:cubicBezTo>
                  <a:pt x="3196233" y="301479"/>
                  <a:pt x="3139688" y="278869"/>
                  <a:pt x="2902202" y="226110"/>
                </a:cubicBezTo>
                <a:cubicBezTo>
                  <a:pt x="2898432" y="229878"/>
                  <a:pt x="2898432" y="229878"/>
                  <a:pt x="2898432" y="229878"/>
                </a:cubicBezTo>
                <a:cubicBezTo>
                  <a:pt x="2977594" y="324091"/>
                  <a:pt x="3052987" y="459756"/>
                  <a:pt x="3124610" y="636877"/>
                </a:cubicBezTo>
                <a:cubicBezTo>
                  <a:pt x="3120840" y="636877"/>
                  <a:pt x="3120840" y="636877"/>
                  <a:pt x="3117070" y="636877"/>
                </a:cubicBezTo>
                <a:cubicBezTo>
                  <a:pt x="3041678" y="463525"/>
                  <a:pt x="2966285" y="327859"/>
                  <a:pt x="2883353" y="233647"/>
                </a:cubicBezTo>
                <a:cubicBezTo>
                  <a:pt x="2875814" y="233647"/>
                  <a:pt x="2875814" y="233647"/>
                  <a:pt x="2875814" y="233647"/>
                </a:cubicBezTo>
                <a:cubicBezTo>
                  <a:pt x="2872045" y="233647"/>
                  <a:pt x="2872045" y="233647"/>
                  <a:pt x="2872045" y="233647"/>
                </a:cubicBezTo>
                <a:cubicBezTo>
                  <a:pt x="2762725" y="361775"/>
                  <a:pt x="2747647" y="376849"/>
                  <a:pt x="2645867" y="523821"/>
                </a:cubicBezTo>
                <a:cubicBezTo>
                  <a:pt x="2653406" y="535126"/>
                  <a:pt x="2653406" y="535126"/>
                  <a:pt x="2962516" y="670793"/>
                </a:cubicBezTo>
                <a:cubicBezTo>
                  <a:pt x="2958746" y="670793"/>
                  <a:pt x="2954976" y="674563"/>
                  <a:pt x="2947437" y="674563"/>
                </a:cubicBezTo>
                <a:cubicBezTo>
                  <a:pt x="2860736" y="636877"/>
                  <a:pt x="2743877" y="587888"/>
                  <a:pt x="2653406" y="557737"/>
                </a:cubicBezTo>
                <a:cubicBezTo>
                  <a:pt x="2630788" y="569046"/>
                  <a:pt x="2627019" y="569046"/>
                  <a:pt x="2483773" y="810229"/>
                </a:cubicBezTo>
                <a:cubicBezTo>
                  <a:pt x="2480003" y="813998"/>
                  <a:pt x="2472464" y="813998"/>
                  <a:pt x="2468694" y="813998"/>
                </a:cubicBezTo>
                <a:cubicBezTo>
                  <a:pt x="2513930" y="738628"/>
                  <a:pt x="2574244" y="636877"/>
                  <a:pt x="2623249" y="565274"/>
                </a:cubicBezTo>
                <a:cubicBezTo>
                  <a:pt x="2596862" y="538895"/>
                  <a:pt x="2502621" y="482367"/>
                  <a:pt x="2125658" y="474830"/>
                </a:cubicBezTo>
                <a:cubicBezTo>
                  <a:pt x="2121888" y="478599"/>
                  <a:pt x="2121888" y="478599"/>
                  <a:pt x="2121888" y="478599"/>
                </a:cubicBezTo>
                <a:cubicBezTo>
                  <a:pt x="2197281" y="565274"/>
                  <a:pt x="2272673" y="697174"/>
                  <a:pt x="2340527" y="862990"/>
                </a:cubicBezTo>
                <a:cubicBezTo>
                  <a:pt x="2336757" y="866758"/>
                  <a:pt x="2332987" y="866758"/>
                  <a:pt x="2332987" y="866758"/>
                </a:cubicBezTo>
                <a:cubicBezTo>
                  <a:pt x="2261364" y="700943"/>
                  <a:pt x="2185972" y="572815"/>
                  <a:pt x="2106810" y="482367"/>
                </a:cubicBezTo>
                <a:cubicBezTo>
                  <a:pt x="2103040" y="486136"/>
                  <a:pt x="2103040" y="486136"/>
                  <a:pt x="2103040" y="486136"/>
                </a:cubicBezTo>
                <a:cubicBezTo>
                  <a:pt x="2095501" y="486136"/>
                  <a:pt x="2095501" y="486136"/>
                  <a:pt x="2095501" y="486136"/>
                </a:cubicBezTo>
                <a:cubicBezTo>
                  <a:pt x="1997490" y="644414"/>
                  <a:pt x="1986181" y="663258"/>
                  <a:pt x="1891941" y="832841"/>
                </a:cubicBezTo>
                <a:cubicBezTo>
                  <a:pt x="1895710" y="832841"/>
                  <a:pt x="1895710" y="832841"/>
                  <a:pt x="1895710" y="832841"/>
                </a:cubicBezTo>
                <a:cubicBezTo>
                  <a:pt x="1899480" y="832841"/>
                  <a:pt x="1899480" y="832841"/>
                  <a:pt x="1899480" y="832841"/>
                </a:cubicBezTo>
                <a:cubicBezTo>
                  <a:pt x="1899480" y="840378"/>
                  <a:pt x="1903250" y="847915"/>
                  <a:pt x="1907019" y="855452"/>
                </a:cubicBezTo>
                <a:cubicBezTo>
                  <a:pt x="2001260" y="866758"/>
                  <a:pt x="2121888" y="893138"/>
                  <a:pt x="2216129" y="915749"/>
                </a:cubicBezTo>
                <a:cubicBezTo>
                  <a:pt x="2212359" y="919518"/>
                  <a:pt x="2204820" y="919518"/>
                  <a:pt x="2201050" y="923285"/>
                </a:cubicBezTo>
                <a:cubicBezTo>
                  <a:pt x="2110579" y="900675"/>
                  <a:pt x="1993721" y="874295"/>
                  <a:pt x="1899480" y="862990"/>
                </a:cubicBezTo>
                <a:cubicBezTo>
                  <a:pt x="1876862" y="874295"/>
                  <a:pt x="1876862" y="874295"/>
                  <a:pt x="1729847" y="1172011"/>
                </a:cubicBezTo>
                <a:cubicBezTo>
                  <a:pt x="1726077" y="1175778"/>
                  <a:pt x="1718538" y="1175778"/>
                  <a:pt x="1714768" y="1179548"/>
                </a:cubicBezTo>
                <a:cubicBezTo>
                  <a:pt x="1763773" y="1089102"/>
                  <a:pt x="1824087" y="964740"/>
                  <a:pt x="1873093" y="874295"/>
                </a:cubicBezTo>
                <a:cubicBezTo>
                  <a:pt x="1869323" y="874295"/>
                  <a:pt x="1869323" y="874295"/>
                  <a:pt x="1869323" y="874295"/>
                </a:cubicBezTo>
                <a:cubicBezTo>
                  <a:pt x="1865553" y="874295"/>
                  <a:pt x="1865553" y="874295"/>
                  <a:pt x="1865553" y="874295"/>
                </a:cubicBezTo>
                <a:cubicBezTo>
                  <a:pt x="1865553" y="866758"/>
                  <a:pt x="1861784" y="859221"/>
                  <a:pt x="1858014" y="851684"/>
                </a:cubicBezTo>
                <a:cubicBezTo>
                  <a:pt x="1665763" y="851684"/>
                  <a:pt x="1628067" y="851684"/>
                  <a:pt x="1435815" y="893138"/>
                </a:cubicBezTo>
                <a:cubicBezTo>
                  <a:pt x="1432046" y="893138"/>
                  <a:pt x="1432046" y="893138"/>
                  <a:pt x="1432046" y="893138"/>
                </a:cubicBezTo>
                <a:cubicBezTo>
                  <a:pt x="1432046" y="896907"/>
                  <a:pt x="1432046" y="896907"/>
                  <a:pt x="1432046" y="896907"/>
                </a:cubicBezTo>
                <a:cubicBezTo>
                  <a:pt x="1499899" y="972277"/>
                  <a:pt x="1563983" y="1085334"/>
                  <a:pt x="1628067" y="1236074"/>
                </a:cubicBezTo>
                <a:cubicBezTo>
                  <a:pt x="1624297" y="1236074"/>
                  <a:pt x="1620527" y="1239843"/>
                  <a:pt x="1620527" y="1239843"/>
                </a:cubicBezTo>
                <a:cubicBezTo>
                  <a:pt x="1556444" y="1092871"/>
                  <a:pt x="1492360" y="979814"/>
                  <a:pt x="1420737" y="904443"/>
                </a:cubicBezTo>
                <a:cubicBezTo>
                  <a:pt x="1416967" y="908212"/>
                  <a:pt x="1416967" y="908212"/>
                  <a:pt x="1416967" y="908212"/>
                </a:cubicBezTo>
                <a:cubicBezTo>
                  <a:pt x="1409428" y="911980"/>
                  <a:pt x="1409428" y="911980"/>
                  <a:pt x="1409428" y="911980"/>
                </a:cubicBezTo>
                <a:cubicBezTo>
                  <a:pt x="1349114" y="1040111"/>
                  <a:pt x="1349114" y="1040111"/>
                  <a:pt x="1349114" y="1040111"/>
                </a:cubicBezTo>
                <a:cubicBezTo>
                  <a:pt x="1349114" y="1040111"/>
                  <a:pt x="1345344" y="1036342"/>
                  <a:pt x="1345344" y="1032573"/>
                </a:cubicBezTo>
                <a:cubicBezTo>
                  <a:pt x="1401889" y="911980"/>
                  <a:pt x="1401889" y="911980"/>
                  <a:pt x="1401889" y="911980"/>
                </a:cubicBezTo>
                <a:cubicBezTo>
                  <a:pt x="1398119" y="911980"/>
                  <a:pt x="1398119" y="911980"/>
                  <a:pt x="1398119" y="911980"/>
                </a:cubicBezTo>
                <a:cubicBezTo>
                  <a:pt x="1394349" y="911980"/>
                  <a:pt x="1394349" y="911980"/>
                  <a:pt x="1394349" y="911980"/>
                </a:cubicBezTo>
                <a:cubicBezTo>
                  <a:pt x="1394349" y="904443"/>
                  <a:pt x="1394349" y="904443"/>
                  <a:pt x="1394349" y="904443"/>
                </a:cubicBezTo>
                <a:cubicBezTo>
                  <a:pt x="1258643" y="949666"/>
                  <a:pt x="1258643" y="949666"/>
                  <a:pt x="1258643" y="949666"/>
                </a:cubicBezTo>
                <a:lnTo>
                  <a:pt x="1256398" y="949666"/>
                </a:lnTo>
                <a:lnTo>
                  <a:pt x="1258615" y="948529"/>
                </a:lnTo>
                <a:lnTo>
                  <a:pt x="1257959" y="948529"/>
                </a:lnTo>
                <a:lnTo>
                  <a:pt x="1302156" y="932250"/>
                </a:lnTo>
                <a:cubicBezTo>
                  <a:pt x="1398119" y="896907"/>
                  <a:pt x="1398119" y="896907"/>
                  <a:pt x="1398119" y="896907"/>
                </a:cubicBezTo>
                <a:cubicBezTo>
                  <a:pt x="1398119" y="893138"/>
                  <a:pt x="1398119" y="893138"/>
                  <a:pt x="1398119" y="893138"/>
                </a:cubicBezTo>
                <a:cubicBezTo>
                  <a:pt x="1401889" y="893138"/>
                  <a:pt x="1401889" y="893138"/>
                  <a:pt x="1401889" y="893138"/>
                </a:cubicBezTo>
                <a:cubicBezTo>
                  <a:pt x="1322726" y="813998"/>
                  <a:pt x="1239795" y="791387"/>
                  <a:pt x="1156863" y="821535"/>
                </a:cubicBezTo>
                <a:cubicBezTo>
                  <a:pt x="1153093" y="821535"/>
                  <a:pt x="1153093" y="821535"/>
                  <a:pt x="1153093" y="821535"/>
                </a:cubicBezTo>
                <a:cubicBezTo>
                  <a:pt x="1149323" y="825304"/>
                  <a:pt x="1149323" y="825304"/>
                  <a:pt x="1149323" y="825304"/>
                </a:cubicBezTo>
                <a:cubicBezTo>
                  <a:pt x="1145554" y="829073"/>
                  <a:pt x="1145554" y="829073"/>
                  <a:pt x="1145554" y="829073"/>
                </a:cubicBezTo>
                <a:cubicBezTo>
                  <a:pt x="1096549" y="904443"/>
                  <a:pt x="1096549" y="904443"/>
                  <a:pt x="1096549" y="904443"/>
                </a:cubicBezTo>
                <a:lnTo>
                  <a:pt x="1095955" y="904443"/>
                </a:lnTo>
                <a:lnTo>
                  <a:pt x="1096578" y="903292"/>
                </a:lnTo>
                <a:lnTo>
                  <a:pt x="1093507" y="903292"/>
                </a:lnTo>
                <a:lnTo>
                  <a:pt x="1118931" y="863048"/>
                </a:lnTo>
                <a:cubicBezTo>
                  <a:pt x="1125292" y="852979"/>
                  <a:pt x="1129533" y="846266"/>
                  <a:pt x="1132360" y="841792"/>
                </a:cubicBezTo>
                <a:lnTo>
                  <a:pt x="1135634" y="836609"/>
                </a:lnTo>
                <a:lnTo>
                  <a:pt x="1138015" y="836609"/>
                </a:lnTo>
                <a:cubicBezTo>
                  <a:pt x="1138015" y="836609"/>
                  <a:pt x="1138015" y="836609"/>
                  <a:pt x="1138015" y="832841"/>
                </a:cubicBezTo>
                <a:cubicBezTo>
                  <a:pt x="1138015" y="832841"/>
                  <a:pt x="1138015" y="832841"/>
                  <a:pt x="1137308" y="833959"/>
                </a:cubicBezTo>
                <a:lnTo>
                  <a:pt x="1135634" y="836609"/>
                </a:lnTo>
                <a:lnTo>
                  <a:pt x="1134245" y="836609"/>
                </a:lnTo>
                <a:cubicBezTo>
                  <a:pt x="1130475" y="840378"/>
                  <a:pt x="1130475" y="840378"/>
                  <a:pt x="1130475" y="840378"/>
                </a:cubicBezTo>
                <a:cubicBezTo>
                  <a:pt x="1130475" y="836609"/>
                  <a:pt x="1130475" y="836609"/>
                  <a:pt x="1130475" y="836609"/>
                </a:cubicBezTo>
                <a:cubicBezTo>
                  <a:pt x="1002308" y="945897"/>
                  <a:pt x="1002308" y="945897"/>
                  <a:pt x="1002308" y="945897"/>
                </a:cubicBezTo>
                <a:lnTo>
                  <a:pt x="1001203" y="945897"/>
                </a:lnTo>
                <a:lnTo>
                  <a:pt x="1002370" y="944759"/>
                </a:lnTo>
                <a:lnTo>
                  <a:pt x="999904" y="944759"/>
                </a:lnTo>
                <a:lnTo>
                  <a:pt x="1043332" y="908580"/>
                </a:lnTo>
                <a:cubicBezTo>
                  <a:pt x="1134245" y="832841"/>
                  <a:pt x="1134245" y="832841"/>
                  <a:pt x="1134245" y="832841"/>
                </a:cubicBezTo>
                <a:lnTo>
                  <a:pt x="1134245" y="831273"/>
                </a:lnTo>
                <a:lnTo>
                  <a:pt x="1138015" y="829073"/>
                </a:lnTo>
                <a:cubicBezTo>
                  <a:pt x="1138015" y="829073"/>
                  <a:pt x="1138015" y="829073"/>
                  <a:pt x="1134245" y="829073"/>
                </a:cubicBezTo>
                <a:lnTo>
                  <a:pt x="1134245" y="831273"/>
                </a:lnTo>
                <a:lnTo>
                  <a:pt x="1096078" y="853567"/>
                </a:lnTo>
                <a:cubicBezTo>
                  <a:pt x="1081470" y="863932"/>
                  <a:pt x="1066392" y="876180"/>
                  <a:pt x="1051313" y="889369"/>
                </a:cubicBezTo>
                <a:lnTo>
                  <a:pt x="1070152" y="872174"/>
                </a:lnTo>
                <a:lnTo>
                  <a:pt x="1102368" y="846794"/>
                </a:lnTo>
                <a:cubicBezTo>
                  <a:pt x="1116554" y="836936"/>
                  <a:pt x="1130740" y="828486"/>
                  <a:pt x="1145872" y="820973"/>
                </a:cubicBezTo>
                <a:cubicBezTo>
                  <a:pt x="1149655" y="817218"/>
                  <a:pt x="1149655" y="817218"/>
                  <a:pt x="1149655" y="817218"/>
                </a:cubicBezTo>
                <a:cubicBezTo>
                  <a:pt x="1153438" y="813463"/>
                  <a:pt x="1153438" y="813463"/>
                  <a:pt x="1153438" y="813463"/>
                </a:cubicBezTo>
                <a:cubicBezTo>
                  <a:pt x="1166678" y="800317"/>
                  <a:pt x="1180865" y="785294"/>
                  <a:pt x="1195051" y="770270"/>
                </a:cubicBezTo>
                <a:lnTo>
                  <a:pt x="1221015" y="743321"/>
                </a:lnTo>
                <a:lnTo>
                  <a:pt x="1222198" y="742367"/>
                </a:lnTo>
                <a:lnTo>
                  <a:pt x="1230517" y="735687"/>
                </a:lnTo>
                <a:lnTo>
                  <a:pt x="1202395" y="762993"/>
                </a:lnTo>
                <a:cubicBezTo>
                  <a:pt x="1187789" y="778110"/>
                  <a:pt x="1173655" y="793226"/>
                  <a:pt x="1160463" y="806453"/>
                </a:cubicBezTo>
                <a:cubicBezTo>
                  <a:pt x="1164232" y="806453"/>
                  <a:pt x="1164232" y="806453"/>
                  <a:pt x="1164232" y="806453"/>
                </a:cubicBezTo>
                <a:cubicBezTo>
                  <a:pt x="1168001" y="806453"/>
                  <a:pt x="1168001" y="806453"/>
                  <a:pt x="1168001" y="806453"/>
                </a:cubicBezTo>
                <a:cubicBezTo>
                  <a:pt x="1168001" y="802673"/>
                  <a:pt x="1168001" y="802673"/>
                  <a:pt x="1168001" y="802673"/>
                </a:cubicBezTo>
                <a:cubicBezTo>
                  <a:pt x="1171771" y="802673"/>
                  <a:pt x="1171771" y="802673"/>
                  <a:pt x="1171771" y="802673"/>
                </a:cubicBezTo>
                <a:cubicBezTo>
                  <a:pt x="1217000" y="772441"/>
                  <a:pt x="1273536" y="730871"/>
                  <a:pt x="1318765" y="704416"/>
                </a:cubicBezTo>
                <a:lnTo>
                  <a:pt x="1348783" y="688709"/>
                </a:lnTo>
                <a:lnTo>
                  <a:pt x="1280078" y="730018"/>
                </a:lnTo>
                <a:cubicBezTo>
                  <a:pt x="1250057" y="749576"/>
                  <a:pt x="1215044" y="773612"/>
                  <a:pt x="1168985" y="805660"/>
                </a:cubicBezTo>
                <a:cubicBezTo>
                  <a:pt x="1168985" y="809431"/>
                  <a:pt x="1168985" y="809431"/>
                  <a:pt x="1168985" y="809431"/>
                </a:cubicBezTo>
                <a:cubicBezTo>
                  <a:pt x="1165225" y="809431"/>
                  <a:pt x="1165225" y="809431"/>
                  <a:pt x="1165225" y="809431"/>
                </a:cubicBezTo>
                <a:cubicBezTo>
                  <a:pt x="1165225" y="813201"/>
                  <a:pt x="1165225" y="813201"/>
                  <a:pt x="1165225" y="813201"/>
                </a:cubicBezTo>
                <a:cubicBezTo>
                  <a:pt x="1247942" y="783037"/>
                  <a:pt x="1330659" y="805660"/>
                  <a:pt x="1413377" y="881067"/>
                </a:cubicBezTo>
                <a:cubicBezTo>
                  <a:pt x="1413377" y="881067"/>
                  <a:pt x="1417136" y="881067"/>
                  <a:pt x="1417136" y="877296"/>
                </a:cubicBezTo>
                <a:cubicBezTo>
                  <a:pt x="1420896" y="873527"/>
                  <a:pt x="1420896" y="873527"/>
                  <a:pt x="1420896" y="873527"/>
                </a:cubicBezTo>
                <a:cubicBezTo>
                  <a:pt x="1511133" y="707632"/>
                  <a:pt x="1518653" y="692549"/>
                  <a:pt x="1593850" y="579442"/>
                </a:cubicBezTo>
                <a:cubicBezTo>
                  <a:pt x="1590090" y="583212"/>
                  <a:pt x="1590090" y="583212"/>
                  <a:pt x="1590090" y="583212"/>
                </a:cubicBezTo>
                <a:cubicBezTo>
                  <a:pt x="1582571" y="583212"/>
                  <a:pt x="1578811" y="583212"/>
                  <a:pt x="1578811" y="579442"/>
                </a:cubicBezTo>
                <a:cubicBezTo>
                  <a:pt x="1524293" y="603948"/>
                  <a:pt x="1482934" y="622328"/>
                  <a:pt x="1448684" y="638115"/>
                </a:cubicBezTo>
                <a:lnTo>
                  <a:pt x="1414600" y="654270"/>
                </a:lnTo>
                <a:lnTo>
                  <a:pt x="1458693" y="631196"/>
                </a:lnTo>
                <a:cubicBezTo>
                  <a:pt x="1506278" y="608050"/>
                  <a:pt x="1554334" y="585376"/>
                  <a:pt x="1601448" y="560809"/>
                </a:cubicBezTo>
                <a:cubicBezTo>
                  <a:pt x="1691906" y="443657"/>
                  <a:pt x="1699444" y="436099"/>
                  <a:pt x="1774826" y="379412"/>
                </a:cubicBezTo>
                <a:lnTo>
                  <a:pt x="1771073" y="379412"/>
                </a:lnTo>
                <a:lnTo>
                  <a:pt x="1771073" y="379051"/>
                </a:lnTo>
                <a:lnTo>
                  <a:pt x="1790127" y="368653"/>
                </a:lnTo>
                <a:lnTo>
                  <a:pt x="1790421" y="368653"/>
                </a:lnTo>
                <a:lnTo>
                  <a:pt x="1790746" y="368316"/>
                </a:lnTo>
                <a:lnTo>
                  <a:pt x="1797238" y="364773"/>
                </a:lnTo>
                <a:lnTo>
                  <a:pt x="1797891" y="364773"/>
                </a:lnTo>
                <a:lnTo>
                  <a:pt x="1804944" y="360586"/>
                </a:lnTo>
                <a:lnTo>
                  <a:pt x="1808761" y="358580"/>
                </a:lnTo>
                <a:lnTo>
                  <a:pt x="1808761" y="359582"/>
                </a:lnTo>
                <a:lnTo>
                  <a:pt x="1806479" y="361014"/>
                </a:lnTo>
                <a:lnTo>
                  <a:pt x="1804988" y="361228"/>
                </a:lnTo>
                <a:lnTo>
                  <a:pt x="1806137" y="361228"/>
                </a:lnTo>
                <a:lnTo>
                  <a:pt x="1804988" y="361949"/>
                </a:lnTo>
                <a:cubicBezTo>
                  <a:pt x="1808761" y="361949"/>
                  <a:pt x="1808761" y="361949"/>
                  <a:pt x="1808761" y="361949"/>
                </a:cubicBezTo>
                <a:lnTo>
                  <a:pt x="1808761" y="361228"/>
                </a:lnTo>
                <a:lnTo>
                  <a:pt x="1808767" y="361228"/>
                </a:lnTo>
                <a:cubicBezTo>
                  <a:pt x="1808767" y="361228"/>
                  <a:pt x="1808767" y="361228"/>
                  <a:pt x="1812547" y="361228"/>
                </a:cubicBezTo>
                <a:lnTo>
                  <a:pt x="1816425" y="359582"/>
                </a:lnTo>
                <a:lnTo>
                  <a:pt x="1878683" y="350616"/>
                </a:lnTo>
                <a:cubicBezTo>
                  <a:pt x="1952377" y="351848"/>
                  <a:pt x="2026072" y="388432"/>
                  <a:pt x="2099766" y="458787"/>
                </a:cubicBezTo>
                <a:cubicBezTo>
                  <a:pt x="2099766" y="458787"/>
                  <a:pt x="2103545" y="458787"/>
                  <a:pt x="2103545" y="455035"/>
                </a:cubicBezTo>
                <a:cubicBezTo>
                  <a:pt x="2107324" y="455035"/>
                  <a:pt x="2107324" y="455035"/>
                  <a:pt x="2107324" y="455035"/>
                </a:cubicBezTo>
                <a:cubicBezTo>
                  <a:pt x="2111104" y="455035"/>
                  <a:pt x="2111104" y="455035"/>
                  <a:pt x="2111104" y="455035"/>
                </a:cubicBezTo>
                <a:cubicBezTo>
                  <a:pt x="2213142" y="312449"/>
                  <a:pt x="2224480" y="301192"/>
                  <a:pt x="2311401" y="218643"/>
                </a:cubicBezTo>
                <a:cubicBezTo>
                  <a:pt x="2300064" y="218643"/>
                  <a:pt x="2296284" y="218643"/>
                  <a:pt x="2292505" y="214890"/>
                </a:cubicBezTo>
                <a:cubicBezTo>
                  <a:pt x="2292505" y="214890"/>
                  <a:pt x="2292505" y="214890"/>
                  <a:pt x="2292505" y="211138"/>
                </a:cubicBezTo>
                <a:cubicBezTo>
                  <a:pt x="2264811" y="217294"/>
                  <a:pt x="2240055" y="222777"/>
                  <a:pt x="2217640" y="227782"/>
                </a:cubicBezTo>
                <a:lnTo>
                  <a:pt x="2170597" y="238443"/>
                </a:lnTo>
                <a:lnTo>
                  <a:pt x="2209369" y="227988"/>
                </a:lnTo>
                <a:cubicBezTo>
                  <a:pt x="2241118" y="219511"/>
                  <a:pt x="2277016" y="209984"/>
                  <a:pt x="2318041" y="199095"/>
                </a:cubicBezTo>
                <a:cubicBezTo>
                  <a:pt x="2391604" y="145126"/>
                  <a:pt x="2418482" y="127373"/>
                  <a:pt x="2459154" y="112283"/>
                </a:cubicBezTo>
                <a:lnTo>
                  <a:pt x="2502198" y="98290"/>
                </a:lnTo>
                <a:lnTo>
                  <a:pt x="2507002" y="97135"/>
                </a:lnTo>
                <a:lnTo>
                  <a:pt x="2533314" y="91237"/>
                </a:lnTo>
                <a:lnTo>
                  <a:pt x="2524993" y="93316"/>
                </a:lnTo>
                <a:cubicBezTo>
                  <a:pt x="2521221" y="94259"/>
                  <a:pt x="2521221" y="94259"/>
                  <a:pt x="2521221" y="94259"/>
                </a:cubicBezTo>
                <a:cubicBezTo>
                  <a:pt x="2411841" y="135732"/>
                  <a:pt x="2408069" y="135732"/>
                  <a:pt x="2328863" y="196056"/>
                </a:cubicBezTo>
                <a:cubicBezTo>
                  <a:pt x="2343950" y="196056"/>
                  <a:pt x="2343950" y="196056"/>
                  <a:pt x="2347722" y="199827"/>
                </a:cubicBezTo>
                <a:cubicBezTo>
                  <a:pt x="2347722" y="203597"/>
                  <a:pt x="2347722" y="203597"/>
                  <a:pt x="2343950" y="203597"/>
                </a:cubicBezTo>
                <a:lnTo>
                  <a:pt x="2358583" y="202488"/>
                </a:lnTo>
                <a:lnTo>
                  <a:pt x="2352633" y="203559"/>
                </a:lnTo>
                <a:cubicBezTo>
                  <a:pt x="2346528" y="205059"/>
                  <a:pt x="2343110" y="206289"/>
                  <a:pt x="2341346" y="206876"/>
                </a:cubicBezTo>
                <a:cubicBezTo>
                  <a:pt x="2333819" y="210636"/>
                  <a:pt x="2326293" y="214396"/>
                  <a:pt x="2318766" y="214396"/>
                </a:cubicBezTo>
                <a:cubicBezTo>
                  <a:pt x="2224685" y="312152"/>
                  <a:pt x="2209632" y="327192"/>
                  <a:pt x="2119313" y="455027"/>
                </a:cubicBezTo>
                <a:cubicBezTo>
                  <a:pt x="2123077" y="455027"/>
                  <a:pt x="2123077" y="455027"/>
                  <a:pt x="2123077" y="455027"/>
                </a:cubicBezTo>
                <a:cubicBezTo>
                  <a:pt x="2126840" y="458787"/>
                  <a:pt x="2126840" y="458787"/>
                  <a:pt x="2126840" y="458787"/>
                </a:cubicBezTo>
                <a:cubicBezTo>
                  <a:pt x="2130603" y="462546"/>
                  <a:pt x="2130603" y="462546"/>
                  <a:pt x="2130603" y="466307"/>
                </a:cubicBezTo>
                <a:cubicBezTo>
                  <a:pt x="2378978" y="477586"/>
                  <a:pt x="2386505" y="477586"/>
                  <a:pt x="2612301" y="530224"/>
                </a:cubicBezTo>
                <a:cubicBezTo>
                  <a:pt x="2616064" y="526464"/>
                  <a:pt x="2623591" y="522704"/>
                  <a:pt x="2634880" y="522704"/>
                </a:cubicBezTo>
                <a:cubicBezTo>
                  <a:pt x="2740252" y="376070"/>
                  <a:pt x="2762831" y="338471"/>
                  <a:pt x="2860676" y="229435"/>
                </a:cubicBezTo>
                <a:cubicBezTo>
                  <a:pt x="2856913" y="229435"/>
                  <a:pt x="2856913" y="229435"/>
                  <a:pt x="2856913" y="229435"/>
                </a:cubicBezTo>
                <a:cubicBezTo>
                  <a:pt x="2853150" y="229435"/>
                  <a:pt x="2853150" y="229435"/>
                  <a:pt x="2853150" y="229435"/>
                </a:cubicBezTo>
                <a:cubicBezTo>
                  <a:pt x="2853150" y="225676"/>
                  <a:pt x="2853150" y="225676"/>
                  <a:pt x="2853150" y="225676"/>
                </a:cubicBezTo>
                <a:cubicBezTo>
                  <a:pt x="2849386" y="225676"/>
                  <a:pt x="2849386" y="225676"/>
                  <a:pt x="2849386" y="225676"/>
                </a:cubicBezTo>
                <a:cubicBezTo>
                  <a:pt x="2849386" y="221916"/>
                  <a:pt x="2849386" y="221916"/>
                  <a:pt x="2849386" y="218156"/>
                </a:cubicBezTo>
                <a:cubicBezTo>
                  <a:pt x="2849386" y="214396"/>
                  <a:pt x="2849386" y="214396"/>
                  <a:pt x="2849386" y="214396"/>
                </a:cubicBezTo>
                <a:cubicBezTo>
                  <a:pt x="2692741" y="198887"/>
                  <a:pt x="2583724" y="193423"/>
                  <a:pt x="2508047" y="192851"/>
                </a:cubicBezTo>
                <a:lnTo>
                  <a:pt x="2496681" y="192912"/>
                </a:lnTo>
                <a:lnTo>
                  <a:pt x="2548485" y="190740"/>
                </a:lnTo>
                <a:cubicBezTo>
                  <a:pt x="2637143" y="188457"/>
                  <a:pt x="2704621" y="194642"/>
                  <a:pt x="2853133" y="211138"/>
                </a:cubicBezTo>
                <a:cubicBezTo>
                  <a:pt x="2856904" y="211138"/>
                  <a:pt x="2856904" y="211138"/>
                  <a:pt x="2856904" y="211138"/>
                </a:cubicBezTo>
                <a:cubicBezTo>
                  <a:pt x="2856904" y="211138"/>
                  <a:pt x="2856904" y="207367"/>
                  <a:pt x="2860676" y="207367"/>
                </a:cubicBezTo>
                <a:cubicBezTo>
                  <a:pt x="2787128" y="131019"/>
                  <a:pt x="2709336" y="86482"/>
                  <a:pt x="2630483" y="80120"/>
                </a:cubicBezTo>
                <a:lnTo>
                  <a:pt x="2554703" y="86442"/>
                </a:lnTo>
                <a:lnTo>
                  <a:pt x="2570474" y="82907"/>
                </a:lnTo>
                <a:lnTo>
                  <a:pt x="2577968" y="81511"/>
                </a:lnTo>
                <a:lnTo>
                  <a:pt x="2642872" y="77396"/>
                </a:lnTo>
                <a:cubicBezTo>
                  <a:pt x="2721695" y="84297"/>
                  <a:pt x="2799458" y="126762"/>
                  <a:pt x="2872979" y="203200"/>
                </a:cubicBezTo>
                <a:cubicBezTo>
                  <a:pt x="2872979" y="203200"/>
                  <a:pt x="2876749" y="203200"/>
                  <a:pt x="2880519" y="203200"/>
                </a:cubicBezTo>
                <a:cubicBezTo>
                  <a:pt x="2884290" y="203200"/>
                  <a:pt x="2884290" y="203200"/>
                  <a:pt x="2884290" y="203200"/>
                </a:cubicBezTo>
                <a:cubicBezTo>
                  <a:pt x="3001169" y="97508"/>
                  <a:pt x="3008710" y="89959"/>
                  <a:pt x="3106738" y="40887"/>
                </a:cubicBezTo>
                <a:cubicBezTo>
                  <a:pt x="3095427" y="37113"/>
                  <a:pt x="3091657" y="37113"/>
                  <a:pt x="3087887" y="37113"/>
                </a:cubicBezTo>
                <a:cubicBezTo>
                  <a:pt x="3087887" y="33338"/>
                  <a:pt x="3087887" y="33338"/>
                  <a:pt x="3087887" y="33338"/>
                </a:cubicBezTo>
                <a:cubicBezTo>
                  <a:pt x="3056782" y="33338"/>
                  <a:pt x="3029152" y="33338"/>
                  <a:pt x="3004226" y="33412"/>
                </a:cubicBezTo>
                <a:lnTo>
                  <a:pt x="2998922" y="33453"/>
                </a:lnTo>
                <a:lnTo>
                  <a:pt x="3001250" y="33353"/>
                </a:lnTo>
                <a:cubicBezTo>
                  <a:pt x="3028718" y="32239"/>
                  <a:pt x="3059705" y="31023"/>
                  <a:pt x="3095119" y="29634"/>
                </a:cubicBezTo>
                <a:cubicBezTo>
                  <a:pt x="3095119" y="29634"/>
                  <a:pt x="3098897" y="29634"/>
                  <a:pt x="3098897" y="29634"/>
                </a:cubicBezTo>
                <a:cubicBezTo>
                  <a:pt x="3106452" y="29634"/>
                  <a:pt x="3110229" y="29634"/>
                  <a:pt x="3117784" y="29634"/>
                </a:cubicBezTo>
                <a:cubicBezTo>
                  <a:pt x="3138560" y="24078"/>
                  <a:pt x="3163114" y="17596"/>
                  <a:pt x="3187668" y="12039"/>
                </a:cubicBezTo>
                <a:lnTo>
                  <a:pt x="3243361" y="2445"/>
                </a:lnTo>
                <a:close/>
                <a:moveTo>
                  <a:pt x="3309338" y="1"/>
                </a:moveTo>
                <a:lnTo>
                  <a:pt x="3310002" y="1"/>
                </a:lnTo>
                <a:cubicBezTo>
                  <a:pt x="3310002" y="1"/>
                  <a:pt x="3310002" y="1"/>
                  <a:pt x="3434466" y="3771"/>
                </a:cubicBezTo>
                <a:lnTo>
                  <a:pt x="3447172" y="5971"/>
                </a:lnTo>
                <a:lnTo>
                  <a:pt x="3426983" y="5042"/>
                </a:lnTo>
                <a:close/>
                <a:moveTo>
                  <a:pt x="3272285" y="1"/>
                </a:moveTo>
                <a:cubicBezTo>
                  <a:pt x="3272285" y="1"/>
                  <a:pt x="3272285" y="1"/>
                  <a:pt x="3288197" y="1"/>
                </a:cubicBezTo>
                <a:lnTo>
                  <a:pt x="3309303" y="1"/>
                </a:lnTo>
                <a:lnTo>
                  <a:pt x="3262038" y="1753"/>
                </a:lnTo>
                <a:close/>
                <a:moveTo>
                  <a:pt x="3257551" y="1"/>
                </a:moveTo>
                <a:lnTo>
                  <a:pt x="3243361" y="2445"/>
                </a:lnTo>
                <a:lnTo>
                  <a:pt x="3188208" y="4490"/>
                </a:lnTo>
                <a:cubicBezTo>
                  <a:pt x="3041133" y="10908"/>
                  <a:pt x="2946598" y="19446"/>
                  <a:pt x="2843346" y="34815"/>
                </a:cubicBezTo>
                <a:lnTo>
                  <a:pt x="2812420" y="39792"/>
                </a:lnTo>
                <a:lnTo>
                  <a:pt x="2808662" y="40056"/>
                </a:lnTo>
                <a:cubicBezTo>
                  <a:pt x="2769960" y="43789"/>
                  <a:pt x="2731235" y="49594"/>
                  <a:pt x="2680406" y="58626"/>
                </a:cubicBezTo>
                <a:lnTo>
                  <a:pt x="2657738" y="62805"/>
                </a:lnTo>
                <a:lnTo>
                  <a:pt x="2630488" y="66676"/>
                </a:lnTo>
                <a:cubicBezTo>
                  <a:pt x="2879802" y="22226"/>
                  <a:pt x="2902467" y="18522"/>
                  <a:pt x="3257551" y="1"/>
                </a:cubicBezTo>
                <a:close/>
                <a:moveTo>
                  <a:pt x="3309322" y="0"/>
                </a:moveTo>
                <a:lnTo>
                  <a:pt x="3309338" y="1"/>
                </a:lnTo>
                <a:lnTo>
                  <a:pt x="3309303" y="1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pic>
        <p:nvPicPr>
          <p:cNvPr id="147" name="그림 개체 틀 146">
            <a:extLst>
              <a:ext uri="{FF2B5EF4-FFF2-40B4-BE49-F238E27FC236}">
                <a16:creationId xmlns:a16="http://schemas.microsoft.com/office/drawing/2014/main" xmlns="" id="{807C8866-D749-4535-8DFF-6B741C227F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" r="6"/>
          <a:stretch/>
        </p:blipFill>
        <p:spPr>
          <a:xfrm>
            <a:off x="2192305" y="1499140"/>
            <a:ext cx="5370512" cy="7629525"/>
          </a:xfrm>
          <a:effectLst/>
        </p:spPr>
      </p:pic>
      <p:sp>
        <p:nvSpPr>
          <p:cNvPr id="264" name="TextBox 263">
            <a:extLst>
              <a:ext uri="{FF2B5EF4-FFF2-40B4-BE49-F238E27FC236}">
                <a16:creationId xmlns:a16="http://schemas.microsoft.com/office/drawing/2014/main" xmlns="" id="{54E3114A-69AE-480C-8CE9-3B6C68296F58}"/>
              </a:ext>
            </a:extLst>
          </p:cNvPr>
          <p:cNvSpPr txBox="1"/>
          <p:nvPr/>
        </p:nvSpPr>
        <p:spPr>
          <a:xfrm>
            <a:off x="1333750" y="546861"/>
            <a:ext cx="4286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err="1" smtClean="0">
                <a:solidFill>
                  <a:schemeClr val="bg1"/>
                </a:solidFill>
                <a:latin typeface="+mj-lt"/>
              </a:rPr>
              <a:t>Webflow</a:t>
            </a:r>
            <a:endParaRPr lang="ko-KR" altLang="en-US" sz="5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xmlns="" id="{2E6D1644-B401-446F-B608-DAABC2D4D141}"/>
              </a:ext>
            </a:extLst>
          </p:cNvPr>
          <p:cNvSpPr txBox="1"/>
          <p:nvPr/>
        </p:nvSpPr>
        <p:spPr>
          <a:xfrm>
            <a:off x="221611" y="1413355"/>
            <a:ext cx="40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</a:rPr>
              <a:t>No-Code  Web Site, CMS , App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grpSp>
        <p:nvGrpSpPr>
          <p:cNvPr id="420" name="그룹 419">
            <a:extLst>
              <a:ext uri="{FF2B5EF4-FFF2-40B4-BE49-F238E27FC236}">
                <a16:creationId xmlns:a16="http://schemas.microsoft.com/office/drawing/2014/main" xmlns="" id="{A7596FA9-7906-4334-823A-19FD79A346F5}"/>
              </a:ext>
            </a:extLst>
          </p:cNvPr>
          <p:cNvGrpSpPr/>
          <p:nvPr/>
        </p:nvGrpSpPr>
        <p:grpSpPr>
          <a:xfrm>
            <a:off x="566865" y="531014"/>
            <a:ext cx="592800" cy="912029"/>
            <a:chOff x="5430074" y="207031"/>
            <a:chExt cx="592800" cy="912029"/>
          </a:xfrm>
        </p:grpSpPr>
        <p:sp>
          <p:nvSpPr>
            <p:cNvPr id="417" name="Freeform 747">
              <a:extLst>
                <a:ext uri="{FF2B5EF4-FFF2-40B4-BE49-F238E27FC236}">
                  <a16:creationId xmlns:a16="http://schemas.microsoft.com/office/drawing/2014/main" xmlns="" id="{41FC5420-9183-4E2C-A397-A315BFF450E2}"/>
                </a:ext>
              </a:extLst>
            </p:cNvPr>
            <p:cNvSpPr>
              <a:spLocks noEditPoints="1"/>
            </p:cNvSpPr>
            <p:nvPr/>
          </p:nvSpPr>
          <p:spPr bwMode="auto">
            <a:xfrm rot="1334874">
              <a:off x="5430074" y="207031"/>
              <a:ext cx="93194" cy="98098"/>
            </a:xfrm>
            <a:custGeom>
              <a:avLst/>
              <a:gdLst>
                <a:gd name="T0" fmla="*/ 6 w 24"/>
                <a:gd name="T1" fmla="*/ 13 h 25"/>
                <a:gd name="T2" fmla="*/ 6 w 24"/>
                <a:gd name="T3" fmla="*/ 13 h 25"/>
                <a:gd name="T4" fmla="*/ 12 w 24"/>
                <a:gd name="T5" fmla="*/ 6 h 25"/>
                <a:gd name="T6" fmla="*/ 19 w 24"/>
                <a:gd name="T7" fmla="*/ 13 h 25"/>
                <a:gd name="T8" fmla="*/ 19 w 24"/>
                <a:gd name="T9" fmla="*/ 13 h 25"/>
                <a:gd name="T10" fmla="*/ 19 w 24"/>
                <a:gd name="T11" fmla="*/ 13 h 25"/>
                <a:gd name="T12" fmla="*/ 12 w 24"/>
                <a:gd name="T13" fmla="*/ 19 h 25"/>
                <a:gd name="T14" fmla="*/ 6 w 24"/>
                <a:gd name="T15" fmla="*/ 13 h 25"/>
                <a:gd name="T16" fmla="*/ 6 w 24"/>
                <a:gd name="T17" fmla="*/ 13 h 25"/>
                <a:gd name="T18" fmla="*/ 12 w 24"/>
                <a:gd name="T19" fmla="*/ 0 h 25"/>
                <a:gd name="T20" fmla="*/ 0 w 24"/>
                <a:gd name="T21" fmla="*/ 13 h 25"/>
                <a:gd name="T22" fmla="*/ 12 w 24"/>
                <a:gd name="T23" fmla="*/ 25 h 25"/>
                <a:gd name="T24" fmla="*/ 22 w 24"/>
                <a:gd name="T25" fmla="*/ 20 h 25"/>
                <a:gd name="T26" fmla="*/ 19 w 24"/>
                <a:gd name="T27" fmla="*/ 17 h 25"/>
                <a:gd name="T28" fmla="*/ 24 w 24"/>
                <a:gd name="T29" fmla="*/ 12 h 25"/>
                <a:gd name="T30" fmla="*/ 24 w 24"/>
                <a:gd name="T31" fmla="*/ 12 h 25"/>
                <a:gd name="T32" fmla="*/ 12 w 24"/>
                <a:gd name="T3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5"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6" y="9"/>
                    <a:pt x="9" y="6"/>
                    <a:pt x="12" y="6"/>
                  </a:cubicBezTo>
                  <a:cubicBezTo>
                    <a:pt x="16" y="6"/>
                    <a:pt x="19" y="9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6"/>
                    <a:pt x="16" y="19"/>
                    <a:pt x="12" y="19"/>
                  </a:cubicBezTo>
                  <a:cubicBezTo>
                    <a:pt x="9" y="19"/>
                    <a:pt x="6" y="16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moveTo>
                    <a:pt x="12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19"/>
                    <a:pt x="5" y="25"/>
                    <a:pt x="12" y="25"/>
                  </a:cubicBezTo>
                  <a:cubicBezTo>
                    <a:pt x="16" y="25"/>
                    <a:pt x="19" y="23"/>
                    <a:pt x="22" y="20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418" name="Freeform 750">
              <a:extLst>
                <a:ext uri="{FF2B5EF4-FFF2-40B4-BE49-F238E27FC236}">
                  <a16:creationId xmlns:a16="http://schemas.microsoft.com/office/drawing/2014/main" xmlns="" id="{FAA4B62C-CCB9-425C-8DCB-A12913F1D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4776" y="1024232"/>
              <a:ext cx="98098" cy="94828"/>
            </a:xfrm>
            <a:custGeom>
              <a:avLst/>
              <a:gdLst>
                <a:gd name="T0" fmla="*/ 6 w 25"/>
                <a:gd name="T1" fmla="*/ 12 h 24"/>
                <a:gd name="T2" fmla="*/ 6 w 25"/>
                <a:gd name="T3" fmla="*/ 12 h 24"/>
                <a:gd name="T4" fmla="*/ 13 w 25"/>
                <a:gd name="T5" fmla="*/ 5 h 24"/>
                <a:gd name="T6" fmla="*/ 19 w 25"/>
                <a:gd name="T7" fmla="*/ 12 h 24"/>
                <a:gd name="T8" fmla="*/ 19 w 25"/>
                <a:gd name="T9" fmla="*/ 12 h 24"/>
                <a:gd name="T10" fmla="*/ 19 w 25"/>
                <a:gd name="T11" fmla="*/ 12 h 24"/>
                <a:gd name="T12" fmla="*/ 13 w 25"/>
                <a:gd name="T13" fmla="*/ 18 h 24"/>
                <a:gd name="T14" fmla="*/ 6 w 25"/>
                <a:gd name="T15" fmla="*/ 12 h 24"/>
                <a:gd name="T16" fmla="*/ 6 w 25"/>
                <a:gd name="T17" fmla="*/ 12 h 24"/>
                <a:gd name="T18" fmla="*/ 16 w 25"/>
                <a:gd name="T19" fmla="*/ 0 h 24"/>
                <a:gd name="T20" fmla="*/ 16 w 25"/>
                <a:gd name="T21" fmla="*/ 1 h 24"/>
                <a:gd name="T22" fmla="*/ 8 w 25"/>
                <a:gd name="T23" fmla="*/ 1 h 24"/>
                <a:gd name="T24" fmla="*/ 8 w 25"/>
                <a:gd name="T25" fmla="*/ 0 h 24"/>
                <a:gd name="T26" fmla="*/ 0 w 25"/>
                <a:gd name="T27" fmla="*/ 12 h 24"/>
                <a:gd name="T28" fmla="*/ 13 w 25"/>
                <a:gd name="T29" fmla="*/ 24 h 24"/>
                <a:gd name="T30" fmla="*/ 25 w 25"/>
                <a:gd name="T31" fmla="*/ 12 h 24"/>
                <a:gd name="T32" fmla="*/ 16 w 25"/>
                <a:gd name="T3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24"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5"/>
                    <a:pt x="13" y="5"/>
                  </a:cubicBezTo>
                  <a:cubicBezTo>
                    <a:pt x="16" y="5"/>
                    <a:pt x="19" y="8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5"/>
                    <a:pt x="16" y="18"/>
                    <a:pt x="13" y="18"/>
                  </a:cubicBezTo>
                  <a:cubicBezTo>
                    <a:pt x="9" y="18"/>
                    <a:pt x="6" y="15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moveTo>
                    <a:pt x="16" y="0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2"/>
                    <a:pt x="0" y="7"/>
                    <a:pt x="0" y="12"/>
                  </a:cubicBezTo>
                  <a:cubicBezTo>
                    <a:pt x="0" y="18"/>
                    <a:pt x="6" y="24"/>
                    <a:pt x="13" y="24"/>
                  </a:cubicBezTo>
                  <a:cubicBezTo>
                    <a:pt x="19" y="24"/>
                    <a:pt x="25" y="18"/>
                    <a:pt x="25" y="12"/>
                  </a:cubicBezTo>
                  <a:cubicBezTo>
                    <a:pt x="25" y="6"/>
                    <a:pt x="21" y="2"/>
                    <a:pt x="16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9" name="Freeform 751">
              <a:extLst>
                <a:ext uri="{FF2B5EF4-FFF2-40B4-BE49-F238E27FC236}">
                  <a16:creationId xmlns:a16="http://schemas.microsoft.com/office/drawing/2014/main" xmlns="" id="{6494ED39-D187-4432-BF00-03F6A8A93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6604" y="263971"/>
              <a:ext cx="505206" cy="768436"/>
            </a:xfrm>
            <a:custGeom>
              <a:avLst/>
              <a:gdLst>
                <a:gd name="T0" fmla="*/ 12 w 309"/>
                <a:gd name="T1" fmla="*/ 0 h 470"/>
                <a:gd name="T2" fmla="*/ 0 w 309"/>
                <a:gd name="T3" fmla="*/ 12 h 470"/>
                <a:gd name="T4" fmla="*/ 290 w 309"/>
                <a:gd name="T5" fmla="*/ 307 h 470"/>
                <a:gd name="T6" fmla="*/ 290 w 309"/>
                <a:gd name="T7" fmla="*/ 470 h 470"/>
                <a:gd name="T8" fmla="*/ 309 w 309"/>
                <a:gd name="T9" fmla="*/ 470 h 470"/>
                <a:gd name="T10" fmla="*/ 309 w 309"/>
                <a:gd name="T11" fmla="*/ 300 h 470"/>
                <a:gd name="T12" fmla="*/ 12 w 309"/>
                <a:gd name="T13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470">
                  <a:moveTo>
                    <a:pt x="12" y="0"/>
                  </a:moveTo>
                  <a:lnTo>
                    <a:pt x="0" y="12"/>
                  </a:lnTo>
                  <a:lnTo>
                    <a:pt x="290" y="307"/>
                  </a:lnTo>
                  <a:lnTo>
                    <a:pt x="290" y="470"/>
                  </a:lnTo>
                  <a:lnTo>
                    <a:pt x="309" y="470"/>
                  </a:lnTo>
                  <a:lnTo>
                    <a:pt x="309" y="300"/>
                  </a:lnTo>
                  <a:lnTo>
                    <a:pt x="1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10" name="Rectangle 209"/>
          <p:cNvSpPr/>
          <p:nvPr/>
        </p:nvSpPr>
        <p:spPr>
          <a:xfrm>
            <a:off x="20270" y="2116651"/>
            <a:ext cx="471226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accent2"/>
                </a:solidFill>
              </a:rPr>
              <a:t>About  Instructor:</a:t>
            </a:r>
          </a:p>
          <a:p>
            <a:r>
              <a:rPr lang="en-US" altLang="ko-KR" sz="1400" b="1" dirty="0" err="1">
                <a:solidFill>
                  <a:schemeClr val="accent2"/>
                </a:solidFill>
              </a:rPr>
              <a:t>Shahzad</a:t>
            </a:r>
            <a:r>
              <a:rPr lang="en-US" altLang="ko-KR" sz="1400" b="1" dirty="0">
                <a:solidFill>
                  <a:schemeClr val="accent2"/>
                </a:solidFill>
              </a:rPr>
              <a:t> </a:t>
            </a:r>
            <a:r>
              <a:rPr lang="en-US" altLang="ko-KR" sz="1400" dirty="0">
                <a:solidFill>
                  <a:schemeClr val="accent2"/>
                </a:solidFill>
              </a:rPr>
              <a:t>- Software Fractional Strategy Consultant - 25+ Years Of Experience In Software Industry - With Clients In  Across North America And  Europe, With Focus On: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1400" dirty="0">
                <a:solidFill>
                  <a:schemeClr val="accent2"/>
                </a:solidFill>
              </a:rPr>
              <a:t>Cloud/</a:t>
            </a:r>
            <a:r>
              <a:rPr lang="en-US" altLang="ko-KR" sz="1400" dirty="0" err="1">
                <a:solidFill>
                  <a:schemeClr val="accent2"/>
                </a:solidFill>
              </a:rPr>
              <a:t>SaaS</a:t>
            </a:r>
            <a:r>
              <a:rPr lang="en-US" altLang="ko-KR" sz="1400" dirty="0">
                <a:solidFill>
                  <a:schemeClr val="accent2"/>
                </a:solidFill>
              </a:rPr>
              <a:t>- Software As Service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1400" dirty="0">
                <a:solidFill>
                  <a:schemeClr val="accent2"/>
                </a:solidFill>
              </a:rPr>
              <a:t>Artificial Intelligence  &amp; Generative AI &amp; LLM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ko-KR" sz="1400" dirty="0">
                <a:solidFill>
                  <a:schemeClr val="accent2"/>
                </a:solidFill>
              </a:rPr>
              <a:t>No-code/Low-code Software Development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47875" y="4015763"/>
            <a:ext cx="46683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About  Institute: </a:t>
            </a:r>
          </a:p>
          <a:p>
            <a:r>
              <a:rPr lang="en-US" sz="1400" dirty="0" err="1">
                <a:solidFill>
                  <a:schemeClr val="accent2"/>
                </a:solidFill>
              </a:rPr>
              <a:t>NexSkill</a:t>
            </a:r>
            <a:r>
              <a:rPr lang="en-US" sz="1400" dirty="0">
                <a:solidFill>
                  <a:schemeClr val="accent2"/>
                </a:solidFill>
              </a:rPr>
              <a:t> is Pakistan's leading IT training institute, providing the best IT training in Pakistan. </a:t>
            </a:r>
            <a:r>
              <a:rPr lang="en-US" sz="1400" dirty="0" err="1">
                <a:solidFill>
                  <a:schemeClr val="accent2"/>
                </a:solidFill>
              </a:rPr>
              <a:t>NexSkill</a:t>
            </a:r>
            <a:r>
              <a:rPr lang="en-US" sz="1400" dirty="0">
                <a:solidFill>
                  <a:schemeClr val="accent2"/>
                </a:solidFill>
              </a:rPr>
              <a:t> offers a variety of professional learning platforms </a:t>
            </a:r>
            <a:r>
              <a:rPr lang="en-US" sz="1400" dirty="0" smtClean="0">
                <a:solidFill>
                  <a:schemeClr val="accent2"/>
                </a:solidFill>
              </a:rPr>
              <a:t>          to </a:t>
            </a:r>
            <a:r>
              <a:rPr lang="en-US" sz="1400" dirty="0">
                <a:solidFill>
                  <a:schemeClr val="accent2"/>
                </a:solidFill>
              </a:rPr>
              <a:t>its students.</a:t>
            </a:r>
          </a:p>
          <a:p>
            <a:r>
              <a:rPr lang="en-US" sz="1400" dirty="0">
                <a:solidFill>
                  <a:schemeClr val="accent2"/>
                </a:solidFill>
                <a:hlinkClick r:id="rId4"/>
              </a:rPr>
              <a:t>https://www.nexskill.com</a:t>
            </a:r>
            <a:r>
              <a:rPr lang="en-US" sz="1400" dirty="0" smtClean="0">
                <a:solidFill>
                  <a:schemeClr val="accent2"/>
                </a:solidFill>
                <a:hlinkClick r:id="rId4"/>
              </a:rPr>
              <a:t>/</a:t>
            </a:r>
            <a:r>
              <a:rPr lang="en-US" sz="1400" dirty="0" smtClean="0">
                <a:solidFill>
                  <a:schemeClr val="accent2"/>
                </a:solidFill>
              </a:rPr>
              <a:t> </a:t>
            </a:r>
            <a:endParaRPr lang="en-US" sz="1400" dirty="0">
              <a:solidFill>
                <a:schemeClr val="accent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787" y="1271478"/>
            <a:ext cx="2656040" cy="54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8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6695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Webflow</a:t>
            </a:r>
            <a:r>
              <a:rPr lang="en-US" sz="2800" b="1" dirty="0" smtClean="0"/>
              <a:t> – </a:t>
            </a:r>
            <a:r>
              <a:rPr lang="en-US" sz="2800" b="1" dirty="0" err="1" smtClean="0"/>
              <a:t>Web:The</a:t>
            </a:r>
            <a:r>
              <a:rPr lang="en-US" sz="2800" b="1" dirty="0" smtClean="0"/>
              <a:t> “</a:t>
            </a:r>
            <a:r>
              <a:rPr lang="en-US" sz="2800" b="1" dirty="0" err="1" smtClean="0"/>
              <a:t>Webflow</a:t>
            </a:r>
            <a:r>
              <a:rPr lang="en-US" sz="2800" b="1" dirty="0" smtClean="0"/>
              <a:t>” way</a:t>
            </a:r>
            <a:endParaRPr lang="en-US" altLang="ko-KR" sz="28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-1" y="731016"/>
            <a:ext cx="5374951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Webflow</a:t>
            </a:r>
            <a:r>
              <a:rPr lang="en-US" b="1" dirty="0" smtClean="0"/>
              <a:t>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 </a:t>
            </a:r>
            <a:r>
              <a:rPr lang="en-US" dirty="0"/>
              <a:t>low-code web design platform that </a:t>
            </a:r>
            <a:r>
              <a:rPr lang="en-US" dirty="0" smtClean="0"/>
              <a:t>                    combines </a:t>
            </a:r>
            <a:r>
              <a:rPr lang="en-US" dirty="0"/>
              <a:t>visual design with powerful </a:t>
            </a:r>
            <a:r>
              <a:rPr lang="en-US" dirty="0" smtClean="0"/>
              <a:t>                     CMS and hosting.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Allows </a:t>
            </a:r>
            <a:r>
              <a:rPr lang="en-US" dirty="0"/>
              <a:t>users to design, build, and launch </a:t>
            </a:r>
            <a:r>
              <a:rPr lang="en-US" dirty="0" smtClean="0"/>
              <a:t>                     responsive </a:t>
            </a:r>
            <a:r>
              <a:rPr lang="en-US" dirty="0"/>
              <a:t>websites without writing </a:t>
            </a:r>
            <a:r>
              <a:rPr lang="en-US" dirty="0" smtClean="0"/>
              <a:t>                      extensive code.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Provides </a:t>
            </a:r>
            <a:r>
              <a:rPr lang="en-US" dirty="0"/>
              <a:t>a visual editor that outputs clean, production-ready HTML, CSS, and </a:t>
            </a:r>
            <a:r>
              <a:rPr lang="en-US" dirty="0" smtClean="0"/>
              <a:t>                                 JavaScript.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Includes </a:t>
            </a:r>
            <a:r>
              <a:rPr lang="en-US" dirty="0"/>
              <a:t>built-in CMS, e-commerce </a:t>
            </a:r>
            <a:r>
              <a:rPr lang="en-US" dirty="0" smtClean="0"/>
              <a:t>                                capabilities</a:t>
            </a:r>
            <a:r>
              <a:rPr lang="en-US" dirty="0"/>
              <a:t>, and hosting services</a:t>
            </a:r>
            <a:r>
              <a:rPr lang="en-US" dirty="0" smtClean="0"/>
              <a:t>.</a:t>
            </a:r>
            <a:endParaRPr lang="en-US" b="1" dirty="0"/>
          </a:p>
          <a:p>
            <a:r>
              <a:rPr lang="en-US" b="1" dirty="0" smtClean="0"/>
              <a:t>Why </a:t>
            </a:r>
            <a:r>
              <a:rPr lang="en-US" b="1" dirty="0"/>
              <a:t>Use </a:t>
            </a:r>
            <a:r>
              <a:rPr lang="en-US" b="1" dirty="0" err="1"/>
              <a:t>Webflow</a:t>
            </a:r>
            <a:r>
              <a:rPr lang="en-US" b="1" dirty="0" smtClean="0"/>
              <a:t>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No-code/low-code </a:t>
            </a:r>
            <a:r>
              <a:rPr lang="en-US" dirty="0"/>
              <a:t>flexibility: Ideal for </a:t>
            </a:r>
            <a:r>
              <a:rPr lang="en-US" dirty="0" smtClean="0"/>
              <a:t>                      designers </a:t>
            </a:r>
            <a:r>
              <a:rPr lang="en-US" dirty="0"/>
              <a:t>and non-developers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Pixel-perfect </a:t>
            </a:r>
            <a:r>
              <a:rPr lang="en-US" dirty="0"/>
              <a:t>control: Full creative freedom without template limitations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Responsive </a:t>
            </a:r>
            <a:r>
              <a:rPr lang="en-US" dirty="0"/>
              <a:t>design made easy: </a:t>
            </a:r>
            <a:r>
              <a:rPr lang="en-US" dirty="0" smtClean="0"/>
              <a:t>                         Automatically </a:t>
            </a:r>
            <a:r>
              <a:rPr lang="en-US" dirty="0"/>
              <a:t>adapts to different screen </a:t>
            </a:r>
            <a:r>
              <a:rPr lang="en-US" dirty="0" smtClean="0"/>
              <a:t>                  sizes.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Integrated </a:t>
            </a:r>
            <a:r>
              <a:rPr lang="en-US" dirty="0"/>
              <a:t>CMS: Manage dynamic content without external plugins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SEO-friendly</a:t>
            </a:r>
            <a:r>
              <a:rPr lang="en-US" dirty="0"/>
              <a:t>: Built-in tools for optimizing </a:t>
            </a:r>
            <a:r>
              <a:rPr lang="en-US" dirty="0" smtClean="0"/>
              <a:t>         search </a:t>
            </a:r>
            <a:r>
              <a:rPr lang="en-US" dirty="0"/>
              <a:t>visibility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Fast </a:t>
            </a:r>
            <a:r>
              <a:rPr lang="en-US" dirty="0"/>
              <a:t>deployment: Publish websites </a:t>
            </a:r>
            <a:r>
              <a:rPr lang="en-US" dirty="0" smtClean="0"/>
              <a:t>                                instantly </a:t>
            </a:r>
            <a:r>
              <a:rPr lang="en-US" dirty="0"/>
              <a:t>with </a:t>
            </a:r>
            <a:r>
              <a:rPr lang="en-US" dirty="0" err="1"/>
              <a:t>Webflow</a:t>
            </a:r>
            <a:r>
              <a:rPr lang="en-US" dirty="0"/>
              <a:t> hosting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Custom </a:t>
            </a:r>
            <a:r>
              <a:rPr lang="en-US" dirty="0"/>
              <a:t>code support: Add advanced </a:t>
            </a:r>
            <a:r>
              <a:rPr lang="en-US" dirty="0" smtClean="0"/>
              <a:t>                        functionality </a:t>
            </a:r>
            <a:r>
              <a:rPr lang="en-US" dirty="0"/>
              <a:t>when needed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Cost-effective</a:t>
            </a:r>
            <a:r>
              <a:rPr lang="en-US" dirty="0"/>
              <a:t>: Reduces dependency on </a:t>
            </a:r>
            <a:r>
              <a:rPr lang="en-US" dirty="0" smtClean="0"/>
              <a:t>                   developers </a:t>
            </a:r>
            <a:r>
              <a:rPr lang="en-US" dirty="0"/>
              <a:t>for basic site builds.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72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7141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 smtClean="0"/>
              <a:t>Webflow</a:t>
            </a:r>
            <a:r>
              <a:rPr lang="en-US" sz="3200" b="1" dirty="0" smtClean="0"/>
              <a:t> </a:t>
            </a:r>
            <a:r>
              <a:rPr lang="en-US" sz="3200" b="1" dirty="0"/>
              <a:t>- Getting Started</a:t>
            </a:r>
            <a:endParaRPr lang="en-US" altLang="ko-KR" sz="3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111945" y="731016"/>
            <a:ext cx="526300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Setting Up Your </a:t>
            </a:r>
            <a:r>
              <a:rPr lang="en-US" b="1" dirty="0" err="1"/>
              <a:t>Webflow</a:t>
            </a:r>
            <a:r>
              <a:rPr lang="en-US" b="1" dirty="0"/>
              <a:t> </a:t>
            </a:r>
            <a:r>
              <a:rPr lang="en-US" b="1" dirty="0" smtClean="0"/>
              <a:t>Account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Sign </a:t>
            </a:r>
            <a:r>
              <a:rPr lang="en-US" dirty="0"/>
              <a:t>Up: Create a free </a:t>
            </a:r>
            <a:r>
              <a:rPr lang="en-US" dirty="0" err="1"/>
              <a:t>Webflow</a:t>
            </a:r>
            <a:r>
              <a:rPr lang="en-US" dirty="0"/>
              <a:t> account </a:t>
            </a:r>
            <a:r>
              <a:rPr lang="en-US" dirty="0" smtClean="0"/>
              <a:t>                 using </a:t>
            </a:r>
            <a:r>
              <a:rPr lang="en-US" dirty="0"/>
              <a:t>email or Google login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Dashboard </a:t>
            </a:r>
            <a:r>
              <a:rPr lang="en-US" dirty="0"/>
              <a:t>Overview: Understand the </a:t>
            </a:r>
            <a:r>
              <a:rPr lang="en-US" dirty="0" smtClean="0"/>
              <a:t>                 workspace</a:t>
            </a:r>
            <a:r>
              <a:rPr lang="en-US" dirty="0"/>
              <a:t>, projects, and team settings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Plan </a:t>
            </a:r>
            <a:r>
              <a:rPr lang="en-US" dirty="0"/>
              <a:t>Selection: Explore free vs. paid plans for hosting and advanced features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Creating </a:t>
            </a:r>
            <a:r>
              <a:rPr lang="en-US" b="1" dirty="0"/>
              <a:t>Your First </a:t>
            </a:r>
            <a:r>
              <a:rPr lang="en-US" b="1" dirty="0" smtClean="0"/>
              <a:t>Project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Start </a:t>
            </a:r>
            <a:r>
              <a:rPr lang="en-US" dirty="0"/>
              <a:t>from Scratch or Template: Choose a blank canvas or pre-built template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Project </a:t>
            </a:r>
            <a:r>
              <a:rPr lang="en-US" dirty="0"/>
              <a:t>Settings: Configure site name, </a:t>
            </a:r>
            <a:r>
              <a:rPr lang="en-US" dirty="0" smtClean="0"/>
              <a:t>                 favicon</a:t>
            </a:r>
            <a:r>
              <a:rPr lang="en-US" dirty="0"/>
              <a:t>, and basic SEO settings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Folder </a:t>
            </a:r>
            <a:r>
              <a:rPr lang="en-US" dirty="0"/>
              <a:t>&amp; Page Structure: Organize pages for better navigation.</a:t>
            </a:r>
          </a:p>
        </p:txBody>
      </p:sp>
    </p:spTree>
    <p:extLst>
      <p:ext uri="{BB962C8B-B14F-4D97-AF65-F5344CB8AC3E}">
        <p14:creationId xmlns:p14="http://schemas.microsoft.com/office/powerpoint/2010/main" val="48126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7141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 smtClean="0"/>
              <a:t>Webflow</a:t>
            </a:r>
            <a:r>
              <a:rPr lang="en-US" sz="3200" b="1" dirty="0" smtClean="0"/>
              <a:t> </a:t>
            </a:r>
            <a:r>
              <a:rPr lang="en-US" sz="3200" b="1" dirty="0"/>
              <a:t>- Getting </a:t>
            </a:r>
            <a:r>
              <a:rPr lang="en-US" sz="3200" b="1" dirty="0" smtClean="0"/>
              <a:t>Started 2</a:t>
            </a:r>
            <a:endParaRPr lang="en-US" altLang="ko-KR" sz="3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111945" y="731016"/>
            <a:ext cx="526300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Exploring the </a:t>
            </a:r>
            <a:r>
              <a:rPr lang="en-US" b="1" dirty="0" err="1"/>
              <a:t>Webflow</a:t>
            </a:r>
            <a:r>
              <a:rPr lang="en-US" b="1" dirty="0"/>
              <a:t> </a:t>
            </a:r>
            <a:r>
              <a:rPr lang="en-US" b="1" dirty="0" smtClean="0"/>
              <a:t>Designer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Interface </a:t>
            </a:r>
            <a:r>
              <a:rPr lang="en-US" dirty="0"/>
              <a:t>Tour: Learn panels (Navigator, </a:t>
            </a:r>
            <a:r>
              <a:rPr lang="en-US" dirty="0" smtClean="0"/>
              <a:t>                         Style</a:t>
            </a:r>
            <a:r>
              <a:rPr lang="en-US" dirty="0"/>
              <a:t>, Assets, Interactions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Element </a:t>
            </a:r>
            <a:r>
              <a:rPr lang="en-US" dirty="0"/>
              <a:t>Panel: Drag and drop elements </a:t>
            </a:r>
            <a:r>
              <a:rPr lang="en-US" dirty="0" smtClean="0"/>
              <a:t>   like </a:t>
            </a:r>
            <a:r>
              <a:rPr lang="en-US" dirty="0" err="1"/>
              <a:t>divs</a:t>
            </a:r>
            <a:r>
              <a:rPr lang="en-US" dirty="0"/>
              <a:t>, text blocks, and images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Style </a:t>
            </a:r>
            <a:r>
              <a:rPr lang="en-US" dirty="0"/>
              <a:t>Panel: Apply CSS properties visually (colors, fonts, spacing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Preview </a:t>
            </a:r>
            <a:r>
              <a:rPr lang="en-US" dirty="0"/>
              <a:t>&amp; Publish: Test your design </a:t>
            </a:r>
            <a:r>
              <a:rPr lang="en-US" dirty="0" smtClean="0"/>
              <a:t>                    before </a:t>
            </a:r>
            <a:r>
              <a:rPr lang="en-US" dirty="0"/>
              <a:t>going live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r>
              <a:rPr lang="en-US" b="1" dirty="0" smtClean="0"/>
              <a:t>Understanding </a:t>
            </a:r>
            <a:r>
              <a:rPr lang="en-US" b="1" dirty="0"/>
              <a:t>the Box Model and Layout </a:t>
            </a:r>
            <a:endParaRPr lang="en-US" b="1" dirty="0" smtClean="0"/>
          </a:p>
          <a:p>
            <a:r>
              <a:rPr lang="en-US" b="1" dirty="0" smtClean="0"/>
              <a:t>Basics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Box </a:t>
            </a:r>
            <a:r>
              <a:rPr lang="en-US" dirty="0"/>
              <a:t>Model Fundamentals: Margin, padding, border, and content area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Positioning</a:t>
            </a:r>
            <a:r>
              <a:rPr lang="en-US" dirty="0"/>
              <a:t>: Static, relative, absolute, and fixed positioning in </a:t>
            </a:r>
            <a:r>
              <a:rPr lang="en-US" dirty="0" err="1"/>
              <a:t>Webflow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Display </a:t>
            </a:r>
            <a:r>
              <a:rPr lang="en-US" dirty="0"/>
              <a:t>Settings: Block, inline-block, flex, and grid layouts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Hierarchy</a:t>
            </a:r>
            <a:r>
              <a:rPr lang="en-US" dirty="0"/>
              <a:t>: Nesting elements for structured design.</a:t>
            </a:r>
          </a:p>
        </p:txBody>
      </p:sp>
    </p:spTree>
    <p:extLst>
      <p:ext uri="{BB962C8B-B14F-4D97-AF65-F5344CB8AC3E}">
        <p14:creationId xmlns:p14="http://schemas.microsoft.com/office/powerpoint/2010/main" val="165150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6695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tx2"/>
                </a:solidFill>
                <a:latin typeface="+mj-lt"/>
              </a:rPr>
              <a:t>Core Design Principles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-1" y="731016"/>
            <a:ext cx="537495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Working with Containers, Sections, and </a:t>
            </a:r>
            <a:r>
              <a:rPr lang="en-US" b="1" dirty="0" smtClean="0"/>
              <a:t>                   Grids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Containers</a:t>
            </a:r>
            <a:r>
              <a:rPr lang="en-US" dirty="0"/>
              <a:t>: Maintain consistent content width and alignment across pages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Sections</a:t>
            </a:r>
            <a:r>
              <a:rPr lang="en-US" dirty="0"/>
              <a:t>: Organize content into logical </a:t>
            </a:r>
            <a:r>
              <a:rPr lang="en-US" dirty="0" smtClean="0"/>
              <a:t>                 blocks </a:t>
            </a:r>
            <a:r>
              <a:rPr lang="en-US" dirty="0"/>
              <a:t>for better structure and readability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Grids</a:t>
            </a:r>
            <a:r>
              <a:rPr lang="en-US" dirty="0"/>
              <a:t>: Use CSS Grid for complex layouts </a:t>
            </a:r>
            <a:r>
              <a:rPr lang="en-US" dirty="0" smtClean="0"/>
              <a:t>                  with </a:t>
            </a:r>
            <a:r>
              <a:rPr lang="en-US" dirty="0"/>
              <a:t>precise control over rows and </a:t>
            </a:r>
            <a:r>
              <a:rPr lang="en-US" dirty="0" smtClean="0"/>
              <a:t>                         columns.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Best </a:t>
            </a:r>
            <a:r>
              <a:rPr lang="en-US" dirty="0"/>
              <a:t>Practice: Combine sections and </a:t>
            </a:r>
            <a:r>
              <a:rPr lang="en-US" dirty="0" smtClean="0"/>
              <a:t>                   grids </a:t>
            </a:r>
            <a:r>
              <a:rPr lang="en-US" dirty="0"/>
              <a:t>for responsive, modular design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Typography </a:t>
            </a:r>
            <a:r>
              <a:rPr lang="en-US" b="1" dirty="0"/>
              <a:t>and Color </a:t>
            </a:r>
            <a:r>
              <a:rPr lang="en-US" b="1" dirty="0" smtClean="0"/>
              <a:t>Management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Typography</a:t>
            </a:r>
            <a:r>
              <a:rPr lang="en-US" dirty="0"/>
              <a:t>: Set global font styles for headings, paragraphs, and links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Font </a:t>
            </a:r>
            <a:r>
              <a:rPr lang="en-US" dirty="0"/>
              <a:t>Hierarchy: Use consistent heading </a:t>
            </a:r>
            <a:r>
              <a:rPr lang="en-US" dirty="0" smtClean="0"/>
              <a:t>                        levels </a:t>
            </a:r>
            <a:r>
              <a:rPr lang="en-US" dirty="0"/>
              <a:t>(H1–H6) for SEO and clarity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Color </a:t>
            </a:r>
            <a:r>
              <a:rPr lang="en-US" dirty="0"/>
              <a:t>Palette: Define global swatches for </a:t>
            </a:r>
            <a:r>
              <a:rPr lang="en-US" dirty="0" smtClean="0"/>
              <a:t>                  brand </a:t>
            </a:r>
            <a:r>
              <a:rPr lang="en-US" dirty="0"/>
              <a:t>consistency</a:t>
            </a:r>
            <a:r>
              <a:rPr lang="en-US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Contrast </a:t>
            </a:r>
            <a:r>
              <a:rPr lang="en-US" dirty="0"/>
              <a:t>&amp; Accessibility: Ensure text is </a:t>
            </a:r>
            <a:r>
              <a:rPr lang="en-US" dirty="0" smtClean="0"/>
              <a:t>                     readable </a:t>
            </a:r>
            <a:r>
              <a:rPr lang="en-US" dirty="0"/>
              <a:t>against background colors.</a:t>
            </a:r>
          </a:p>
        </p:txBody>
      </p:sp>
    </p:spTree>
    <p:extLst>
      <p:ext uri="{BB962C8B-B14F-4D97-AF65-F5344CB8AC3E}">
        <p14:creationId xmlns:p14="http://schemas.microsoft.com/office/powerpoint/2010/main" val="2627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6695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tx2"/>
                </a:solidFill>
                <a:latin typeface="+mj-lt"/>
              </a:rPr>
              <a:t>Core Design </a:t>
            </a:r>
            <a:r>
              <a:rPr lang="en-US" altLang="ko-KR" sz="3600" dirty="0" smtClean="0">
                <a:solidFill>
                  <a:schemeClr val="tx2"/>
                </a:solidFill>
                <a:latin typeface="+mj-lt"/>
              </a:rPr>
              <a:t>Principles-2</a:t>
            </a:r>
            <a:endParaRPr lang="en-US" altLang="ko-KR" sz="36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-1" y="731016"/>
            <a:ext cx="537495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Adding and Styling Elements (Buttons, </a:t>
            </a:r>
            <a:r>
              <a:rPr lang="en-US" b="1" dirty="0" smtClean="0"/>
              <a:t>                   Images</a:t>
            </a:r>
            <a:r>
              <a:rPr lang="en-US" b="1" dirty="0"/>
              <a:t>, Forms</a:t>
            </a:r>
            <a:r>
              <a:rPr lang="en-US" b="1" dirty="0" smtClean="0"/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Buttons</a:t>
            </a:r>
            <a:r>
              <a:rPr lang="en-US" dirty="0"/>
              <a:t>: Create reusable button styles </a:t>
            </a:r>
            <a:r>
              <a:rPr lang="en-US" dirty="0" smtClean="0"/>
              <a:t>                    with </a:t>
            </a:r>
            <a:r>
              <a:rPr lang="en-US" dirty="0"/>
              <a:t>hover states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Images</a:t>
            </a:r>
            <a:r>
              <a:rPr lang="en-US" dirty="0"/>
              <a:t>: Optimize image size and use </a:t>
            </a:r>
            <a:r>
              <a:rPr lang="en-US" dirty="0" smtClean="0"/>
              <a:t>                      responsive </a:t>
            </a:r>
            <a:r>
              <a:rPr lang="en-US" dirty="0"/>
              <a:t>settings for faster load times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Forms</a:t>
            </a:r>
            <a:r>
              <a:rPr lang="en-US" dirty="0"/>
              <a:t>: Style input fields, labels, and </a:t>
            </a:r>
            <a:r>
              <a:rPr lang="en-US" dirty="0" smtClean="0"/>
              <a:t>                       buttons </a:t>
            </a:r>
            <a:r>
              <a:rPr lang="en-US" dirty="0"/>
              <a:t>for a cohesive look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Consistency</a:t>
            </a:r>
            <a:r>
              <a:rPr lang="en-US" dirty="0"/>
              <a:t>: Apply global classes for </a:t>
            </a:r>
            <a:r>
              <a:rPr lang="en-US" dirty="0" smtClean="0"/>
              <a:t>                        uniform </a:t>
            </a:r>
            <a:r>
              <a:rPr lang="en-US" dirty="0"/>
              <a:t>styling across elements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Responsive </a:t>
            </a:r>
            <a:r>
              <a:rPr lang="en-US" b="1" dirty="0"/>
              <a:t>Design </a:t>
            </a:r>
            <a:r>
              <a:rPr lang="en-US" b="1" dirty="0" smtClean="0"/>
              <a:t>Fundamentals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Breakpoints</a:t>
            </a:r>
            <a:r>
              <a:rPr lang="en-US" dirty="0"/>
              <a:t>: Adjust layouts for desktop, </a:t>
            </a:r>
            <a:r>
              <a:rPr lang="en-US" dirty="0" smtClean="0"/>
              <a:t>                 tablet</a:t>
            </a:r>
            <a:r>
              <a:rPr lang="en-US" dirty="0"/>
              <a:t>, and mobile views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Fluid </a:t>
            </a:r>
            <a:r>
              <a:rPr lang="en-US" dirty="0"/>
              <a:t>Layouts: Use percentage-based </a:t>
            </a:r>
            <a:r>
              <a:rPr lang="en-US" dirty="0" smtClean="0"/>
              <a:t>                     widths </a:t>
            </a:r>
            <a:r>
              <a:rPr lang="en-US" dirty="0"/>
              <a:t>and flexible grids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Testing</a:t>
            </a:r>
            <a:r>
              <a:rPr lang="en-US" dirty="0"/>
              <a:t>: Preview and fine-tune designs </a:t>
            </a:r>
            <a:r>
              <a:rPr lang="en-US" dirty="0" smtClean="0"/>
              <a:t>                      across </a:t>
            </a:r>
            <a:r>
              <a:rPr lang="en-US" dirty="0"/>
              <a:t>multiple devices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Mobile-First </a:t>
            </a:r>
            <a:r>
              <a:rPr lang="en-US" dirty="0"/>
              <a:t>Approach: Start with smaller </a:t>
            </a:r>
            <a:r>
              <a:rPr lang="en-US" dirty="0" smtClean="0"/>
              <a:t>                     screens </a:t>
            </a:r>
            <a:r>
              <a:rPr lang="en-US" dirty="0"/>
              <a:t>for better scalability.</a:t>
            </a:r>
          </a:p>
        </p:txBody>
      </p:sp>
    </p:spTree>
    <p:extLst>
      <p:ext uri="{BB962C8B-B14F-4D97-AF65-F5344CB8AC3E}">
        <p14:creationId xmlns:p14="http://schemas.microsoft.com/office/powerpoint/2010/main" val="3602927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7370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tx2"/>
                </a:solidFill>
                <a:latin typeface="+mj-lt"/>
              </a:rPr>
              <a:t>CMS and Dynamic Content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-1" y="828989"/>
            <a:ext cx="537495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Introduction to </a:t>
            </a:r>
            <a:r>
              <a:rPr lang="en-US" b="1" dirty="0" err="1"/>
              <a:t>Webflow</a:t>
            </a:r>
            <a:r>
              <a:rPr lang="en-US" b="1" dirty="0"/>
              <a:t> </a:t>
            </a:r>
            <a:r>
              <a:rPr lang="en-US" b="1" dirty="0" smtClean="0"/>
              <a:t>CMS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What </a:t>
            </a:r>
            <a:r>
              <a:rPr lang="en-US" dirty="0"/>
              <a:t>is </a:t>
            </a:r>
            <a:r>
              <a:rPr lang="en-US" dirty="0" err="1"/>
              <a:t>Webflow</a:t>
            </a:r>
            <a:r>
              <a:rPr lang="en-US" dirty="0"/>
              <a:t> CMS? A content management system built into </a:t>
            </a:r>
            <a:r>
              <a:rPr lang="en-US" dirty="0" err="1"/>
              <a:t>Webflow</a:t>
            </a:r>
            <a:r>
              <a:rPr lang="en-US" dirty="0"/>
              <a:t> for </a:t>
            </a:r>
            <a:r>
              <a:rPr lang="en-US" dirty="0" smtClean="0"/>
              <a:t>                             dynamic </a:t>
            </a:r>
            <a:r>
              <a:rPr lang="en-US" dirty="0"/>
              <a:t>content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Purpose</a:t>
            </a:r>
            <a:r>
              <a:rPr lang="en-US" dirty="0"/>
              <a:t>: Enables non-technical users to </a:t>
            </a:r>
            <a:r>
              <a:rPr lang="en-US" dirty="0" smtClean="0"/>
              <a:t>            manage </a:t>
            </a:r>
            <a:r>
              <a:rPr lang="en-US" dirty="0"/>
              <a:t>and update content easily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Use </a:t>
            </a:r>
            <a:r>
              <a:rPr lang="en-US" dirty="0"/>
              <a:t>Cases: Blogs, portfolios, product </a:t>
            </a:r>
            <a:r>
              <a:rPr lang="en-US" dirty="0" smtClean="0"/>
              <a:t>                         listings</a:t>
            </a:r>
            <a:r>
              <a:rPr lang="en-US" dirty="0"/>
              <a:t>, and dynamic pages</a:t>
            </a:r>
            <a:r>
              <a:rPr lang="en-US" dirty="0" smtClean="0"/>
              <a:t>.</a:t>
            </a:r>
          </a:p>
          <a:p>
            <a:endParaRPr lang="en-US" b="1" dirty="0"/>
          </a:p>
          <a:p>
            <a:r>
              <a:rPr lang="en-US" b="1" dirty="0" smtClean="0"/>
              <a:t>Creating </a:t>
            </a:r>
            <a:r>
              <a:rPr lang="en-US" b="1" dirty="0"/>
              <a:t>and Managing </a:t>
            </a:r>
            <a:r>
              <a:rPr lang="en-US" b="1" dirty="0" smtClean="0"/>
              <a:t>Collections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Collections</a:t>
            </a:r>
            <a:r>
              <a:rPr lang="en-US" dirty="0"/>
              <a:t>: Structured groups of content </a:t>
            </a:r>
            <a:r>
              <a:rPr lang="en-US" dirty="0" smtClean="0"/>
              <a:t>  (</a:t>
            </a:r>
            <a:r>
              <a:rPr lang="en-US" dirty="0"/>
              <a:t>e.g., blog posts, team members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Fields</a:t>
            </a:r>
            <a:r>
              <a:rPr lang="en-US" dirty="0"/>
              <a:t>: Define custom fields (text, images, </a:t>
            </a:r>
            <a:r>
              <a:rPr lang="en-US" dirty="0" smtClean="0"/>
              <a:t>      links</a:t>
            </a:r>
            <a:r>
              <a:rPr lang="en-US" dirty="0"/>
              <a:t>, etc.) for each collection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Adding </a:t>
            </a:r>
            <a:r>
              <a:rPr lang="en-US" dirty="0"/>
              <a:t>Items: Populate collections with </a:t>
            </a:r>
            <a:r>
              <a:rPr lang="en-US" dirty="0" smtClean="0"/>
              <a:t>             content </a:t>
            </a:r>
            <a:r>
              <a:rPr lang="en-US" dirty="0"/>
              <a:t>manually or via CSV import</a:t>
            </a:r>
            <a:r>
              <a:rPr lang="en-US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Best </a:t>
            </a:r>
            <a:r>
              <a:rPr lang="en-US" dirty="0"/>
              <a:t>Practice: Use descriptive field names for scalability.</a:t>
            </a:r>
          </a:p>
        </p:txBody>
      </p:sp>
    </p:spTree>
    <p:extLst>
      <p:ext uri="{BB962C8B-B14F-4D97-AF65-F5344CB8AC3E}">
        <p14:creationId xmlns:p14="http://schemas.microsoft.com/office/powerpoint/2010/main" val="414212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19017" y="216226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8" y="11565"/>
            <a:ext cx="697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chemeClr val="tx2"/>
                </a:solidFill>
              </a:rPr>
              <a:t>CMS and Dynamic </a:t>
            </a:r>
            <a:r>
              <a:rPr lang="en-US" altLang="ko-KR" sz="3600" b="1" dirty="0" smtClean="0">
                <a:solidFill>
                  <a:schemeClr val="tx2"/>
                </a:solidFill>
              </a:rPr>
              <a:t>Content-2</a:t>
            </a:r>
            <a:endParaRPr lang="en-US" altLang="ko-KR" sz="3600" b="1" dirty="0">
              <a:solidFill>
                <a:schemeClr val="tx2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-1" y="731016"/>
            <a:ext cx="537495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Binding Dynamic Content to </a:t>
            </a:r>
            <a:r>
              <a:rPr lang="en-US" b="1" dirty="0" smtClean="0"/>
              <a:t>Templates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Collection </a:t>
            </a:r>
            <a:r>
              <a:rPr lang="en-US" b="1" dirty="0"/>
              <a:t>Pages:</a:t>
            </a:r>
            <a:r>
              <a:rPr lang="en-US" dirty="0"/>
              <a:t> Automatically generate pages for each item in a collection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Dynamic </a:t>
            </a:r>
            <a:r>
              <a:rPr lang="en-US" b="1" dirty="0"/>
              <a:t>Binding:</a:t>
            </a:r>
            <a:r>
              <a:rPr lang="en-US" dirty="0"/>
              <a:t> Connect CMS fields to </a:t>
            </a:r>
            <a:r>
              <a:rPr lang="en-US" dirty="0" smtClean="0"/>
              <a:t>    design </a:t>
            </a:r>
            <a:r>
              <a:rPr lang="en-US" dirty="0"/>
              <a:t>elements (e.g., titles, images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Global </a:t>
            </a:r>
            <a:r>
              <a:rPr lang="en-US" b="1" dirty="0"/>
              <a:t>Updates:</a:t>
            </a:r>
            <a:r>
              <a:rPr lang="en-US" dirty="0"/>
              <a:t> Changes in CMS reflect </a:t>
            </a:r>
            <a:r>
              <a:rPr lang="en-US" dirty="0" smtClean="0"/>
              <a:t>                across </a:t>
            </a:r>
            <a:r>
              <a:rPr lang="en-US" dirty="0"/>
              <a:t>all linked templates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Filtering </a:t>
            </a:r>
            <a:r>
              <a:rPr lang="en-US" b="1" dirty="0"/>
              <a:t>and Sorting Dynamic </a:t>
            </a:r>
            <a:r>
              <a:rPr lang="en-US" b="1" dirty="0" smtClean="0"/>
              <a:t>Lists</a:t>
            </a:r>
          </a:p>
          <a:p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Filters: </a:t>
            </a:r>
            <a:r>
              <a:rPr lang="en-US" dirty="0" smtClean="0"/>
              <a:t>Display </a:t>
            </a:r>
            <a:r>
              <a:rPr lang="en-US" dirty="0"/>
              <a:t>specific content based on </a:t>
            </a:r>
            <a:r>
              <a:rPr lang="en-US" dirty="0" smtClean="0"/>
              <a:t>                       conditions </a:t>
            </a:r>
            <a:r>
              <a:rPr lang="en-US" dirty="0"/>
              <a:t>(e.g., category, date</a:t>
            </a:r>
            <a:r>
              <a:rPr lang="en-US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Sorting</a:t>
            </a:r>
            <a:r>
              <a:rPr lang="en-US" b="1" dirty="0"/>
              <a:t>:</a:t>
            </a:r>
            <a:r>
              <a:rPr lang="en-US" dirty="0"/>
              <a:t> Arrange items by relevance, </a:t>
            </a:r>
            <a:r>
              <a:rPr lang="en-US" dirty="0" smtClean="0"/>
              <a:t>                     alphabetical </a:t>
            </a:r>
            <a:r>
              <a:rPr lang="en-US" dirty="0"/>
              <a:t>order, or custom logic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Pagination:</a:t>
            </a:r>
            <a:r>
              <a:rPr lang="en-US" dirty="0" smtClean="0"/>
              <a:t> </a:t>
            </a:r>
            <a:r>
              <a:rPr lang="en-US" dirty="0"/>
              <a:t>Break large lists into </a:t>
            </a:r>
            <a:r>
              <a:rPr lang="en-US" dirty="0" smtClean="0"/>
              <a:t>                         manageable </a:t>
            </a:r>
            <a:r>
              <a:rPr lang="en-US" dirty="0"/>
              <a:t>pages for better UX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Dynamic </a:t>
            </a:r>
            <a:r>
              <a:rPr lang="en-US" b="1" dirty="0"/>
              <a:t>Lists:</a:t>
            </a:r>
            <a:r>
              <a:rPr lang="en-US" dirty="0"/>
              <a:t> Use repeatable layouts for </a:t>
            </a:r>
            <a:r>
              <a:rPr lang="en-US" dirty="0" smtClean="0"/>
              <a:t>             consistent </a:t>
            </a:r>
            <a:r>
              <a:rPr lang="en-US" dirty="0"/>
              <a:t>design.</a:t>
            </a:r>
          </a:p>
        </p:txBody>
      </p:sp>
    </p:spTree>
    <p:extLst>
      <p:ext uri="{BB962C8B-B14F-4D97-AF65-F5344CB8AC3E}">
        <p14:creationId xmlns:p14="http://schemas.microsoft.com/office/powerpoint/2010/main" val="357942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05538" y="223914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9" y="11565"/>
            <a:ext cx="641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Forms and Integrations</a:t>
            </a:r>
            <a:endParaRPr lang="en-US" altLang="ko-KR" sz="36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-49186" y="731016"/>
            <a:ext cx="5437616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Building and Styling </a:t>
            </a:r>
            <a:r>
              <a:rPr lang="en-US" b="1" dirty="0" smtClean="0"/>
              <a:t>Forms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Form </a:t>
            </a:r>
            <a:r>
              <a:rPr lang="en-US" b="1" dirty="0"/>
              <a:t>Basics: </a:t>
            </a:r>
            <a:r>
              <a:rPr lang="en-US" dirty="0"/>
              <a:t>Add form elements like input fields, dropdowns, checkboxes, and submit buttons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Styling</a:t>
            </a:r>
            <a:r>
              <a:rPr lang="en-US" b="1" dirty="0"/>
              <a:t>:</a:t>
            </a:r>
            <a:r>
              <a:rPr lang="en-US" dirty="0"/>
              <a:t> Customize form appearance using classes for consistent design</a:t>
            </a:r>
            <a:r>
              <a:rPr lang="en-US" dirty="0" smtClean="0"/>
              <a:t>.</a:t>
            </a: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Validation</a:t>
            </a:r>
            <a:r>
              <a:rPr lang="en-US" b="1" dirty="0"/>
              <a:t>:</a:t>
            </a:r>
            <a:r>
              <a:rPr lang="en-US" dirty="0"/>
              <a:t> Configure required fields and </a:t>
            </a:r>
            <a:r>
              <a:rPr lang="en-US" dirty="0" smtClean="0"/>
              <a:t>                   error </a:t>
            </a:r>
            <a:r>
              <a:rPr lang="en-US" dirty="0"/>
              <a:t>messages for better UX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Responsive </a:t>
            </a:r>
            <a:r>
              <a:rPr lang="en-US" b="1" dirty="0"/>
              <a:t>Design:</a:t>
            </a:r>
            <a:r>
              <a:rPr lang="en-US" dirty="0"/>
              <a:t> Ensure forms adapt to different screen sizes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Connecting </a:t>
            </a:r>
            <a:r>
              <a:rPr lang="en-US" b="1" dirty="0"/>
              <a:t>Forms to Email and Third-Party </a:t>
            </a:r>
            <a:r>
              <a:rPr lang="en-US" b="1" dirty="0" smtClean="0"/>
              <a:t> Tools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Email </a:t>
            </a:r>
            <a:r>
              <a:rPr lang="en-US" b="1" dirty="0"/>
              <a:t>Notifications:</a:t>
            </a:r>
            <a:r>
              <a:rPr lang="en-US" dirty="0"/>
              <a:t> Set up form </a:t>
            </a:r>
            <a:r>
              <a:rPr lang="en-US" dirty="0" smtClean="0"/>
              <a:t>                           submissions </a:t>
            </a:r>
            <a:r>
              <a:rPr lang="en-US" dirty="0"/>
              <a:t>to send email alerts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Data </a:t>
            </a:r>
            <a:r>
              <a:rPr lang="en-US" b="1" dirty="0"/>
              <a:t>Storage:</a:t>
            </a:r>
            <a:r>
              <a:rPr lang="en-US" dirty="0"/>
              <a:t> Store submissions in </a:t>
            </a:r>
            <a:r>
              <a:rPr lang="en-US" dirty="0" smtClean="0"/>
              <a:t>                           </a:t>
            </a:r>
            <a:r>
              <a:rPr lang="en-US" dirty="0" err="1" smtClean="0"/>
              <a:t>Webflow</a:t>
            </a:r>
            <a:r>
              <a:rPr lang="en-US" dirty="0" smtClean="0"/>
              <a:t> </a:t>
            </a:r>
            <a:r>
              <a:rPr lang="en-US" dirty="0"/>
              <a:t>dashboard for easy access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Third-Party </a:t>
            </a:r>
            <a:r>
              <a:rPr lang="en-US" b="1" dirty="0"/>
              <a:t>Integration:</a:t>
            </a:r>
            <a:r>
              <a:rPr lang="en-US" dirty="0"/>
              <a:t> Connect forms to </a:t>
            </a:r>
            <a:r>
              <a:rPr lang="en-US" dirty="0" smtClean="0"/>
              <a:t>                         tools </a:t>
            </a:r>
            <a:r>
              <a:rPr lang="en-US" dirty="0"/>
              <a:t>like </a:t>
            </a:r>
            <a:r>
              <a:rPr lang="en-US" dirty="0" err="1"/>
              <a:t>Mailchimp</a:t>
            </a:r>
            <a:r>
              <a:rPr lang="en-US" dirty="0"/>
              <a:t> or Google Sheets for </a:t>
            </a:r>
            <a:r>
              <a:rPr lang="en-US" dirty="0" smtClean="0"/>
              <a:t>                     automation.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Security</a:t>
            </a:r>
            <a:r>
              <a:rPr lang="en-US" b="1" dirty="0"/>
              <a:t>:</a:t>
            </a:r>
            <a:r>
              <a:rPr lang="en-US" dirty="0"/>
              <a:t> Enable spam protection with </a:t>
            </a:r>
            <a:r>
              <a:rPr lang="en-US" dirty="0" smtClean="0"/>
              <a:t>                       CAPTCHA.</a:t>
            </a:r>
          </a:p>
          <a:p>
            <a:r>
              <a:rPr lang="en-US" b="1" dirty="0" smtClean="0"/>
              <a:t>Integrating </a:t>
            </a:r>
            <a:r>
              <a:rPr lang="en-US" b="1" dirty="0"/>
              <a:t>with </a:t>
            </a:r>
            <a:r>
              <a:rPr lang="en-US" b="1" dirty="0" err="1"/>
              <a:t>Zapier</a:t>
            </a:r>
            <a:r>
              <a:rPr lang="en-US" b="1" dirty="0"/>
              <a:t>, </a:t>
            </a:r>
            <a:r>
              <a:rPr lang="en-US" b="1" dirty="0" err="1"/>
              <a:t>Airtable</a:t>
            </a:r>
            <a:r>
              <a:rPr lang="en-US" b="1" dirty="0"/>
              <a:t>, and Other </a:t>
            </a:r>
            <a:r>
              <a:rPr lang="en-US" b="1" dirty="0" smtClean="0"/>
              <a:t>       Services</a:t>
            </a:r>
          </a:p>
          <a:p>
            <a:r>
              <a:rPr lang="en-US" b="1" dirty="0" err="1" smtClean="0"/>
              <a:t>Zapier</a:t>
            </a:r>
            <a:r>
              <a:rPr lang="en-US" b="1" dirty="0" smtClean="0"/>
              <a:t> </a:t>
            </a:r>
            <a:r>
              <a:rPr lang="en-US" b="1" dirty="0"/>
              <a:t>Integration: </a:t>
            </a:r>
            <a:r>
              <a:rPr lang="en-US" dirty="0"/>
              <a:t>Automate workflows by </a:t>
            </a:r>
            <a:r>
              <a:rPr lang="en-US" dirty="0" smtClean="0"/>
              <a:t>                                            connecting </a:t>
            </a:r>
            <a:r>
              <a:rPr lang="en-US" dirty="0" err="1"/>
              <a:t>Webflow</a:t>
            </a:r>
            <a:r>
              <a:rPr lang="en-US" dirty="0"/>
              <a:t> forms to hundreds of </a:t>
            </a:r>
            <a:r>
              <a:rPr lang="en-US" dirty="0" smtClean="0"/>
              <a:t>                    apps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5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05538" y="2239148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9" y="11565"/>
            <a:ext cx="641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SEO and Performance </a:t>
            </a:r>
            <a:r>
              <a:rPr lang="en-US" sz="2400" b="1" dirty="0" smtClean="0"/>
              <a:t>Optimization</a:t>
            </a:r>
            <a:endParaRPr lang="en-US" altLang="ko-KR" sz="2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/>
        </p:nvSpPr>
        <p:spPr>
          <a:xfrm>
            <a:off x="7154" y="743189"/>
            <a:ext cx="538127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On-Page SEO Settings in </a:t>
            </a:r>
            <a:r>
              <a:rPr lang="en-US" b="1" dirty="0" err="1" smtClean="0"/>
              <a:t>Webflow</a:t>
            </a: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Meta </a:t>
            </a:r>
            <a:r>
              <a:rPr lang="en-US" b="1" dirty="0"/>
              <a:t>Titles &amp; Descriptions: </a:t>
            </a:r>
            <a:r>
              <a:rPr lang="en-US" dirty="0"/>
              <a:t>Configure for </a:t>
            </a:r>
            <a:r>
              <a:rPr lang="en-US" dirty="0" smtClean="0"/>
              <a:t>                  each </a:t>
            </a:r>
            <a:r>
              <a:rPr lang="en-US" dirty="0"/>
              <a:t>page to improve search visibility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Alt </a:t>
            </a:r>
            <a:r>
              <a:rPr lang="en-US" b="1" dirty="0"/>
              <a:t>Text for Images:</a:t>
            </a:r>
            <a:r>
              <a:rPr lang="en-US" dirty="0"/>
              <a:t> Add descriptive alt </a:t>
            </a:r>
            <a:r>
              <a:rPr lang="en-US" dirty="0" smtClean="0"/>
              <a:t>                             tags </a:t>
            </a:r>
            <a:r>
              <a:rPr lang="en-US" dirty="0"/>
              <a:t>for accessibility and SEO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Heading </a:t>
            </a:r>
            <a:r>
              <a:rPr lang="en-US" b="1" dirty="0"/>
              <a:t>Structure:</a:t>
            </a:r>
            <a:r>
              <a:rPr lang="en-US" dirty="0"/>
              <a:t> Use proper hierarchy </a:t>
            </a:r>
            <a:r>
              <a:rPr lang="en-US" dirty="0" smtClean="0"/>
              <a:t>                    (</a:t>
            </a:r>
            <a:r>
              <a:rPr lang="en-US" dirty="0"/>
              <a:t>H1, H2, H3) for content clarity</a:t>
            </a:r>
            <a:r>
              <a:rPr lang="en-US" dirty="0" smtClean="0"/>
              <a:t>.</a:t>
            </a: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Canonical </a:t>
            </a:r>
            <a:r>
              <a:rPr lang="en-US" b="1" dirty="0"/>
              <a:t>Tags:</a:t>
            </a:r>
            <a:r>
              <a:rPr lang="en-US" dirty="0"/>
              <a:t> Prevent duplicate content issues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Image </a:t>
            </a:r>
            <a:r>
              <a:rPr lang="en-US" b="1" dirty="0"/>
              <a:t>Optimization and Lazy </a:t>
            </a:r>
            <a:r>
              <a:rPr lang="en-US" b="1" dirty="0" smtClean="0"/>
              <a:t>Loading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Compression</a:t>
            </a:r>
            <a:r>
              <a:rPr lang="en-US" b="1" dirty="0"/>
              <a:t>:</a:t>
            </a:r>
            <a:r>
              <a:rPr lang="en-US" dirty="0"/>
              <a:t> Use optimized image formats (</a:t>
            </a:r>
            <a:r>
              <a:rPr lang="en-US" dirty="0" err="1"/>
              <a:t>WebP</a:t>
            </a:r>
            <a:r>
              <a:rPr lang="en-US" dirty="0"/>
              <a:t>, JPEG) for faster load times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Responsive </a:t>
            </a:r>
            <a:r>
              <a:rPr lang="en-US" b="1" dirty="0"/>
              <a:t>Images:</a:t>
            </a:r>
            <a:r>
              <a:rPr lang="en-US" dirty="0"/>
              <a:t> Enable </a:t>
            </a:r>
            <a:r>
              <a:rPr lang="en-US" dirty="0" err="1"/>
              <a:t>Webflow’s</a:t>
            </a:r>
            <a:r>
              <a:rPr lang="en-US" dirty="0"/>
              <a:t> automatic image scaling for different devices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Lazy </a:t>
            </a:r>
            <a:r>
              <a:rPr lang="en-US" b="1" dirty="0"/>
              <a:t>Loading:</a:t>
            </a:r>
            <a:r>
              <a:rPr lang="en-US" dirty="0"/>
              <a:t> Load images only when they appear in the viewport to reduce initial page weight.</a:t>
            </a:r>
          </a:p>
        </p:txBody>
      </p:sp>
    </p:spTree>
    <p:extLst>
      <p:ext uri="{BB962C8B-B14F-4D97-AF65-F5344CB8AC3E}">
        <p14:creationId xmlns:p14="http://schemas.microsoft.com/office/powerpoint/2010/main" val="298137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05538" y="2250033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9" y="11565"/>
            <a:ext cx="641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SEO and Performance </a:t>
            </a:r>
            <a:r>
              <a:rPr lang="en-US" sz="2400" b="1" dirty="0" smtClean="0"/>
              <a:t>Optimization - 2</a:t>
            </a:r>
            <a:endParaRPr lang="en-US" altLang="ko-KR" sz="2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/>
        </p:nvSpPr>
        <p:spPr>
          <a:xfrm>
            <a:off x="7154" y="743189"/>
            <a:ext cx="538127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Site Speed Best </a:t>
            </a:r>
            <a:r>
              <a:rPr lang="en-US" b="1" dirty="0" smtClean="0"/>
              <a:t>Practices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Minimize </a:t>
            </a:r>
            <a:r>
              <a:rPr lang="en-US" b="1" dirty="0"/>
              <a:t>CSS &amp; JS:</a:t>
            </a:r>
            <a:r>
              <a:rPr lang="en-US" dirty="0"/>
              <a:t> Use </a:t>
            </a:r>
            <a:r>
              <a:rPr lang="en-US" dirty="0" err="1"/>
              <a:t>Webflow’s</a:t>
            </a:r>
            <a:r>
              <a:rPr lang="en-US" dirty="0"/>
              <a:t> built-in </a:t>
            </a:r>
            <a:r>
              <a:rPr lang="en-US" dirty="0" err="1"/>
              <a:t>minification</a:t>
            </a:r>
            <a:r>
              <a:rPr lang="en-US" dirty="0"/>
              <a:t> for faster rendering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Reduce </a:t>
            </a:r>
            <a:r>
              <a:rPr lang="en-US" b="1" dirty="0"/>
              <a:t>HTTP Requests:</a:t>
            </a:r>
            <a:r>
              <a:rPr lang="en-US" dirty="0"/>
              <a:t> Limit </a:t>
            </a:r>
            <a:r>
              <a:rPr lang="en-US" dirty="0" smtClean="0"/>
              <a:t>                            unnecessary </a:t>
            </a:r>
            <a:r>
              <a:rPr lang="en-US" dirty="0"/>
              <a:t>scripts and third-party </a:t>
            </a:r>
            <a:r>
              <a:rPr lang="en-US" dirty="0" smtClean="0"/>
              <a:t>                    embeds.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Use </a:t>
            </a:r>
            <a:r>
              <a:rPr lang="en-US" b="1" dirty="0"/>
              <a:t>CDN:</a:t>
            </a:r>
            <a:r>
              <a:rPr lang="en-US" dirty="0"/>
              <a:t> Leverage </a:t>
            </a:r>
            <a:r>
              <a:rPr lang="en-US" dirty="0" err="1"/>
              <a:t>Webflow’s</a:t>
            </a:r>
            <a:r>
              <a:rPr lang="en-US" dirty="0"/>
              <a:t> global CDN for quick content delivery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Monitor </a:t>
            </a:r>
            <a:r>
              <a:rPr lang="en-US" b="1" dirty="0"/>
              <a:t>Performance:</a:t>
            </a:r>
            <a:r>
              <a:rPr lang="en-US" dirty="0"/>
              <a:t> Test with tools like Google </a:t>
            </a:r>
            <a:r>
              <a:rPr lang="en-US" dirty="0" err="1" smtClean="0"/>
              <a:t>Page,Speed</a:t>
            </a:r>
            <a:r>
              <a:rPr lang="en-US" dirty="0" smtClean="0"/>
              <a:t> </a:t>
            </a:r>
            <a:r>
              <a:rPr lang="en-US" dirty="0"/>
              <a:t>Insights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Accessibility Guidelines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Semantic </a:t>
            </a:r>
            <a:r>
              <a:rPr lang="en-US" b="1" dirty="0"/>
              <a:t>HTML:</a:t>
            </a:r>
            <a:r>
              <a:rPr lang="en-US" dirty="0"/>
              <a:t> Ensure proper use of tags for screen </a:t>
            </a:r>
            <a:r>
              <a:rPr lang="en-US" dirty="0" smtClean="0"/>
              <a:t>readers.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Color </a:t>
            </a:r>
            <a:r>
              <a:rPr lang="en-US" b="1" dirty="0"/>
              <a:t>Contrast:</a:t>
            </a:r>
            <a:r>
              <a:rPr lang="en-US" dirty="0"/>
              <a:t> Maintain readability for </a:t>
            </a:r>
            <a:r>
              <a:rPr lang="en-US" dirty="0" smtClean="0"/>
              <a:t>                     visually </a:t>
            </a:r>
            <a:r>
              <a:rPr lang="en-US" dirty="0"/>
              <a:t>impaired users</a:t>
            </a:r>
            <a:r>
              <a:rPr lang="en-US" dirty="0" smtClean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Keyboard </a:t>
            </a:r>
            <a:r>
              <a:rPr lang="en-US" b="1" dirty="0"/>
              <a:t>Navigation:</a:t>
            </a:r>
            <a:r>
              <a:rPr lang="en-US" dirty="0"/>
              <a:t> Make interactive </a:t>
            </a:r>
            <a:r>
              <a:rPr lang="en-US" dirty="0" smtClean="0"/>
              <a:t>                     elements </a:t>
            </a:r>
            <a:r>
              <a:rPr lang="en-US" dirty="0"/>
              <a:t>accessible via keyboard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ARIA </a:t>
            </a:r>
            <a:r>
              <a:rPr lang="en-US" b="1" dirty="0"/>
              <a:t>Labels:</a:t>
            </a:r>
            <a:r>
              <a:rPr lang="en-US" dirty="0"/>
              <a:t> Add descriptive labels for </a:t>
            </a:r>
            <a:r>
              <a:rPr lang="en-US" dirty="0" smtClean="0"/>
              <a:t>                     assistive </a:t>
            </a:r>
            <a:r>
              <a:rPr lang="en-US" dirty="0"/>
              <a:t>technologies.</a:t>
            </a:r>
          </a:p>
        </p:txBody>
      </p:sp>
    </p:spTree>
    <p:extLst>
      <p:ext uri="{BB962C8B-B14F-4D97-AF65-F5344CB8AC3E}">
        <p14:creationId xmlns:p14="http://schemas.microsoft.com/office/powerpoint/2010/main" val="25973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05538" y="2250033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9" y="11565"/>
            <a:ext cx="641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Publishing and Hosting</a:t>
            </a:r>
            <a:endParaRPr lang="en-US" altLang="ko-KR" sz="2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/>
        </p:nvSpPr>
        <p:spPr>
          <a:xfrm>
            <a:off x="7154" y="743189"/>
            <a:ext cx="538127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Webflow</a:t>
            </a:r>
            <a:r>
              <a:rPr lang="en-US" b="1" dirty="0"/>
              <a:t> Hosting </a:t>
            </a:r>
            <a:r>
              <a:rPr lang="en-US" b="1" dirty="0" smtClean="0"/>
              <a:t>Options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Built-in </a:t>
            </a:r>
            <a:r>
              <a:rPr lang="en-US" dirty="0"/>
              <a:t>Hosting: </a:t>
            </a:r>
            <a:r>
              <a:rPr lang="en-US" dirty="0" err="1"/>
              <a:t>Webflow</a:t>
            </a:r>
            <a:r>
              <a:rPr lang="en-US" dirty="0"/>
              <a:t> provides fast, </a:t>
            </a:r>
            <a:r>
              <a:rPr lang="en-US" dirty="0" smtClean="0"/>
              <a:t>                  secure </a:t>
            </a:r>
            <a:r>
              <a:rPr lang="en-US" dirty="0"/>
              <a:t>hosting with global CDN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Automatic </a:t>
            </a:r>
            <a:r>
              <a:rPr lang="en-US" dirty="0"/>
              <a:t>SSL: All hosted sites include </a:t>
            </a:r>
            <a:r>
              <a:rPr lang="en-US" dirty="0" smtClean="0"/>
              <a:t>                  free </a:t>
            </a:r>
            <a:r>
              <a:rPr lang="en-US" dirty="0"/>
              <a:t>SSL certificates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Zero </a:t>
            </a:r>
            <a:r>
              <a:rPr lang="en-US" dirty="0"/>
              <a:t>Maintenance: No need for manual </a:t>
            </a:r>
            <a:r>
              <a:rPr lang="en-US" dirty="0" smtClean="0"/>
              <a:t>                        server </a:t>
            </a:r>
            <a:r>
              <a:rPr lang="en-US" dirty="0"/>
              <a:t>management or updates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Scalability</a:t>
            </a:r>
            <a:r>
              <a:rPr lang="en-US" dirty="0"/>
              <a:t>: Handles traffic spikes without </a:t>
            </a:r>
            <a:r>
              <a:rPr lang="en-US" dirty="0" smtClean="0"/>
              <a:t>        performance </a:t>
            </a:r>
            <a:r>
              <a:rPr lang="en-US" dirty="0"/>
              <a:t>issues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Custom </a:t>
            </a:r>
            <a:r>
              <a:rPr lang="en-US" b="1" dirty="0"/>
              <a:t>Domains and SSL </a:t>
            </a:r>
            <a:r>
              <a:rPr lang="en-US" b="1" dirty="0" smtClean="0"/>
              <a:t>Setup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Domain </a:t>
            </a:r>
            <a:r>
              <a:rPr lang="en-US" dirty="0"/>
              <a:t>Connection: Link your custom </a:t>
            </a:r>
            <a:r>
              <a:rPr lang="en-US" dirty="0" smtClean="0"/>
              <a:t>                  domain </a:t>
            </a:r>
            <a:r>
              <a:rPr lang="en-US" dirty="0"/>
              <a:t>via DNS settings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SSL </a:t>
            </a:r>
            <a:r>
              <a:rPr lang="en-US" dirty="0"/>
              <a:t>Certificates: Enable HTTPS for security </a:t>
            </a:r>
            <a:r>
              <a:rPr lang="en-US" dirty="0" smtClean="0"/>
              <a:t>              and </a:t>
            </a:r>
            <a:r>
              <a:rPr lang="en-US" dirty="0"/>
              <a:t>SEO benefits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Redirects</a:t>
            </a:r>
            <a:r>
              <a:rPr lang="en-US" dirty="0"/>
              <a:t>: Set up 301 redirects for old URLs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to </a:t>
            </a:r>
            <a:r>
              <a:rPr lang="en-US" dirty="0"/>
              <a:t>maintain SEO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Subdomain </a:t>
            </a:r>
            <a:r>
              <a:rPr lang="en-US" dirty="0"/>
              <a:t>Support: Configure subdomains for specific site sections.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88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림 개체 틀 98">
            <a:extLst>
              <a:ext uri="{FF2B5EF4-FFF2-40B4-BE49-F238E27FC236}">
                <a16:creationId xmlns:a16="http://schemas.microsoft.com/office/drawing/2014/main" xmlns="" id="{48978F62-1CA1-458E-909F-4163EA9667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87" r="19687"/>
          <a:stretch>
            <a:fillRect/>
          </a:stretch>
        </p:blipFill>
        <p:spPr>
          <a:xfrm>
            <a:off x="947057" y="0"/>
            <a:ext cx="6858000" cy="9144000"/>
          </a:xfr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16884410-B0DD-4609-9110-7FC9961564A0}"/>
              </a:ext>
            </a:extLst>
          </p:cNvPr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bg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팔각형 1">
            <a:extLst>
              <a:ext uri="{FF2B5EF4-FFF2-40B4-BE49-F238E27FC236}">
                <a16:creationId xmlns:a16="http://schemas.microsoft.com/office/drawing/2014/main" xmlns="" id="{8F2EDBCB-E714-4F7E-8FE1-AEC2516C1342}"/>
              </a:ext>
            </a:extLst>
          </p:cNvPr>
          <p:cNvSpPr/>
          <p:nvPr/>
        </p:nvSpPr>
        <p:spPr>
          <a:xfrm rot="16200000">
            <a:off x="-1505538" y="2250033"/>
            <a:ext cx="8412984" cy="5374950"/>
          </a:xfrm>
          <a:prstGeom prst="octagon">
            <a:avLst>
              <a:gd name="adj" fmla="val 978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xmlns="" id="{196E40E8-51C1-4A73-A2FF-1AA1221EC3AF}"/>
              </a:ext>
            </a:extLst>
          </p:cNvPr>
          <p:cNvGrpSpPr/>
          <p:nvPr/>
        </p:nvGrpSpPr>
        <p:grpSpPr>
          <a:xfrm>
            <a:off x="1170014" y="2897647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7" name="Rectangle 4322">
              <a:extLst>
                <a:ext uri="{FF2B5EF4-FFF2-40B4-BE49-F238E27FC236}">
                  <a16:creationId xmlns:a16="http://schemas.microsoft.com/office/drawing/2014/main" xmlns="" id="{484E21CE-C005-40A6-B299-18627DC31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" name="Rectangle 4323">
              <a:extLst>
                <a:ext uri="{FF2B5EF4-FFF2-40B4-BE49-F238E27FC236}">
                  <a16:creationId xmlns:a16="http://schemas.microsoft.com/office/drawing/2014/main" xmlns="" id="{8271D5FF-844D-484B-A6D4-4520FD2E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4324">
              <a:extLst>
                <a:ext uri="{FF2B5EF4-FFF2-40B4-BE49-F238E27FC236}">
                  <a16:creationId xmlns:a16="http://schemas.microsoft.com/office/drawing/2014/main" xmlns="" id="{3D079435-6992-4244-8822-233A8193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Rectangle 4325">
              <a:extLst>
                <a:ext uri="{FF2B5EF4-FFF2-40B4-BE49-F238E27FC236}">
                  <a16:creationId xmlns:a16="http://schemas.microsoft.com/office/drawing/2014/main" xmlns="" id="{9E45B7DB-BBDF-4568-914F-F5BE04331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Rectangle 4326">
              <a:extLst>
                <a:ext uri="{FF2B5EF4-FFF2-40B4-BE49-F238E27FC236}">
                  <a16:creationId xmlns:a16="http://schemas.microsoft.com/office/drawing/2014/main" xmlns="" id="{4E2E1597-5920-43B8-B308-C4F2EF15C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Rectangle 4327">
              <a:extLst>
                <a:ext uri="{FF2B5EF4-FFF2-40B4-BE49-F238E27FC236}">
                  <a16:creationId xmlns:a16="http://schemas.microsoft.com/office/drawing/2014/main" xmlns="" id="{913DBC21-3301-469B-B2A7-3C8E62E65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Rectangle 4328">
              <a:extLst>
                <a:ext uri="{FF2B5EF4-FFF2-40B4-BE49-F238E27FC236}">
                  <a16:creationId xmlns:a16="http://schemas.microsoft.com/office/drawing/2014/main" xmlns="" id="{88A7BA3A-7099-490B-80DE-37DCE1B3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Rectangle 4329">
              <a:extLst>
                <a:ext uri="{FF2B5EF4-FFF2-40B4-BE49-F238E27FC236}">
                  <a16:creationId xmlns:a16="http://schemas.microsoft.com/office/drawing/2014/main" xmlns="" id="{910AFBEF-387D-42D4-8C93-7D0DF8EDA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Rectangle 4330">
              <a:extLst>
                <a:ext uri="{FF2B5EF4-FFF2-40B4-BE49-F238E27FC236}">
                  <a16:creationId xmlns:a16="http://schemas.microsoft.com/office/drawing/2014/main" xmlns="" id="{9E08B789-BE4E-4333-87E8-118DA84F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Rectangle 4331">
              <a:extLst>
                <a:ext uri="{FF2B5EF4-FFF2-40B4-BE49-F238E27FC236}">
                  <a16:creationId xmlns:a16="http://schemas.microsoft.com/office/drawing/2014/main" xmlns="" id="{07B7F330-A2B6-4B69-A467-995324D10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Rectangle 4332">
              <a:extLst>
                <a:ext uri="{FF2B5EF4-FFF2-40B4-BE49-F238E27FC236}">
                  <a16:creationId xmlns:a16="http://schemas.microsoft.com/office/drawing/2014/main" xmlns="" id="{376326D0-D27B-49B6-A668-055F47528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Rectangle 4333">
              <a:extLst>
                <a:ext uri="{FF2B5EF4-FFF2-40B4-BE49-F238E27FC236}">
                  <a16:creationId xmlns:a16="http://schemas.microsoft.com/office/drawing/2014/main" xmlns="" id="{012DF251-78CE-4DDB-922E-1A2F65C3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Rectangle 4334">
              <a:extLst>
                <a:ext uri="{FF2B5EF4-FFF2-40B4-BE49-F238E27FC236}">
                  <a16:creationId xmlns:a16="http://schemas.microsoft.com/office/drawing/2014/main" xmlns="" id="{9D5F92FA-8395-41D5-BDB3-EA4FCB100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Rectangle 4335">
              <a:extLst>
                <a:ext uri="{FF2B5EF4-FFF2-40B4-BE49-F238E27FC236}">
                  <a16:creationId xmlns:a16="http://schemas.microsoft.com/office/drawing/2014/main" xmlns="" id="{C7C96B55-8BD5-431A-979C-1D690BC2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Rectangle 4336">
              <a:extLst>
                <a:ext uri="{FF2B5EF4-FFF2-40B4-BE49-F238E27FC236}">
                  <a16:creationId xmlns:a16="http://schemas.microsoft.com/office/drawing/2014/main" xmlns="" id="{0055C508-DDBE-4020-AAF3-8959E05DC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4337">
              <a:extLst>
                <a:ext uri="{FF2B5EF4-FFF2-40B4-BE49-F238E27FC236}">
                  <a16:creationId xmlns:a16="http://schemas.microsoft.com/office/drawing/2014/main" xmlns="" id="{8792F989-0026-49AC-BC81-9EA61C8F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Rectangle 4338">
              <a:extLst>
                <a:ext uri="{FF2B5EF4-FFF2-40B4-BE49-F238E27FC236}">
                  <a16:creationId xmlns:a16="http://schemas.microsoft.com/office/drawing/2014/main" xmlns="" id="{19C428C5-8B77-407F-B897-6F2CFFA31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Rectangle 4339">
              <a:extLst>
                <a:ext uri="{FF2B5EF4-FFF2-40B4-BE49-F238E27FC236}">
                  <a16:creationId xmlns:a16="http://schemas.microsoft.com/office/drawing/2014/main" xmlns="" id="{CEE53837-D99B-40F2-B582-EAE1D6529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" name="Rectangle 4340">
              <a:extLst>
                <a:ext uri="{FF2B5EF4-FFF2-40B4-BE49-F238E27FC236}">
                  <a16:creationId xmlns:a16="http://schemas.microsoft.com/office/drawing/2014/main" xmlns="" id="{62B6413A-C4FD-4886-A487-539DD6064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" name="Rectangle 4341">
              <a:extLst>
                <a:ext uri="{FF2B5EF4-FFF2-40B4-BE49-F238E27FC236}">
                  <a16:creationId xmlns:a16="http://schemas.microsoft.com/office/drawing/2014/main" xmlns="" id="{9EBAD466-F8D6-476A-BDEA-F17917252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" name="Rectangle 4342">
              <a:extLst>
                <a:ext uri="{FF2B5EF4-FFF2-40B4-BE49-F238E27FC236}">
                  <a16:creationId xmlns:a16="http://schemas.microsoft.com/office/drawing/2014/main" xmlns="" id="{DFD2C050-34C8-471D-8DB6-2EBD82A9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Rectangle 4343">
              <a:extLst>
                <a:ext uri="{FF2B5EF4-FFF2-40B4-BE49-F238E27FC236}">
                  <a16:creationId xmlns:a16="http://schemas.microsoft.com/office/drawing/2014/main" xmlns="" id="{981CEFC3-4392-48D0-9AA7-90EA08012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" name="Rectangle 4344">
              <a:extLst>
                <a:ext uri="{FF2B5EF4-FFF2-40B4-BE49-F238E27FC236}">
                  <a16:creationId xmlns:a16="http://schemas.microsoft.com/office/drawing/2014/main" xmlns="" id="{31CEEDF4-8E9C-4DF5-8C8C-020E727D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" name="Rectangle 4345">
              <a:extLst>
                <a:ext uri="{FF2B5EF4-FFF2-40B4-BE49-F238E27FC236}">
                  <a16:creationId xmlns:a16="http://schemas.microsoft.com/office/drawing/2014/main" xmlns="" id="{87E8FBCD-47F2-45D8-9EBB-7084E5DBE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1" name="Rectangle 4346">
              <a:extLst>
                <a:ext uri="{FF2B5EF4-FFF2-40B4-BE49-F238E27FC236}">
                  <a16:creationId xmlns:a16="http://schemas.microsoft.com/office/drawing/2014/main" xmlns="" id="{D93C514E-A97F-4BDF-9240-4ECE38E7B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" name="Rectangle 4347">
              <a:extLst>
                <a:ext uri="{FF2B5EF4-FFF2-40B4-BE49-F238E27FC236}">
                  <a16:creationId xmlns:a16="http://schemas.microsoft.com/office/drawing/2014/main" xmlns="" id="{67BE8C05-AF75-4965-BCC0-66EA70AE5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" name="Rectangle 4348">
              <a:extLst>
                <a:ext uri="{FF2B5EF4-FFF2-40B4-BE49-F238E27FC236}">
                  <a16:creationId xmlns:a16="http://schemas.microsoft.com/office/drawing/2014/main" xmlns="" id="{9B051207-3AAE-4C4D-9882-053F55A16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" name="Rectangle 4349">
              <a:extLst>
                <a:ext uri="{FF2B5EF4-FFF2-40B4-BE49-F238E27FC236}">
                  <a16:creationId xmlns:a16="http://schemas.microsoft.com/office/drawing/2014/main" xmlns="" id="{CD158DCE-E7B1-4573-8B08-320C23AE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" name="Rectangle 4350">
              <a:extLst>
                <a:ext uri="{FF2B5EF4-FFF2-40B4-BE49-F238E27FC236}">
                  <a16:creationId xmlns:a16="http://schemas.microsoft.com/office/drawing/2014/main" xmlns="" id="{08A5D29A-45EE-40BE-AEC6-A35A45D0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" name="Rectangle 4351">
              <a:extLst>
                <a:ext uri="{FF2B5EF4-FFF2-40B4-BE49-F238E27FC236}">
                  <a16:creationId xmlns:a16="http://schemas.microsoft.com/office/drawing/2014/main" xmlns="" id="{E5F7C217-93F6-4D82-852E-3563AE4FD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" name="Rectangle 4352">
              <a:extLst>
                <a:ext uri="{FF2B5EF4-FFF2-40B4-BE49-F238E27FC236}">
                  <a16:creationId xmlns:a16="http://schemas.microsoft.com/office/drawing/2014/main" xmlns="" id="{02974218-3436-4D6B-B809-E55E7DAB5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" name="Rectangle 4353">
              <a:extLst>
                <a:ext uri="{FF2B5EF4-FFF2-40B4-BE49-F238E27FC236}">
                  <a16:creationId xmlns:a16="http://schemas.microsoft.com/office/drawing/2014/main" xmlns="" id="{F6130A12-7965-4C51-847C-5EE13EC07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" name="Rectangle 4354">
              <a:extLst>
                <a:ext uri="{FF2B5EF4-FFF2-40B4-BE49-F238E27FC236}">
                  <a16:creationId xmlns:a16="http://schemas.microsoft.com/office/drawing/2014/main" xmlns="" id="{EA04948C-F16C-446A-9F3E-35D763136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0" name="Rectangle 4355">
              <a:extLst>
                <a:ext uri="{FF2B5EF4-FFF2-40B4-BE49-F238E27FC236}">
                  <a16:creationId xmlns:a16="http://schemas.microsoft.com/office/drawing/2014/main" xmlns="" id="{74234F42-0B58-4A1C-B03F-949720DF9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Rectangle 4356">
              <a:extLst>
                <a:ext uri="{FF2B5EF4-FFF2-40B4-BE49-F238E27FC236}">
                  <a16:creationId xmlns:a16="http://schemas.microsoft.com/office/drawing/2014/main" xmlns="" id="{184C82E3-283B-4CD5-A25E-15A2A6D3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2" name="Rectangle 4357">
              <a:extLst>
                <a:ext uri="{FF2B5EF4-FFF2-40B4-BE49-F238E27FC236}">
                  <a16:creationId xmlns:a16="http://schemas.microsoft.com/office/drawing/2014/main" xmlns="" id="{03D95D3F-2815-4433-AB7C-A34A1DFB3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90FAFC67-A3A4-441D-B58A-71CDD897469C}"/>
              </a:ext>
            </a:extLst>
          </p:cNvPr>
          <p:cNvSpPr txBox="1"/>
          <p:nvPr/>
        </p:nvSpPr>
        <p:spPr>
          <a:xfrm>
            <a:off x="21049" y="11565"/>
            <a:ext cx="641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Publishing and Hosting</a:t>
            </a:r>
            <a:endParaRPr lang="en-US" altLang="ko-KR" sz="2400" b="1" dirty="0">
              <a:solidFill>
                <a:schemeClr val="tx2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9FABA926-7CA8-4D9A-88A9-8E21B2771AEF}"/>
              </a:ext>
            </a:extLst>
          </p:cNvPr>
          <p:cNvSpPr/>
          <p:nvPr/>
        </p:nvSpPr>
        <p:spPr>
          <a:xfrm>
            <a:off x="1493903" y="4527396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xmlns="" id="{BA4EED42-046C-4B72-A9E3-A7BD52748374}"/>
              </a:ext>
            </a:extLst>
          </p:cNvPr>
          <p:cNvSpPr/>
          <p:nvPr/>
        </p:nvSpPr>
        <p:spPr>
          <a:xfrm>
            <a:off x="2644802" y="6952557"/>
            <a:ext cx="106362" cy="1063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3840" y="820847"/>
            <a:ext cx="550433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Exporting Code for External </a:t>
            </a:r>
            <a:r>
              <a:rPr lang="en-US" b="1" dirty="0" smtClean="0"/>
              <a:t>Hosting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Code </a:t>
            </a:r>
            <a:r>
              <a:rPr lang="en-US" dirty="0"/>
              <a:t>Export: Download clean HTML, CSS, </a:t>
            </a:r>
            <a:r>
              <a:rPr lang="en-US" dirty="0" smtClean="0"/>
              <a:t>              and </a:t>
            </a:r>
            <a:r>
              <a:rPr lang="en-US" dirty="0"/>
              <a:t>JS files from </a:t>
            </a:r>
            <a:r>
              <a:rPr lang="en-US" dirty="0" err="1"/>
              <a:t>Webflow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Limitations</a:t>
            </a:r>
            <a:r>
              <a:rPr lang="en-US" dirty="0"/>
              <a:t>: CMS and dynamic content </a:t>
            </a:r>
            <a:r>
              <a:rPr lang="en-US" dirty="0" smtClean="0"/>
              <a:t>                        features </a:t>
            </a:r>
            <a:r>
              <a:rPr lang="en-US" dirty="0"/>
              <a:t>won’t work outside </a:t>
            </a:r>
            <a:r>
              <a:rPr lang="en-US" dirty="0" err="1"/>
              <a:t>Webflow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Hosting </a:t>
            </a:r>
            <a:r>
              <a:rPr lang="en-US" dirty="0"/>
              <a:t>Alternatives: Deploy exported code </a:t>
            </a:r>
            <a:r>
              <a:rPr lang="en-US" dirty="0" smtClean="0"/>
              <a:t>            on </a:t>
            </a:r>
            <a:r>
              <a:rPr lang="en-US" dirty="0"/>
              <a:t>platforms like AWS, </a:t>
            </a:r>
            <a:r>
              <a:rPr lang="en-US" dirty="0" err="1"/>
              <a:t>Netlify</a:t>
            </a:r>
            <a:r>
              <a:rPr lang="en-US" dirty="0"/>
              <a:t>, or traditional </a:t>
            </a:r>
            <a:endParaRPr lang="en-US" dirty="0" smtClean="0"/>
          </a:p>
          <a:p>
            <a:r>
              <a:rPr lang="en-US" dirty="0" smtClean="0"/>
              <a:t>     servers.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Best </a:t>
            </a:r>
            <a:r>
              <a:rPr lang="en-US" dirty="0"/>
              <a:t>Practice: Keep exported files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organized for </a:t>
            </a:r>
            <a:r>
              <a:rPr lang="en-US" dirty="0"/>
              <a:t>easy updates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Managing </a:t>
            </a:r>
            <a:r>
              <a:rPr lang="en-US" b="1" dirty="0"/>
              <a:t>Backups and Version </a:t>
            </a:r>
            <a:r>
              <a:rPr lang="en-US" b="1" dirty="0" smtClean="0"/>
              <a:t>Control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Automatic </a:t>
            </a:r>
            <a:r>
              <a:rPr lang="en-US" dirty="0"/>
              <a:t>Backups: </a:t>
            </a:r>
            <a:r>
              <a:rPr lang="en-US" dirty="0" err="1"/>
              <a:t>Webflow</a:t>
            </a:r>
            <a:r>
              <a:rPr lang="en-US" dirty="0"/>
              <a:t> saves </a:t>
            </a:r>
            <a:r>
              <a:rPr lang="en-US" dirty="0" smtClean="0"/>
              <a:t>                         versions  of </a:t>
            </a:r>
            <a:r>
              <a:rPr lang="en-US" dirty="0"/>
              <a:t>your site automatically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Manual </a:t>
            </a:r>
            <a:r>
              <a:rPr lang="en-US" dirty="0"/>
              <a:t>Backups: Create snapshots before major changes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Restore </a:t>
            </a:r>
            <a:r>
              <a:rPr lang="en-US" dirty="0"/>
              <a:t>Functionality: Roll back to previous versions easily</a:t>
            </a:r>
            <a:r>
              <a:rPr lang="en-US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Version </a:t>
            </a:r>
            <a:r>
              <a:rPr lang="en-US" dirty="0"/>
              <a:t>Tracking: Use naming conventions </a:t>
            </a:r>
            <a:r>
              <a:rPr lang="en-US" dirty="0" smtClean="0"/>
              <a:t>                           for </a:t>
            </a:r>
            <a:r>
              <a:rPr lang="en-US" dirty="0"/>
              <a:t>clarity when managing multiple </a:t>
            </a:r>
            <a:r>
              <a:rPr lang="en-US" dirty="0" smtClean="0"/>
              <a:t>                            backups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572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>
            <a:extLst>
              <a:ext uri="{FF2B5EF4-FFF2-40B4-BE49-F238E27FC236}">
                <a16:creationId xmlns:a16="http://schemas.microsoft.com/office/drawing/2014/main" xmlns="" id="{A0618270-A5C6-459C-92E0-ECD009EFF4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88" r="8469"/>
          <a:stretch/>
        </p:blipFill>
        <p:spPr>
          <a:xfrm>
            <a:off x="-1" y="0"/>
            <a:ext cx="6858001" cy="9144000"/>
          </a:xfr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DD8B56F-1F51-4156-A34A-C9D35FD8A058}"/>
              </a:ext>
            </a:extLst>
          </p:cNvPr>
          <p:cNvSpPr/>
          <p:nvPr/>
        </p:nvSpPr>
        <p:spPr>
          <a:xfrm flipH="1">
            <a:off x="431800" y="0"/>
            <a:ext cx="6426200" cy="9144000"/>
          </a:xfrm>
          <a:prstGeom prst="rect">
            <a:avLst/>
          </a:prstGeom>
          <a:gradFill flip="none" rotWithShape="1">
            <a:gsLst>
              <a:gs pos="21000">
                <a:schemeClr val="accent2">
                  <a:alpha val="21000"/>
                </a:schemeClr>
              </a:gs>
              <a:gs pos="0">
                <a:schemeClr val="accent2">
                  <a:alpha val="0"/>
                </a:schemeClr>
              </a:gs>
              <a:gs pos="79000">
                <a:schemeClr val="tx2">
                  <a:alpha val="9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xmlns="" id="{45DB9572-B021-4C98-96C0-90EFD3F64329}"/>
              </a:ext>
            </a:extLst>
          </p:cNvPr>
          <p:cNvGrpSpPr/>
          <p:nvPr/>
        </p:nvGrpSpPr>
        <p:grpSpPr>
          <a:xfrm>
            <a:off x="3632201" y="4366794"/>
            <a:ext cx="2492375" cy="30163"/>
            <a:chOff x="2616200" y="4492625"/>
            <a:chExt cx="2492375" cy="301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Rectangle 4322">
              <a:extLst>
                <a:ext uri="{FF2B5EF4-FFF2-40B4-BE49-F238E27FC236}">
                  <a16:creationId xmlns:a16="http://schemas.microsoft.com/office/drawing/2014/main" xmlns="" id="{72E848ED-E057-4026-A62C-4A23C58F5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475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Rectangle 4323">
              <a:extLst>
                <a:ext uri="{FF2B5EF4-FFF2-40B4-BE49-F238E27FC236}">
                  <a16:creationId xmlns:a16="http://schemas.microsoft.com/office/drawing/2014/main" xmlns="" id="{DD3017EE-2921-4326-9D09-7E1435955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" name="Rectangle 4324">
              <a:extLst>
                <a:ext uri="{FF2B5EF4-FFF2-40B4-BE49-F238E27FC236}">
                  <a16:creationId xmlns:a16="http://schemas.microsoft.com/office/drawing/2014/main" xmlns="" id="{C91F51F1-9593-4796-99C0-494B1C016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775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" name="Rectangle 4325">
              <a:extLst>
                <a:ext uri="{FF2B5EF4-FFF2-40B4-BE49-F238E27FC236}">
                  <a16:creationId xmlns:a16="http://schemas.microsoft.com/office/drawing/2014/main" xmlns="" id="{BE18730B-A944-4E63-99D5-C6D17BC35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41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Rectangle 4326">
              <a:extLst>
                <a:ext uri="{FF2B5EF4-FFF2-40B4-BE49-F238E27FC236}">
                  <a16:creationId xmlns:a16="http://schemas.microsoft.com/office/drawing/2014/main" xmlns="" id="{224BE53B-21D9-4C87-84CB-DDF9ACCF4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Rectangle 4327">
              <a:extLst>
                <a:ext uri="{FF2B5EF4-FFF2-40B4-BE49-F238E27FC236}">
                  <a16:creationId xmlns:a16="http://schemas.microsoft.com/office/drawing/2014/main" xmlns="" id="{BA300D47-5B82-4156-ADAB-2421261DF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6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Rectangle 4328">
              <a:extLst>
                <a:ext uri="{FF2B5EF4-FFF2-40B4-BE49-F238E27FC236}">
                  <a16:creationId xmlns:a16="http://schemas.microsoft.com/office/drawing/2014/main" xmlns="" id="{92AFAB66-D301-496D-B863-BC1EE0FC0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Rectangle 4329">
              <a:extLst>
                <a:ext uri="{FF2B5EF4-FFF2-40B4-BE49-F238E27FC236}">
                  <a16:creationId xmlns:a16="http://schemas.microsoft.com/office/drawing/2014/main" xmlns="" id="{89CB2C89-2F05-4329-90C3-5DDB464D3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5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Rectangle 4330">
              <a:extLst>
                <a:ext uri="{FF2B5EF4-FFF2-40B4-BE49-F238E27FC236}">
                  <a16:creationId xmlns:a16="http://schemas.microsoft.com/office/drawing/2014/main" xmlns="" id="{3F90EE3F-005A-4812-BD4C-9CDC875A0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85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4331">
              <a:extLst>
                <a:ext uri="{FF2B5EF4-FFF2-40B4-BE49-F238E27FC236}">
                  <a16:creationId xmlns:a16="http://schemas.microsoft.com/office/drawing/2014/main" xmlns="" id="{1AC01606-0543-4350-BF5D-CFE833AD3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8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Rectangle 4332">
              <a:extLst>
                <a:ext uri="{FF2B5EF4-FFF2-40B4-BE49-F238E27FC236}">
                  <a16:creationId xmlns:a16="http://schemas.microsoft.com/office/drawing/2014/main" xmlns="" id="{1FA96C40-2C39-4256-8C81-0A0D0BB1E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388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Rectangle 4333">
              <a:extLst>
                <a:ext uri="{FF2B5EF4-FFF2-40B4-BE49-F238E27FC236}">
                  <a16:creationId xmlns:a16="http://schemas.microsoft.com/office/drawing/2014/main" xmlns="" id="{CF670C6D-3B76-400A-8A9A-30C57EAA8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12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Rectangle 4334">
              <a:extLst>
                <a:ext uri="{FF2B5EF4-FFF2-40B4-BE49-F238E27FC236}">
                  <a16:creationId xmlns:a16="http://schemas.microsoft.com/office/drawing/2014/main" xmlns="" id="{2D976412-75AD-4A79-B604-9B54F625E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6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Rectangle 4335">
              <a:extLst>
                <a:ext uri="{FF2B5EF4-FFF2-40B4-BE49-F238E27FC236}">
                  <a16:creationId xmlns:a16="http://schemas.microsoft.com/office/drawing/2014/main" xmlns="" id="{51CC9EE6-59DC-4EBB-A211-2C7BD7E78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Rectangle 4336">
              <a:extLst>
                <a:ext uri="{FF2B5EF4-FFF2-40B4-BE49-F238E27FC236}">
                  <a16:creationId xmlns:a16="http://schemas.microsoft.com/office/drawing/2014/main" xmlns="" id="{3249E6B1-87FD-4E87-890A-75B570018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98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Rectangle 4337">
              <a:extLst>
                <a:ext uri="{FF2B5EF4-FFF2-40B4-BE49-F238E27FC236}">
                  <a16:creationId xmlns:a16="http://schemas.microsoft.com/office/drawing/2014/main" xmlns="" id="{64B7A599-FC3C-4612-9581-14D32EC50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Rectangle 4338">
              <a:extLst>
                <a:ext uri="{FF2B5EF4-FFF2-40B4-BE49-F238E27FC236}">
                  <a16:creationId xmlns:a16="http://schemas.microsoft.com/office/drawing/2014/main" xmlns="" id="{15E405EA-9CE8-4BFB-B1B7-2CCAF722A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Rectangle 4339">
              <a:extLst>
                <a:ext uri="{FF2B5EF4-FFF2-40B4-BE49-F238E27FC236}">
                  <a16:creationId xmlns:a16="http://schemas.microsoft.com/office/drawing/2014/main" xmlns="" id="{2160FE50-A331-4747-A952-D5510AB59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Rectangle 4340">
              <a:extLst>
                <a:ext uri="{FF2B5EF4-FFF2-40B4-BE49-F238E27FC236}">
                  <a16:creationId xmlns:a16="http://schemas.microsoft.com/office/drawing/2014/main" xmlns="" id="{D69ACB98-64C3-42C2-B024-EDB9B0410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3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Rectangle 4341">
              <a:extLst>
                <a:ext uri="{FF2B5EF4-FFF2-40B4-BE49-F238E27FC236}">
                  <a16:creationId xmlns:a16="http://schemas.microsoft.com/office/drawing/2014/main" xmlns="" id="{8EDC2481-DF01-4C44-958B-275106DFE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15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4342">
              <a:extLst>
                <a:ext uri="{FF2B5EF4-FFF2-40B4-BE49-F238E27FC236}">
                  <a16:creationId xmlns:a16="http://schemas.microsoft.com/office/drawing/2014/main" xmlns="" id="{6BFF71D4-745B-47E3-934D-F5B1D8F0B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87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343">
              <a:extLst>
                <a:ext uri="{FF2B5EF4-FFF2-40B4-BE49-F238E27FC236}">
                  <a16:creationId xmlns:a16="http://schemas.microsoft.com/office/drawing/2014/main" xmlns="" id="{40A50019-5567-45F2-B0C8-51A192FEE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5" y="4492625"/>
              <a:ext cx="36513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Rectangle 4344">
              <a:extLst>
                <a:ext uri="{FF2B5EF4-FFF2-40B4-BE49-F238E27FC236}">
                  <a16:creationId xmlns:a16="http://schemas.microsoft.com/office/drawing/2014/main" xmlns="" id="{6A32ED0B-8B29-4757-9480-146AF56AF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90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Rectangle 4345">
              <a:extLst>
                <a:ext uri="{FF2B5EF4-FFF2-40B4-BE49-F238E27FC236}">
                  <a16:creationId xmlns:a16="http://schemas.microsoft.com/office/drawing/2014/main" xmlns="" id="{529BB51F-393D-4DE6-95F7-B70951D75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5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Rectangle 4346">
              <a:extLst>
                <a:ext uri="{FF2B5EF4-FFF2-40B4-BE49-F238E27FC236}">
                  <a16:creationId xmlns:a16="http://schemas.microsoft.com/office/drawing/2014/main" xmlns="" id="{E6D53B94-8368-4337-A4E9-2C0C70774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313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Rectangle 4347">
              <a:extLst>
                <a:ext uri="{FF2B5EF4-FFF2-40B4-BE49-F238E27FC236}">
                  <a16:creationId xmlns:a16="http://schemas.microsoft.com/office/drawing/2014/main" xmlns="" id="{DD488C98-2BE4-4593-BE6F-B51224C7C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8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348">
              <a:extLst>
                <a:ext uri="{FF2B5EF4-FFF2-40B4-BE49-F238E27FC236}">
                  <a16:creationId xmlns:a16="http://schemas.microsoft.com/office/drawing/2014/main" xmlns="" id="{ED74102C-CA2A-41F7-BEE5-41B1CA657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438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Rectangle 4349">
              <a:extLst>
                <a:ext uri="{FF2B5EF4-FFF2-40B4-BE49-F238E27FC236}">
                  <a16:creationId xmlns:a16="http://schemas.microsoft.com/office/drawing/2014/main" xmlns="" id="{9A70C273-0577-4514-9DC3-EECD478C9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175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Rectangle 4350">
              <a:extLst>
                <a:ext uri="{FF2B5EF4-FFF2-40B4-BE49-F238E27FC236}">
                  <a16:creationId xmlns:a16="http://schemas.microsoft.com/office/drawing/2014/main" xmlns="" id="{6D63DA40-500F-42AE-BA65-7B454AE8D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Rectangle 4351">
              <a:extLst>
                <a:ext uri="{FF2B5EF4-FFF2-40B4-BE49-F238E27FC236}">
                  <a16:creationId xmlns:a16="http://schemas.microsoft.com/office/drawing/2014/main" xmlns="" id="{8D74D9D8-1894-4B56-AEF3-62FAA029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5300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Rectangle 4352">
              <a:extLst>
                <a:ext uri="{FF2B5EF4-FFF2-40B4-BE49-F238E27FC236}">
                  <a16:creationId xmlns:a16="http://schemas.microsoft.com/office/drawing/2014/main" xmlns="" id="{51DB377F-ACF2-43BA-AEB7-220C0679A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038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Rectangle 4353">
              <a:extLst>
                <a:ext uri="{FF2B5EF4-FFF2-40B4-BE49-F238E27FC236}">
                  <a16:creationId xmlns:a16="http://schemas.microsoft.com/office/drawing/2014/main" xmlns="" id="{8F69D208-B85C-4BFE-900C-62D71AD39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Rectangle 4354">
              <a:extLst>
                <a:ext uri="{FF2B5EF4-FFF2-40B4-BE49-F238E27FC236}">
                  <a16:creationId xmlns:a16="http://schemas.microsoft.com/office/drawing/2014/main" xmlns="" id="{DF33F74B-CCDF-43F1-9CAB-D27D28AD6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338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" name="Rectangle 4355">
              <a:extLst>
                <a:ext uri="{FF2B5EF4-FFF2-40B4-BE49-F238E27FC236}">
                  <a16:creationId xmlns:a16="http://schemas.microsoft.com/office/drawing/2014/main" xmlns="" id="{558F179A-B6F9-488E-9917-7E7415259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900" y="4492625"/>
              <a:ext cx="33338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" name="Rectangle 4356">
              <a:extLst>
                <a:ext uri="{FF2B5EF4-FFF2-40B4-BE49-F238E27FC236}">
                  <a16:creationId xmlns:a16="http://schemas.microsoft.com/office/drawing/2014/main" xmlns="" id="{B9216634-6237-4A9F-A658-00F832639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4463" y="4492625"/>
              <a:ext cx="381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" name="Rectangle 4357">
              <a:extLst>
                <a:ext uri="{FF2B5EF4-FFF2-40B4-BE49-F238E27FC236}">
                  <a16:creationId xmlns:a16="http://schemas.microsoft.com/office/drawing/2014/main" xmlns="" id="{82FC9519-FAD4-4050-8BD1-A3E09E9B0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4492625"/>
              <a:ext cx="3492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xmlns="" id="{088F2AE9-F779-4B32-AF8D-D9671032CC08}"/>
              </a:ext>
            </a:extLst>
          </p:cNvPr>
          <p:cNvGrpSpPr/>
          <p:nvPr/>
        </p:nvGrpSpPr>
        <p:grpSpPr>
          <a:xfrm>
            <a:off x="3091021" y="-2497"/>
            <a:ext cx="3766979" cy="969157"/>
            <a:chOff x="3602866" y="-2497"/>
            <a:chExt cx="3255134" cy="837471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xmlns="" id="{F55B5D56-0FD2-4C93-BE16-1A75365BBE9B}"/>
                </a:ext>
              </a:extLst>
            </p:cNvPr>
            <p:cNvGrpSpPr/>
            <p:nvPr/>
          </p:nvGrpSpPr>
          <p:grpSpPr>
            <a:xfrm>
              <a:off x="6555657" y="-1"/>
              <a:ext cx="302343" cy="156823"/>
              <a:chOff x="6518275" y="0"/>
              <a:chExt cx="339725" cy="176213"/>
            </a:xfrm>
            <a:solidFill>
              <a:schemeClr val="accent1">
                <a:alpha val="30000"/>
              </a:schemeClr>
            </a:solidFill>
          </p:grpSpPr>
          <p:sp>
            <p:nvSpPr>
              <p:cNvPr id="145" name="Freeform 704">
                <a:extLst>
                  <a:ext uri="{FF2B5EF4-FFF2-40B4-BE49-F238E27FC236}">
                    <a16:creationId xmlns:a16="http://schemas.microsoft.com/office/drawing/2014/main" xmlns="" id="{58BBEAE2-CFB2-4782-A28C-7FAF0954E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8000" y="650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6" name="Line 705">
                <a:extLst>
                  <a:ext uri="{FF2B5EF4-FFF2-40B4-BE49-F238E27FC236}">
                    <a16:creationId xmlns:a16="http://schemas.microsoft.com/office/drawing/2014/main" xmlns="" id="{D2196624-8CE5-4ED8-9EB3-8F04FF30D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" name="Line 706">
                <a:extLst>
                  <a:ext uri="{FF2B5EF4-FFF2-40B4-BE49-F238E27FC236}">
                    <a16:creationId xmlns:a16="http://schemas.microsoft.com/office/drawing/2014/main" xmlns="" id="{C1D3EED0-41A7-462A-93B2-6D760018E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8" name="Line 707">
                <a:extLst>
                  <a:ext uri="{FF2B5EF4-FFF2-40B4-BE49-F238E27FC236}">
                    <a16:creationId xmlns:a16="http://schemas.microsoft.com/office/drawing/2014/main" xmlns="" id="{8C3C71DD-35EF-4A8B-8DBB-55D5CAFE8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" name="Line 708">
                <a:extLst>
                  <a:ext uri="{FF2B5EF4-FFF2-40B4-BE49-F238E27FC236}">
                    <a16:creationId xmlns:a16="http://schemas.microsoft.com/office/drawing/2014/main" xmlns="" id="{6A282F13-6520-4779-84AA-C73B60C52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58000" y="171450"/>
                <a:ext cx="0" cy="0"/>
              </a:xfrm>
              <a:prstGeom prst="line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" name="Freeform 709">
                <a:extLst>
                  <a:ext uri="{FF2B5EF4-FFF2-40B4-BE49-F238E27FC236}">
                    <a16:creationId xmlns:a16="http://schemas.microsoft.com/office/drawing/2014/main" xmlns="" id="{E3BEB043-4565-49AC-A587-4DFE0B871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78625" y="61913"/>
                <a:ext cx="79375" cy="114300"/>
              </a:xfrm>
              <a:custGeom>
                <a:avLst/>
                <a:gdLst>
                  <a:gd name="T0" fmla="*/ 15 w 21"/>
                  <a:gd name="T1" fmla="*/ 0 h 30"/>
                  <a:gd name="T2" fmla="*/ 0 w 21"/>
                  <a:gd name="T3" fmla="*/ 15 h 30"/>
                  <a:gd name="T4" fmla="*/ 15 w 21"/>
                  <a:gd name="T5" fmla="*/ 30 h 30"/>
                  <a:gd name="T6" fmla="*/ 21 w 21"/>
                  <a:gd name="T7" fmla="*/ 29 h 30"/>
                  <a:gd name="T8" fmla="*/ 21 w 21"/>
                  <a:gd name="T9" fmla="*/ 29 h 30"/>
                  <a:gd name="T10" fmla="*/ 21 w 21"/>
                  <a:gd name="T11" fmla="*/ 29 h 30"/>
                  <a:gd name="T12" fmla="*/ 21 w 21"/>
                  <a:gd name="T13" fmla="*/ 29 h 30"/>
                  <a:gd name="T14" fmla="*/ 21 w 21"/>
                  <a:gd name="T15" fmla="*/ 29 h 30"/>
                  <a:gd name="T16" fmla="*/ 21 w 21"/>
                  <a:gd name="T17" fmla="*/ 20 h 30"/>
                  <a:gd name="T18" fmla="*/ 15 w 21"/>
                  <a:gd name="T19" fmla="*/ 23 h 30"/>
                  <a:gd name="T20" fmla="*/ 7 w 21"/>
                  <a:gd name="T21" fmla="*/ 15 h 30"/>
                  <a:gd name="T22" fmla="*/ 15 w 21"/>
                  <a:gd name="T23" fmla="*/ 7 h 30"/>
                  <a:gd name="T24" fmla="*/ 21 w 21"/>
                  <a:gd name="T25" fmla="*/ 9 h 30"/>
                  <a:gd name="T26" fmla="*/ 21 w 21"/>
                  <a:gd name="T27" fmla="*/ 1 h 30"/>
                  <a:gd name="T28" fmla="*/ 21 w 21"/>
                  <a:gd name="T29" fmla="*/ 1 h 30"/>
                  <a:gd name="T30" fmla="*/ 21 w 21"/>
                  <a:gd name="T31" fmla="*/ 1 h 30"/>
                  <a:gd name="T32" fmla="*/ 15 w 21"/>
                  <a:gd name="T33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30">
                    <a:moveTo>
                      <a:pt x="15" y="0"/>
                    </a:moveTo>
                    <a:cubicBezTo>
                      <a:pt x="7" y="0"/>
                      <a:pt x="0" y="7"/>
                      <a:pt x="0" y="15"/>
                    </a:cubicBezTo>
                    <a:cubicBezTo>
                      <a:pt x="0" y="23"/>
                      <a:pt x="7" y="30"/>
                      <a:pt x="15" y="30"/>
                    </a:cubicBezTo>
                    <a:cubicBezTo>
                      <a:pt x="17" y="30"/>
                      <a:pt x="19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2"/>
                      <a:pt x="18" y="23"/>
                      <a:pt x="15" y="23"/>
                    </a:cubicBezTo>
                    <a:cubicBezTo>
                      <a:pt x="11" y="23"/>
                      <a:pt x="7" y="19"/>
                      <a:pt x="7" y="15"/>
                    </a:cubicBezTo>
                    <a:cubicBezTo>
                      <a:pt x="7" y="10"/>
                      <a:pt x="11" y="7"/>
                      <a:pt x="15" y="7"/>
                    </a:cubicBezTo>
                    <a:cubicBezTo>
                      <a:pt x="18" y="7"/>
                      <a:pt x="20" y="8"/>
                      <a:pt x="21" y="9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9" y="0"/>
                      <a:pt x="17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1" name="Freeform 710">
                <a:extLst>
                  <a:ext uri="{FF2B5EF4-FFF2-40B4-BE49-F238E27FC236}">
                    <a16:creationId xmlns:a16="http://schemas.microsoft.com/office/drawing/2014/main" xmlns="" id="{B9B98E80-A439-4043-AEC1-072BF1ED0B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24637" y="61913"/>
                <a:ext cx="109538" cy="114300"/>
              </a:xfrm>
              <a:custGeom>
                <a:avLst/>
                <a:gdLst>
                  <a:gd name="T0" fmla="*/ 15 w 29"/>
                  <a:gd name="T1" fmla="*/ 23 h 30"/>
                  <a:gd name="T2" fmla="*/ 7 w 29"/>
                  <a:gd name="T3" fmla="*/ 15 h 30"/>
                  <a:gd name="T4" fmla="*/ 15 w 29"/>
                  <a:gd name="T5" fmla="*/ 7 h 30"/>
                  <a:gd name="T6" fmla="*/ 23 w 29"/>
                  <a:gd name="T7" fmla="*/ 15 h 30"/>
                  <a:gd name="T8" fmla="*/ 15 w 29"/>
                  <a:gd name="T9" fmla="*/ 23 h 30"/>
                  <a:gd name="T10" fmla="*/ 15 w 29"/>
                  <a:gd name="T11" fmla="*/ 0 h 30"/>
                  <a:gd name="T12" fmla="*/ 0 w 29"/>
                  <a:gd name="T13" fmla="*/ 15 h 30"/>
                  <a:gd name="T14" fmla="*/ 15 w 29"/>
                  <a:gd name="T15" fmla="*/ 30 h 30"/>
                  <a:gd name="T16" fmla="*/ 29 w 29"/>
                  <a:gd name="T17" fmla="*/ 15 h 30"/>
                  <a:gd name="T18" fmla="*/ 26 w 29"/>
                  <a:gd name="T19" fmla="*/ 5 h 30"/>
                  <a:gd name="T20" fmla="*/ 25 w 29"/>
                  <a:gd name="T21" fmla="*/ 6 h 30"/>
                  <a:gd name="T22" fmla="*/ 20 w 29"/>
                  <a:gd name="T23" fmla="*/ 1 h 30"/>
                  <a:gd name="T24" fmla="*/ 20 w 29"/>
                  <a:gd name="T25" fmla="*/ 1 h 30"/>
                  <a:gd name="T26" fmla="*/ 15 w 29"/>
                  <a:gd name="T2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30">
                    <a:moveTo>
                      <a:pt x="15" y="23"/>
                    </a:moveTo>
                    <a:cubicBezTo>
                      <a:pt x="10" y="23"/>
                      <a:pt x="7" y="19"/>
                      <a:pt x="7" y="15"/>
                    </a:cubicBezTo>
                    <a:cubicBezTo>
                      <a:pt x="7" y="10"/>
                      <a:pt x="10" y="7"/>
                      <a:pt x="15" y="7"/>
                    </a:cubicBezTo>
                    <a:cubicBezTo>
                      <a:pt x="19" y="7"/>
                      <a:pt x="23" y="10"/>
                      <a:pt x="23" y="15"/>
                    </a:cubicBezTo>
                    <a:cubicBezTo>
                      <a:pt x="23" y="19"/>
                      <a:pt x="19" y="23"/>
                      <a:pt x="15" y="23"/>
                    </a:cubicBezTo>
                    <a:moveTo>
                      <a:pt x="15" y="0"/>
                    </a:moveTo>
                    <a:cubicBezTo>
                      <a:pt x="6" y="0"/>
                      <a:pt x="0" y="7"/>
                      <a:pt x="0" y="15"/>
                    </a:cubicBezTo>
                    <a:cubicBezTo>
                      <a:pt x="0" y="23"/>
                      <a:pt x="6" y="30"/>
                      <a:pt x="15" y="30"/>
                    </a:cubicBezTo>
                    <a:cubicBezTo>
                      <a:pt x="23" y="30"/>
                      <a:pt x="29" y="23"/>
                      <a:pt x="29" y="15"/>
                    </a:cubicBezTo>
                    <a:cubicBezTo>
                      <a:pt x="29" y="11"/>
                      <a:pt x="28" y="8"/>
                      <a:pt x="26" y="5"/>
                    </a:cubicBezTo>
                    <a:cubicBezTo>
                      <a:pt x="25" y="6"/>
                      <a:pt x="25" y="6"/>
                      <a:pt x="25" y="6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0"/>
                      <a:pt x="16" y="0"/>
                      <a:pt x="15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2" name="Freeform 711">
                <a:extLst>
                  <a:ext uri="{FF2B5EF4-FFF2-40B4-BE49-F238E27FC236}">
                    <a16:creationId xmlns:a16="http://schemas.microsoft.com/office/drawing/2014/main" xmlns="" id="{7F38AE0E-68C8-4EFD-89C9-68A311F57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9250" y="0"/>
                <a:ext cx="98425" cy="84138"/>
              </a:xfrm>
              <a:custGeom>
                <a:avLst/>
                <a:gdLst>
                  <a:gd name="T0" fmla="*/ 62 w 62"/>
                  <a:gd name="T1" fmla="*/ 0 h 53"/>
                  <a:gd name="T2" fmla="*/ 41 w 62"/>
                  <a:gd name="T3" fmla="*/ 0 h 53"/>
                  <a:gd name="T4" fmla="*/ 0 w 62"/>
                  <a:gd name="T5" fmla="*/ 41 h 53"/>
                  <a:gd name="T6" fmla="*/ 0 w 62"/>
                  <a:gd name="T7" fmla="*/ 41 h 53"/>
                  <a:gd name="T8" fmla="*/ 12 w 62"/>
                  <a:gd name="T9" fmla="*/ 53 h 53"/>
                  <a:gd name="T10" fmla="*/ 15 w 62"/>
                  <a:gd name="T11" fmla="*/ 51 h 53"/>
                  <a:gd name="T12" fmla="*/ 62 w 62"/>
                  <a:gd name="T13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53">
                    <a:moveTo>
                      <a:pt x="62" y="0"/>
                    </a:moveTo>
                    <a:lnTo>
                      <a:pt x="41" y="0"/>
                    </a:lnTo>
                    <a:lnTo>
                      <a:pt x="0" y="41"/>
                    </a:lnTo>
                    <a:lnTo>
                      <a:pt x="0" y="41"/>
                    </a:lnTo>
                    <a:lnTo>
                      <a:pt x="12" y="53"/>
                    </a:lnTo>
                    <a:lnTo>
                      <a:pt x="15" y="5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3" name="Freeform 713">
                <a:extLst>
                  <a:ext uri="{FF2B5EF4-FFF2-40B4-BE49-F238E27FC236}">
                    <a16:creationId xmlns:a16="http://schemas.microsoft.com/office/drawing/2014/main" xmlns="" id="{1C4CC22C-AE69-4C33-9162-3F6D4D7B0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8275" y="0"/>
                <a:ext cx="49213" cy="15875"/>
              </a:xfrm>
              <a:custGeom>
                <a:avLst/>
                <a:gdLst>
                  <a:gd name="T0" fmla="*/ 13 w 13"/>
                  <a:gd name="T1" fmla="*/ 0 h 4"/>
                  <a:gd name="T2" fmla="*/ 9 w 13"/>
                  <a:gd name="T3" fmla="*/ 0 h 4"/>
                  <a:gd name="T4" fmla="*/ 7 w 13"/>
                  <a:gd name="T5" fmla="*/ 1 h 4"/>
                  <a:gd name="T6" fmla="*/ 5 w 13"/>
                  <a:gd name="T7" fmla="*/ 0 h 4"/>
                  <a:gd name="T8" fmla="*/ 0 w 13"/>
                  <a:gd name="T9" fmla="*/ 0 h 4"/>
                  <a:gd name="T10" fmla="*/ 7 w 13"/>
                  <a:gd name="T11" fmla="*/ 4 h 4"/>
                  <a:gd name="T12" fmla="*/ 13 w 1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4">
                    <a:moveTo>
                      <a:pt x="13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6" y="1"/>
                      <a:pt x="5" y="1"/>
                      <a:pt x="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" y="2"/>
                      <a:pt x="4" y="4"/>
                      <a:pt x="7" y="4"/>
                    </a:cubicBezTo>
                    <a:cubicBezTo>
                      <a:pt x="10" y="4"/>
                      <a:pt x="12" y="2"/>
                      <a:pt x="13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98" name="Freeform 714">
              <a:extLst>
                <a:ext uri="{FF2B5EF4-FFF2-40B4-BE49-F238E27FC236}">
                  <a16:creationId xmlns:a16="http://schemas.microsoft.com/office/drawing/2014/main" xmlns="" id="{071E4A61-DD9A-4AE9-AB3E-633F95A21D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0943" y="238766"/>
              <a:ext cx="312233" cy="315059"/>
            </a:xfrm>
            <a:custGeom>
              <a:avLst/>
              <a:gdLst>
                <a:gd name="T0" fmla="*/ 85 w 93"/>
                <a:gd name="T1" fmla="*/ 89 h 93"/>
                <a:gd name="T2" fmla="*/ 80 w 93"/>
                <a:gd name="T3" fmla="*/ 84 h 93"/>
                <a:gd name="T4" fmla="*/ 85 w 93"/>
                <a:gd name="T5" fmla="*/ 79 h 93"/>
                <a:gd name="T6" fmla="*/ 90 w 93"/>
                <a:gd name="T7" fmla="*/ 84 h 93"/>
                <a:gd name="T8" fmla="*/ 85 w 93"/>
                <a:gd name="T9" fmla="*/ 89 h 93"/>
                <a:gd name="T10" fmla="*/ 9 w 93"/>
                <a:gd name="T11" fmla="*/ 13 h 93"/>
                <a:gd name="T12" fmla="*/ 4 w 93"/>
                <a:gd name="T13" fmla="*/ 8 h 93"/>
                <a:gd name="T14" fmla="*/ 9 w 93"/>
                <a:gd name="T15" fmla="*/ 3 h 93"/>
                <a:gd name="T16" fmla="*/ 14 w 93"/>
                <a:gd name="T17" fmla="*/ 8 h 93"/>
                <a:gd name="T18" fmla="*/ 9 w 93"/>
                <a:gd name="T19" fmla="*/ 13 h 93"/>
                <a:gd name="T20" fmla="*/ 9 w 93"/>
                <a:gd name="T21" fmla="*/ 0 h 93"/>
                <a:gd name="T22" fmla="*/ 0 w 93"/>
                <a:gd name="T23" fmla="*/ 8 h 93"/>
                <a:gd name="T24" fmla="*/ 9 w 93"/>
                <a:gd name="T25" fmla="*/ 17 h 93"/>
                <a:gd name="T26" fmla="*/ 16 w 93"/>
                <a:gd name="T27" fmla="*/ 12 h 93"/>
                <a:gd name="T28" fmla="*/ 51 w 93"/>
                <a:gd name="T29" fmla="*/ 12 h 93"/>
                <a:gd name="T30" fmla="*/ 81 w 93"/>
                <a:gd name="T31" fmla="*/ 43 h 93"/>
                <a:gd name="T32" fmla="*/ 81 w 93"/>
                <a:gd name="T33" fmla="*/ 76 h 93"/>
                <a:gd name="T34" fmla="*/ 81 w 93"/>
                <a:gd name="T35" fmla="*/ 76 h 93"/>
                <a:gd name="T36" fmla="*/ 76 w 93"/>
                <a:gd name="T37" fmla="*/ 84 h 93"/>
                <a:gd name="T38" fmla="*/ 85 w 93"/>
                <a:gd name="T39" fmla="*/ 93 h 93"/>
                <a:gd name="T40" fmla="*/ 93 w 93"/>
                <a:gd name="T41" fmla="*/ 84 h 93"/>
                <a:gd name="T42" fmla="*/ 88 w 93"/>
                <a:gd name="T43" fmla="*/ 76 h 93"/>
                <a:gd name="T44" fmla="*/ 88 w 93"/>
                <a:gd name="T45" fmla="*/ 76 h 93"/>
                <a:gd name="T46" fmla="*/ 88 w 93"/>
                <a:gd name="T47" fmla="*/ 40 h 93"/>
                <a:gd name="T48" fmla="*/ 54 w 93"/>
                <a:gd name="T49" fmla="*/ 5 h 93"/>
                <a:gd name="T50" fmla="*/ 17 w 93"/>
                <a:gd name="T51" fmla="*/ 5 h 93"/>
                <a:gd name="T52" fmla="*/ 9 w 93"/>
                <a:gd name="T5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3" h="93">
                  <a:moveTo>
                    <a:pt x="85" y="89"/>
                  </a:moveTo>
                  <a:cubicBezTo>
                    <a:pt x="82" y="89"/>
                    <a:pt x="80" y="87"/>
                    <a:pt x="80" y="84"/>
                  </a:cubicBezTo>
                  <a:cubicBezTo>
                    <a:pt x="80" y="81"/>
                    <a:pt x="82" y="79"/>
                    <a:pt x="85" y="79"/>
                  </a:cubicBezTo>
                  <a:cubicBezTo>
                    <a:pt x="87" y="79"/>
                    <a:pt x="90" y="81"/>
                    <a:pt x="90" y="84"/>
                  </a:cubicBezTo>
                  <a:cubicBezTo>
                    <a:pt x="90" y="87"/>
                    <a:pt x="87" y="89"/>
                    <a:pt x="85" y="89"/>
                  </a:cubicBezTo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1" y="3"/>
                    <a:pt x="14" y="6"/>
                    <a:pt x="14" y="8"/>
                  </a:cubicBezTo>
                  <a:cubicBezTo>
                    <a:pt x="14" y="11"/>
                    <a:pt x="11" y="13"/>
                    <a:pt x="9" y="13"/>
                  </a:cubicBezTo>
                  <a:moveTo>
                    <a:pt x="9" y="0"/>
                  </a:moveTo>
                  <a:cubicBezTo>
                    <a:pt x="4" y="0"/>
                    <a:pt x="0" y="3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2" y="17"/>
                    <a:pt x="15" y="15"/>
                    <a:pt x="16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76"/>
                    <a:pt x="81" y="76"/>
                    <a:pt x="81" y="76"/>
                  </a:cubicBezTo>
                  <a:cubicBezTo>
                    <a:pt x="81" y="76"/>
                    <a:pt x="81" y="76"/>
                    <a:pt x="81" y="76"/>
                  </a:cubicBezTo>
                  <a:cubicBezTo>
                    <a:pt x="78" y="77"/>
                    <a:pt x="76" y="80"/>
                    <a:pt x="76" y="84"/>
                  </a:cubicBezTo>
                  <a:cubicBezTo>
                    <a:pt x="76" y="89"/>
                    <a:pt x="80" y="93"/>
                    <a:pt x="85" y="93"/>
                  </a:cubicBezTo>
                  <a:cubicBezTo>
                    <a:pt x="89" y="93"/>
                    <a:pt x="93" y="89"/>
                    <a:pt x="93" y="84"/>
                  </a:cubicBezTo>
                  <a:cubicBezTo>
                    <a:pt x="93" y="80"/>
                    <a:pt x="91" y="77"/>
                    <a:pt x="88" y="76"/>
                  </a:cubicBezTo>
                  <a:cubicBezTo>
                    <a:pt x="88" y="76"/>
                    <a:pt x="88" y="76"/>
                    <a:pt x="88" y="76"/>
                  </a:cubicBezTo>
                  <a:cubicBezTo>
                    <a:pt x="88" y="40"/>
                    <a:pt x="88" y="40"/>
                    <a:pt x="88" y="40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5" y="2"/>
                    <a:pt x="12" y="0"/>
                    <a:pt x="9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xmlns="" id="{6C0108F5-63D6-4118-916A-94845E9C89D7}"/>
                </a:ext>
              </a:extLst>
            </p:cNvPr>
            <p:cNvGrpSpPr/>
            <p:nvPr/>
          </p:nvGrpSpPr>
          <p:grpSpPr>
            <a:xfrm>
              <a:off x="6109206" y="-1"/>
              <a:ext cx="192143" cy="190731"/>
              <a:chOff x="6016625" y="0"/>
              <a:chExt cx="215900" cy="214313"/>
            </a:xfrm>
          </p:grpSpPr>
          <p:sp>
            <p:nvSpPr>
              <p:cNvPr id="143" name="Freeform 715">
                <a:extLst>
                  <a:ext uri="{FF2B5EF4-FFF2-40B4-BE49-F238E27FC236}">
                    <a16:creationId xmlns:a16="http://schemas.microsoft.com/office/drawing/2014/main" xmlns="" id="{7E14436D-BAC0-4110-93EF-C8A4F793B6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16625" y="141288"/>
                <a:ext cx="71438" cy="73025"/>
              </a:xfrm>
              <a:custGeom>
                <a:avLst/>
                <a:gdLst>
                  <a:gd name="T0" fmla="*/ 10 w 19"/>
                  <a:gd name="T1" fmla="*/ 15 h 19"/>
                  <a:gd name="T2" fmla="*/ 5 w 19"/>
                  <a:gd name="T3" fmla="*/ 9 h 19"/>
                  <a:gd name="T4" fmla="*/ 10 w 19"/>
                  <a:gd name="T5" fmla="*/ 4 h 19"/>
                  <a:gd name="T6" fmla="*/ 15 w 19"/>
                  <a:gd name="T7" fmla="*/ 9 h 19"/>
                  <a:gd name="T8" fmla="*/ 10 w 19"/>
                  <a:gd name="T9" fmla="*/ 15 h 19"/>
                  <a:gd name="T10" fmla="*/ 10 w 19"/>
                  <a:gd name="T11" fmla="*/ 0 h 19"/>
                  <a:gd name="T12" fmla="*/ 0 w 19"/>
                  <a:gd name="T13" fmla="*/ 9 h 19"/>
                  <a:gd name="T14" fmla="*/ 10 w 19"/>
                  <a:gd name="T15" fmla="*/ 19 h 19"/>
                  <a:gd name="T16" fmla="*/ 19 w 19"/>
                  <a:gd name="T17" fmla="*/ 9 h 19"/>
                  <a:gd name="T18" fmla="*/ 17 w 19"/>
                  <a:gd name="T19" fmla="*/ 3 h 19"/>
                  <a:gd name="T20" fmla="*/ 16 w 19"/>
                  <a:gd name="T21" fmla="*/ 5 h 19"/>
                  <a:gd name="T22" fmla="*/ 11 w 19"/>
                  <a:gd name="T23" fmla="*/ 0 h 19"/>
                  <a:gd name="T24" fmla="*/ 11 w 19"/>
                  <a:gd name="T25" fmla="*/ 0 h 19"/>
                  <a:gd name="T26" fmla="*/ 10 w 19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9">
                    <a:moveTo>
                      <a:pt x="10" y="15"/>
                    </a:moveTo>
                    <a:cubicBezTo>
                      <a:pt x="7" y="15"/>
                      <a:pt x="5" y="12"/>
                      <a:pt x="5" y="9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3" y="4"/>
                      <a:pt x="15" y="6"/>
                      <a:pt x="15" y="9"/>
                    </a:cubicBezTo>
                    <a:cubicBezTo>
                      <a:pt x="15" y="12"/>
                      <a:pt x="13" y="15"/>
                      <a:pt x="10" y="15"/>
                    </a:cubicBezTo>
                    <a:moveTo>
                      <a:pt x="10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9"/>
                    </a:cubicBezTo>
                    <a:cubicBezTo>
                      <a:pt x="19" y="7"/>
                      <a:pt x="19" y="5"/>
                      <a:pt x="17" y="3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0" y="0"/>
                      <a:pt x="10" y="0"/>
                    </a:cubicBezTo>
                  </a:path>
                </a:pathLst>
              </a:custGeom>
              <a:solidFill>
                <a:srgbClr val="52D3DA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4" name="Freeform 717">
                <a:extLst>
                  <a:ext uri="{FF2B5EF4-FFF2-40B4-BE49-F238E27FC236}">
                    <a16:creationId xmlns:a16="http://schemas.microsoft.com/office/drawing/2014/main" xmlns="" id="{EB2BE19D-ABD0-47A1-BFC4-B3425E66F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7900" y="0"/>
                <a:ext cx="174625" cy="160338"/>
              </a:xfrm>
              <a:custGeom>
                <a:avLst/>
                <a:gdLst>
                  <a:gd name="T0" fmla="*/ 110 w 110"/>
                  <a:gd name="T1" fmla="*/ 0 h 101"/>
                  <a:gd name="T2" fmla="*/ 88 w 110"/>
                  <a:gd name="T3" fmla="*/ 0 h 101"/>
                  <a:gd name="T4" fmla="*/ 0 w 110"/>
                  <a:gd name="T5" fmla="*/ 89 h 101"/>
                  <a:gd name="T6" fmla="*/ 0 w 110"/>
                  <a:gd name="T7" fmla="*/ 89 h 101"/>
                  <a:gd name="T8" fmla="*/ 12 w 110"/>
                  <a:gd name="T9" fmla="*/ 101 h 101"/>
                  <a:gd name="T10" fmla="*/ 15 w 110"/>
                  <a:gd name="T11" fmla="*/ 96 h 101"/>
                  <a:gd name="T12" fmla="*/ 110 w 110"/>
                  <a:gd name="T1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" h="101">
                    <a:moveTo>
                      <a:pt x="110" y="0"/>
                    </a:moveTo>
                    <a:lnTo>
                      <a:pt x="88" y="0"/>
                    </a:lnTo>
                    <a:lnTo>
                      <a:pt x="0" y="89"/>
                    </a:lnTo>
                    <a:lnTo>
                      <a:pt x="0" y="89"/>
                    </a:lnTo>
                    <a:lnTo>
                      <a:pt x="12" y="101"/>
                    </a:lnTo>
                    <a:lnTo>
                      <a:pt x="15" y="96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52D3DA">
                  <a:alpha val="20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xmlns="" id="{DA29E66C-5D4E-4C1F-93D0-D0CE25A2B62F}"/>
                </a:ext>
              </a:extLst>
            </p:cNvPr>
            <p:cNvGrpSpPr/>
            <p:nvPr/>
          </p:nvGrpSpPr>
          <p:grpSpPr>
            <a:xfrm>
              <a:off x="6031501" y="-1"/>
              <a:ext cx="202034" cy="190731"/>
              <a:chOff x="5929312" y="0"/>
              <a:chExt cx="227013" cy="214313"/>
            </a:xfrm>
            <a:solidFill>
              <a:schemeClr val="accent1">
                <a:alpha val="30000"/>
              </a:schemeClr>
            </a:solidFill>
          </p:grpSpPr>
          <p:sp>
            <p:nvSpPr>
              <p:cNvPr id="141" name="Freeform 716">
                <a:extLst>
                  <a:ext uri="{FF2B5EF4-FFF2-40B4-BE49-F238E27FC236}">
                    <a16:creationId xmlns:a16="http://schemas.microsoft.com/office/drawing/2014/main" xmlns="" id="{343AB3E2-02A7-4070-8C2A-E1C20DC20C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9312" y="141288"/>
                <a:ext cx="73025" cy="73025"/>
              </a:xfrm>
              <a:custGeom>
                <a:avLst/>
                <a:gdLst>
                  <a:gd name="T0" fmla="*/ 10 w 19"/>
                  <a:gd name="T1" fmla="*/ 15 h 19"/>
                  <a:gd name="T2" fmla="*/ 5 w 19"/>
                  <a:gd name="T3" fmla="*/ 9 h 19"/>
                  <a:gd name="T4" fmla="*/ 10 w 19"/>
                  <a:gd name="T5" fmla="*/ 4 h 19"/>
                  <a:gd name="T6" fmla="*/ 15 w 19"/>
                  <a:gd name="T7" fmla="*/ 9 h 19"/>
                  <a:gd name="T8" fmla="*/ 10 w 19"/>
                  <a:gd name="T9" fmla="*/ 15 h 19"/>
                  <a:gd name="T10" fmla="*/ 10 w 19"/>
                  <a:gd name="T11" fmla="*/ 0 h 19"/>
                  <a:gd name="T12" fmla="*/ 0 w 19"/>
                  <a:gd name="T13" fmla="*/ 9 h 19"/>
                  <a:gd name="T14" fmla="*/ 10 w 19"/>
                  <a:gd name="T15" fmla="*/ 19 h 19"/>
                  <a:gd name="T16" fmla="*/ 19 w 19"/>
                  <a:gd name="T17" fmla="*/ 9 h 19"/>
                  <a:gd name="T18" fmla="*/ 18 w 19"/>
                  <a:gd name="T19" fmla="*/ 5 h 19"/>
                  <a:gd name="T20" fmla="*/ 18 w 19"/>
                  <a:gd name="T21" fmla="*/ 5 h 19"/>
                  <a:gd name="T22" fmla="*/ 13 w 19"/>
                  <a:gd name="T23" fmla="*/ 1 h 19"/>
                  <a:gd name="T24" fmla="*/ 14 w 19"/>
                  <a:gd name="T25" fmla="*/ 0 h 19"/>
                  <a:gd name="T26" fmla="*/ 10 w 19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9">
                    <a:moveTo>
                      <a:pt x="10" y="15"/>
                    </a:moveTo>
                    <a:cubicBezTo>
                      <a:pt x="7" y="15"/>
                      <a:pt x="5" y="12"/>
                      <a:pt x="5" y="9"/>
                    </a:cubicBezTo>
                    <a:cubicBezTo>
                      <a:pt x="5" y="6"/>
                      <a:pt x="7" y="4"/>
                      <a:pt x="10" y="4"/>
                    </a:cubicBezTo>
                    <a:cubicBezTo>
                      <a:pt x="13" y="4"/>
                      <a:pt x="15" y="6"/>
                      <a:pt x="15" y="9"/>
                    </a:cubicBezTo>
                    <a:cubicBezTo>
                      <a:pt x="15" y="12"/>
                      <a:pt x="13" y="15"/>
                      <a:pt x="10" y="15"/>
                    </a:cubicBezTo>
                    <a:moveTo>
                      <a:pt x="10" y="0"/>
                    </a:moveTo>
                    <a:cubicBezTo>
                      <a:pt x="5" y="0"/>
                      <a:pt x="0" y="4"/>
                      <a:pt x="0" y="9"/>
                    </a:cubicBezTo>
                    <a:cubicBezTo>
                      <a:pt x="0" y="15"/>
                      <a:pt x="5" y="19"/>
                      <a:pt x="10" y="19"/>
                    </a:cubicBezTo>
                    <a:cubicBezTo>
                      <a:pt x="15" y="19"/>
                      <a:pt x="19" y="15"/>
                      <a:pt x="19" y="9"/>
                    </a:cubicBezTo>
                    <a:cubicBezTo>
                      <a:pt x="19" y="8"/>
                      <a:pt x="19" y="6"/>
                      <a:pt x="18" y="5"/>
                    </a:cubicBezTo>
                    <a:cubicBezTo>
                      <a:pt x="18" y="5"/>
                      <a:pt x="18" y="5"/>
                      <a:pt x="18" y="5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0"/>
                      <a:pt x="11" y="0"/>
                      <a:pt x="1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2" name="Freeform 719">
                <a:extLst>
                  <a:ext uri="{FF2B5EF4-FFF2-40B4-BE49-F238E27FC236}">
                    <a16:creationId xmlns:a16="http://schemas.microsoft.com/office/drawing/2014/main" xmlns="" id="{3FF33AE0-4983-468D-B48B-E2E25A0DA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8525" y="0"/>
                <a:ext cx="177800" cy="160338"/>
              </a:xfrm>
              <a:custGeom>
                <a:avLst/>
                <a:gdLst>
                  <a:gd name="T0" fmla="*/ 112 w 112"/>
                  <a:gd name="T1" fmla="*/ 0 h 101"/>
                  <a:gd name="T2" fmla="*/ 91 w 112"/>
                  <a:gd name="T3" fmla="*/ 0 h 101"/>
                  <a:gd name="T4" fmla="*/ 3 w 112"/>
                  <a:gd name="T5" fmla="*/ 89 h 101"/>
                  <a:gd name="T6" fmla="*/ 0 w 112"/>
                  <a:gd name="T7" fmla="*/ 92 h 101"/>
                  <a:gd name="T8" fmla="*/ 12 w 112"/>
                  <a:gd name="T9" fmla="*/ 101 h 101"/>
                  <a:gd name="T10" fmla="*/ 12 w 112"/>
                  <a:gd name="T11" fmla="*/ 101 h 101"/>
                  <a:gd name="T12" fmla="*/ 112 w 112"/>
                  <a:gd name="T1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101">
                    <a:moveTo>
                      <a:pt x="112" y="0"/>
                    </a:moveTo>
                    <a:lnTo>
                      <a:pt x="91" y="0"/>
                    </a:lnTo>
                    <a:lnTo>
                      <a:pt x="3" y="89"/>
                    </a:lnTo>
                    <a:lnTo>
                      <a:pt x="0" y="92"/>
                    </a:lnTo>
                    <a:lnTo>
                      <a:pt x="12" y="101"/>
                    </a:lnTo>
                    <a:lnTo>
                      <a:pt x="12" y="101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01" name="Line 723">
              <a:extLst>
                <a:ext uri="{FF2B5EF4-FFF2-40B4-BE49-F238E27FC236}">
                  <a16:creationId xmlns:a16="http://schemas.microsoft.com/office/drawing/2014/main" xmlns="" id="{4A687DEE-C6F9-4C0D-9C86-58E4D0D6F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2" name="Line 724">
              <a:extLst>
                <a:ext uri="{FF2B5EF4-FFF2-40B4-BE49-F238E27FC236}">
                  <a16:creationId xmlns:a16="http://schemas.microsoft.com/office/drawing/2014/main" xmlns="" id="{A2C54645-6204-4CAF-A44D-74EE7E08C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3" name="Line 725">
              <a:extLst>
                <a:ext uri="{FF2B5EF4-FFF2-40B4-BE49-F238E27FC236}">
                  <a16:creationId xmlns:a16="http://schemas.microsoft.com/office/drawing/2014/main" xmlns="" id="{7B715206-05DD-4568-801F-54777752F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4" name="Line 726">
              <a:extLst>
                <a:ext uri="{FF2B5EF4-FFF2-40B4-BE49-F238E27FC236}">
                  <a16:creationId xmlns:a16="http://schemas.microsoft.com/office/drawing/2014/main" xmlns="" id="{FC8B4A66-3874-44EF-B398-7634EBD3B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631529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5" name="Line 728">
              <a:extLst>
                <a:ext uri="{FF2B5EF4-FFF2-40B4-BE49-F238E27FC236}">
                  <a16:creationId xmlns:a16="http://schemas.microsoft.com/office/drawing/2014/main" xmlns="" id="{B7A0633D-BB0A-4D9C-8801-94D9BB2E8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6" name="Line 729">
              <a:extLst>
                <a:ext uri="{FF2B5EF4-FFF2-40B4-BE49-F238E27FC236}">
                  <a16:creationId xmlns:a16="http://schemas.microsoft.com/office/drawing/2014/main" xmlns="" id="{F86C1F4E-89FB-4E27-B4A1-EBE24D152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7" name="Line 730">
              <a:extLst>
                <a:ext uri="{FF2B5EF4-FFF2-40B4-BE49-F238E27FC236}">
                  <a16:creationId xmlns:a16="http://schemas.microsoft.com/office/drawing/2014/main" xmlns="" id="{358446AB-E01D-4EBC-98B5-ACB790F01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8" name="Line 731">
              <a:extLst>
                <a:ext uri="{FF2B5EF4-FFF2-40B4-BE49-F238E27FC236}">
                  <a16:creationId xmlns:a16="http://schemas.microsoft.com/office/drawing/2014/main" xmlns="" id="{F54B8DB4-252D-4391-B938-B74C7C184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0" y="716298"/>
              <a:ext cx="0" cy="0"/>
            </a:xfrm>
            <a:prstGeom prst="line">
              <a:avLst/>
            </a:prstGeom>
            <a:solidFill>
              <a:srgbClr val="52D3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9" name="Freeform 732">
              <a:extLst>
                <a:ext uri="{FF2B5EF4-FFF2-40B4-BE49-F238E27FC236}">
                  <a16:creationId xmlns:a16="http://schemas.microsoft.com/office/drawing/2014/main" xmlns="" id="{58825965-4A57-496E-8495-29595CE6A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506" y="-1"/>
              <a:ext cx="1134494" cy="716299"/>
            </a:xfrm>
            <a:custGeom>
              <a:avLst/>
              <a:gdLst>
                <a:gd name="T0" fmla="*/ 12 w 803"/>
                <a:gd name="T1" fmla="*/ 0 h 507"/>
                <a:gd name="T2" fmla="*/ 0 w 803"/>
                <a:gd name="T3" fmla="*/ 0 h 507"/>
                <a:gd name="T4" fmla="*/ 401 w 803"/>
                <a:gd name="T5" fmla="*/ 406 h 507"/>
                <a:gd name="T6" fmla="*/ 501 w 803"/>
                <a:gd name="T7" fmla="*/ 507 h 507"/>
                <a:gd name="T8" fmla="*/ 803 w 803"/>
                <a:gd name="T9" fmla="*/ 507 h 507"/>
                <a:gd name="T10" fmla="*/ 803 w 803"/>
                <a:gd name="T11" fmla="*/ 500 h 507"/>
                <a:gd name="T12" fmla="*/ 506 w 803"/>
                <a:gd name="T13" fmla="*/ 500 h 507"/>
                <a:gd name="T14" fmla="*/ 406 w 803"/>
                <a:gd name="T15" fmla="*/ 399 h 507"/>
                <a:gd name="T16" fmla="*/ 12 w 803"/>
                <a:gd name="T17" fmla="*/ 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3" h="507">
                  <a:moveTo>
                    <a:pt x="12" y="0"/>
                  </a:moveTo>
                  <a:lnTo>
                    <a:pt x="0" y="0"/>
                  </a:lnTo>
                  <a:lnTo>
                    <a:pt x="401" y="406"/>
                  </a:lnTo>
                  <a:lnTo>
                    <a:pt x="501" y="507"/>
                  </a:lnTo>
                  <a:lnTo>
                    <a:pt x="803" y="507"/>
                  </a:lnTo>
                  <a:lnTo>
                    <a:pt x="803" y="500"/>
                  </a:lnTo>
                  <a:lnTo>
                    <a:pt x="506" y="500"/>
                  </a:lnTo>
                  <a:lnTo>
                    <a:pt x="406" y="39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xmlns="" id="{B11C0802-A749-438B-9B06-C0AC9FD11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1893" y="-1"/>
              <a:ext cx="647070" cy="644245"/>
            </a:xfrm>
            <a:custGeom>
              <a:avLst/>
              <a:gdLst>
                <a:gd name="connsiteX0" fmla="*/ 696912 w 727074"/>
                <a:gd name="connsiteY0" fmla="*/ 678180 h 723900"/>
                <a:gd name="connsiteX1" fmla="*/ 681830 w 727074"/>
                <a:gd name="connsiteY1" fmla="*/ 693420 h 723900"/>
                <a:gd name="connsiteX2" fmla="*/ 696912 w 727074"/>
                <a:gd name="connsiteY2" fmla="*/ 712470 h 723900"/>
                <a:gd name="connsiteX3" fmla="*/ 715763 w 727074"/>
                <a:gd name="connsiteY3" fmla="*/ 693420 h 723900"/>
                <a:gd name="connsiteX4" fmla="*/ 696912 w 727074"/>
                <a:gd name="connsiteY4" fmla="*/ 678180 h 723900"/>
                <a:gd name="connsiteX5" fmla="*/ 0 w 727074"/>
                <a:gd name="connsiteY5" fmla="*/ 0 h 723900"/>
                <a:gd name="connsiteX6" fmla="*/ 18884 w 727074"/>
                <a:gd name="connsiteY6" fmla="*/ 0 h 723900"/>
                <a:gd name="connsiteX7" fmla="*/ 569714 w 727074"/>
                <a:gd name="connsiteY7" fmla="*/ 556950 h 723900"/>
                <a:gd name="connsiteX8" fmla="*/ 682027 w 727074"/>
                <a:gd name="connsiteY8" fmla="*/ 670510 h 723900"/>
                <a:gd name="connsiteX9" fmla="*/ 696912 w 727074"/>
                <a:gd name="connsiteY9" fmla="*/ 666750 h 723900"/>
                <a:gd name="connsiteX10" fmla="*/ 727074 w 727074"/>
                <a:gd name="connsiteY10" fmla="*/ 693420 h 723900"/>
                <a:gd name="connsiteX11" fmla="*/ 696912 w 727074"/>
                <a:gd name="connsiteY11" fmla="*/ 723900 h 723900"/>
                <a:gd name="connsiteX12" fmla="*/ 666749 w 727074"/>
                <a:gd name="connsiteY12" fmla="*/ 693420 h 723900"/>
                <a:gd name="connsiteX13" fmla="*/ 674290 w 727074"/>
                <a:gd name="connsiteY13" fmla="*/ 681990 h 723900"/>
                <a:gd name="connsiteX14" fmla="*/ 674393 w 727074"/>
                <a:gd name="connsiteY14" fmla="*/ 681886 h 723900"/>
                <a:gd name="connsiteX15" fmla="*/ 669212 w 727074"/>
                <a:gd name="connsiteY15" fmla="*/ 676648 h 723900"/>
                <a:gd name="connsiteX16" fmla="*/ 0 w 727074"/>
                <a:gd name="connsiteY16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7074" h="723900">
                  <a:moveTo>
                    <a:pt x="696912" y="678180"/>
                  </a:moveTo>
                  <a:cubicBezTo>
                    <a:pt x="689371" y="678180"/>
                    <a:pt x="681830" y="685800"/>
                    <a:pt x="681830" y="693420"/>
                  </a:cubicBezTo>
                  <a:cubicBezTo>
                    <a:pt x="681830" y="704850"/>
                    <a:pt x="689371" y="712470"/>
                    <a:pt x="696912" y="712470"/>
                  </a:cubicBezTo>
                  <a:cubicBezTo>
                    <a:pt x="708223" y="712470"/>
                    <a:pt x="715763" y="704850"/>
                    <a:pt x="715763" y="693420"/>
                  </a:cubicBezTo>
                  <a:cubicBezTo>
                    <a:pt x="715763" y="685800"/>
                    <a:pt x="708223" y="678180"/>
                    <a:pt x="696912" y="67818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18884" y="0"/>
                  </a:cubicBezTo>
                  <a:cubicBezTo>
                    <a:pt x="18884" y="0"/>
                    <a:pt x="18884" y="0"/>
                    <a:pt x="569714" y="556950"/>
                  </a:cubicBezTo>
                  <a:lnTo>
                    <a:pt x="682027" y="670510"/>
                  </a:lnTo>
                  <a:lnTo>
                    <a:pt x="696912" y="666750"/>
                  </a:lnTo>
                  <a:cubicBezTo>
                    <a:pt x="711993" y="666750"/>
                    <a:pt x="727074" y="678180"/>
                    <a:pt x="727074" y="693420"/>
                  </a:cubicBezTo>
                  <a:cubicBezTo>
                    <a:pt x="727074" y="712470"/>
                    <a:pt x="711993" y="723900"/>
                    <a:pt x="696912" y="723900"/>
                  </a:cubicBezTo>
                  <a:cubicBezTo>
                    <a:pt x="681830" y="723900"/>
                    <a:pt x="666749" y="712470"/>
                    <a:pt x="666749" y="693420"/>
                  </a:cubicBezTo>
                  <a:cubicBezTo>
                    <a:pt x="666749" y="689610"/>
                    <a:pt x="670520" y="685800"/>
                    <a:pt x="674290" y="681990"/>
                  </a:cubicBezTo>
                  <a:lnTo>
                    <a:pt x="674393" y="681886"/>
                  </a:lnTo>
                  <a:lnTo>
                    <a:pt x="669212" y="676648"/>
                  </a:lnTo>
                  <a:cubicBezTo>
                    <a:pt x="637345" y="644426"/>
                    <a:pt x="509876" y="515541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1" name="자유형: 도형 110">
              <a:extLst>
                <a:ext uri="{FF2B5EF4-FFF2-40B4-BE49-F238E27FC236}">
                  <a16:creationId xmlns:a16="http://schemas.microsoft.com/office/drawing/2014/main" xmlns="" id="{AB28201E-E6E3-4504-9495-9A4775B4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490" y="231701"/>
              <a:ext cx="761510" cy="399828"/>
            </a:xfrm>
            <a:custGeom>
              <a:avLst/>
              <a:gdLst>
                <a:gd name="connsiteX0" fmla="*/ 44451 w 855663"/>
                <a:gd name="connsiteY0" fmla="*/ 41473 h 449263"/>
                <a:gd name="connsiteX1" fmla="*/ 33338 w 855663"/>
                <a:gd name="connsiteY1" fmla="*/ 49014 h 449263"/>
                <a:gd name="connsiteX2" fmla="*/ 33454 w 855663"/>
                <a:gd name="connsiteY2" fmla="*/ 49132 h 449263"/>
                <a:gd name="connsiteX3" fmla="*/ 34767 w 855663"/>
                <a:gd name="connsiteY3" fmla="*/ 48220 h 449263"/>
                <a:gd name="connsiteX4" fmla="*/ 44464 w 855663"/>
                <a:gd name="connsiteY4" fmla="*/ 41487 h 449263"/>
                <a:gd name="connsiteX5" fmla="*/ 25929 w 855663"/>
                <a:gd name="connsiteY5" fmla="*/ 15081 h 449263"/>
                <a:gd name="connsiteX6" fmla="*/ 11112 w 855663"/>
                <a:gd name="connsiteY6" fmla="*/ 30162 h 449263"/>
                <a:gd name="connsiteX7" fmla="*/ 25929 w 855663"/>
                <a:gd name="connsiteY7" fmla="*/ 49014 h 449263"/>
                <a:gd name="connsiteX8" fmla="*/ 44451 w 855663"/>
                <a:gd name="connsiteY8" fmla="*/ 30162 h 449263"/>
                <a:gd name="connsiteX9" fmla="*/ 25929 w 855663"/>
                <a:gd name="connsiteY9" fmla="*/ 15081 h 449263"/>
                <a:gd name="connsiteX10" fmla="*/ 25929 w 855663"/>
                <a:gd name="connsiteY10" fmla="*/ 0 h 449263"/>
                <a:gd name="connsiteX11" fmla="*/ 55563 w 855663"/>
                <a:gd name="connsiteY11" fmla="*/ 30162 h 449263"/>
                <a:gd name="connsiteX12" fmla="*/ 51917 w 855663"/>
                <a:gd name="connsiteY12" fmla="*/ 48721 h 449263"/>
                <a:gd name="connsiteX13" fmla="*/ 52388 w 855663"/>
                <a:gd name="connsiteY13" fmla="*/ 49213 h 449263"/>
                <a:gd name="connsiteX14" fmla="*/ 45940 w 855663"/>
                <a:gd name="connsiteY14" fmla="*/ 53690 h 449263"/>
                <a:gd name="connsiteX15" fmla="*/ 52586 w 855663"/>
                <a:gd name="connsiteY15" fmla="*/ 49213 h 449263"/>
                <a:gd name="connsiteX16" fmla="*/ 433388 w 855663"/>
                <a:gd name="connsiteY16" fmla="*/ 437833 h 449263"/>
                <a:gd name="connsiteX17" fmla="*/ 855663 w 855663"/>
                <a:gd name="connsiteY17" fmla="*/ 437833 h 449263"/>
                <a:gd name="connsiteX18" fmla="*/ 855663 w 855663"/>
                <a:gd name="connsiteY18" fmla="*/ 449263 h 449263"/>
                <a:gd name="connsiteX19" fmla="*/ 429618 w 855663"/>
                <a:gd name="connsiteY19" fmla="*/ 449263 h 449263"/>
                <a:gd name="connsiteX20" fmla="*/ 109633 w 855663"/>
                <a:gd name="connsiteY20" fmla="*/ 125911 h 449263"/>
                <a:gd name="connsiteX21" fmla="*/ 41332 w 855663"/>
                <a:gd name="connsiteY21" fmla="*/ 56890 h 449263"/>
                <a:gd name="connsiteX22" fmla="*/ 40958 w 855663"/>
                <a:gd name="connsiteY22" fmla="*/ 57150 h 449263"/>
                <a:gd name="connsiteX23" fmla="*/ 40457 w 855663"/>
                <a:gd name="connsiteY23" fmla="*/ 56628 h 449263"/>
                <a:gd name="connsiteX24" fmla="*/ 25929 w 855663"/>
                <a:gd name="connsiteY24" fmla="*/ 60325 h 449263"/>
                <a:gd name="connsiteX25" fmla="*/ 0 w 855663"/>
                <a:gd name="connsiteY25" fmla="*/ 30162 h 449263"/>
                <a:gd name="connsiteX26" fmla="*/ 25929 w 855663"/>
                <a:gd name="connsiteY26" fmla="*/ 0 h 449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55663" h="449263">
                  <a:moveTo>
                    <a:pt x="44451" y="41473"/>
                  </a:moveTo>
                  <a:cubicBezTo>
                    <a:pt x="44451" y="41473"/>
                    <a:pt x="44451" y="41473"/>
                    <a:pt x="33338" y="49014"/>
                  </a:cubicBezTo>
                  <a:lnTo>
                    <a:pt x="33454" y="49132"/>
                  </a:lnTo>
                  <a:lnTo>
                    <a:pt x="34767" y="48220"/>
                  </a:lnTo>
                  <a:lnTo>
                    <a:pt x="44464" y="41487"/>
                  </a:lnTo>
                  <a:close/>
                  <a:moveTo>
                    <a:pt x="25929" y="15081"/>
                  </a:moveTo>
                  <a:cubicBezTo>
                    <a:pt x="18521" y="15081"/>
                    <a:pt x="11112" y="22622"/>
                    <a:pt x="11112" y="30162"/>
                  </a:cubicBezTo>
                  <a:cubicBezTo>
                    <a:pt x="11112" y="41473"/>
                    <a:pt x="18521" y="49014"/>
                    <a:pt x="25929" y="49014"/>
                  </a:cubicBezTo>
                  <a:cubicBezTo>
                    <a:pt x="37042" y="49014"/>
                    <a:pt x="44451" y="41473"/>
                    <a:pt x="44451" y="30162"/>
                  </a:cubicBezTo>
                  <a:cubicBezTo>
                    <a:pt x="44451" y="22622"/>
                    <a:pt x="37042" y="15081"/>
                    <a:pt x="25929" y="15081"/>
                  </a:cubicBezTo>
                  <a:close/>
                  <a:moveTo>
                    <a:pt x="25929" y="0"/>
                  </a:moveTo>
                  <a:cubicBezTo>
                    <a:pt x="44451" y="0"/>
                    <a:pt x="55563" y="15081"/>
                    <a:pt x="55563" y="30162"/>
                  </a:cubicBezTo>
                  <a:lnTo>
                    <a:pt x="51917" y="48721"/>
                  </a:lnTo>
                  <a:lnTo>
                    <a:pt x="52388" y="49213"/>
                  </a:lnTo>
                  <a:lnTo>
                    <a:pt x="45940" y="53690"/>
                  </a:lnTo>
                  <a:lnTo>
                    <a:pt x="52586" y="49213"/>
                  </a:lnTo>
                  <a:cubicBezTo>
                    <a:pt x="52586" y="49213"/>
                    <a:pt x="52586" y="49213"/>
                    <a:pt x="433388" y="437833"/>
                  </a:cubicBezTo>
                  <a:cubicBezTo>
                    <a:pt x="433388" y="437833"/>
                    <a:pt x="433388" y="437833"/>
                    <a:pt x="855663" y="437833"/>
                  </a:cubicBezTo>
                  <a:cubicBezTo>
                    <a:pt x="855663" y="437833"/>
                    <a:pt x="855663" y="437833"/>
                    <a:pt x="855663" y="449263"/>
                  </a:cubicBezTo>
                  <a:cubicBezTo>
                    <a:pt x="855663" y="449263"/>
                    <a:pt x="855663" y="449263"/>
                    <a:pt x="429618" y="449263"/>
                  </a:cubicBezTo>
                  <a:cubicBezTo>
                    <a:pt x="429618" y="449263"/>
                    <a:pt x="429618" y="449263"/>
                    <a:pt x="109633" y="125911"/>
                  </a:cubicBezTo>
                  <a:lnTo>
                    <a:pt x="41332" y="56890"/>
                  </a:lnTo>
                  <a:lnTo>
                    <a:pt x="40958" y="57150"/>
                  </a:lnTo>
                  <a:lnTo>
                    <a:pt x="40457" y="56628"/>
                  </a:lnTo>
                  <a:lnTo>
                    <a:pt x="25929" y="60325"/>
                  </a:lnTo>
                  <a:cubicBezTo>
                    <a:pt x="11112" y="60325"/>
                    <a:pt x="0" y="45244"/>
                    <a:pt x="0" y="30162"/>
                  </a:cubicBezTo>
                  <a:cubicBezTo>
                    <a:pt x="0" y="15081"/>
                    <a:pt x="11112" y="0"/>
                    <a:pt x="259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xmlns="" id="{AB75AEBA-ABE5-44C8-A428-72297C4C46CF}"/>
                </a:ext>
              </a:extLst>
            </p:cNvPr>
            <p:cNvGrpSpPr/>
            <p:nvPr/>
          </p:nvGrpSpPr>
          <p:grpSpPr>
            <a:xfrm>
              <a:off x="4930915" y="-1"/>
              <a:ext cx="207685" cy="340489"/>
              <a:chOff x="4692650" y="0"/>
              <a:chExt cx="233363" cy="382588"/>
            </a:xfrm>
            <a:solidFill>
              <a:schemeClr val="accent1">
                <a:alpha val="30000"/>
              </a:schemeClr>
            </a:solidFill>
          </p:grpSpPr>
          <p:sp>
            <p:nvSpPr>
              <p:cNvPr id="133" name="Freeform 734">
                <a:extLst>
                  <a:ext uri="{FF2B5EF4-FFF2-40B4-BE49-F238E27FC236}">
                    <a16:creationId xmlns:a16="http://schemas.microsoft.com/office/drawing/2014/main" xmlns="" id="{7B8CFBD2-042B-4D08-8AE8-7569DB7A4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4250" y="0"/>
                <a:ext cx="14288" cy="336550"/>
              </a:xfrm>
              <a:custGeom>
                <a:avLst/>
                <a:gdLst>
                  <a:gd name="T0" fmla="*/ 4 w 4"/>
                  <a:gd name="T1" fmla="*/ 0 h 88"/>
                  <a:gd name="T2" fmla="*/ 0 w 4"/>
                  <a:gd name="T3" fmla="*/ 0 h 88"/>
                  <a:gd name="T4" fmla="*/ 0 w 4"/>
                  <a:gd name="T5" fmla="*/ 88 h 88"/>
                  <a:gd name="T6" fmla="*/ 2 w 4"/>
                  <a:gd name="T7" fmla="*/ 88 h 88"/>
                  <a:gd name="T8" fmla="*/ 4 w 4"/>
                  <a:gd name="T9" fmla="*/ 88 h 88"/>
                  <a:gd name="T10" fmla="*/ 4 w 4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88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1" y="88"/>
                      <a:pt x="1" y="88"/>
                      <a:pt x="2" y="88"/>
                    </a:cubicBezTo>
                    <a:cubicBezTo>
                      <a:pt x="2" y="88"/>
                      <a:pt x="3" y="88"/>
                      <a:pt x="4" y="88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4" name="Freeform 736">
                <a:extLst>
                  <a:ext uri="{FF2B5EF4-FFF2-40B4-BE49-F238E27FC236}">
                    <a16:creationId xmlns:a16="http://schemas.microsoft.com/office/drawing/2014/main" xmlns="" id="{747647F8-78C9-41B5-842D-72D7B5E5B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025" y="0"/>
                <a:ext cx="11113" cy="336550"/>
              </a:xfrm>
              <a:custGeom>
                <a:avLst/>
                <a:gdLst>
                  <a:gd name="T0" fmla="*/ 3 w 3"/>
                  <a:gd name="T1" fmla="*/ 0 h 88"/>
                  <a:gd name="T2" fmla="*/ 0 w 3"/>
                  <a:gd name="T3" fmla="*/ 0 h 88"/>
                  <a:gd name="T4" fmla="*/ 0 w 3"/>
                  <a:gd name="T5" fmla="*/ 88 h 88"/>
                  <a:gd name="T6" fmla="*/ 1 w 3"/>
                  <a:gd name="T7" fmla="*/ 88 h 88"/>
                  <a:gd name="T8" fmla="*/ 3 w 3"/>
                  <a:gd name="T9" fmla="*/ 88 h 88"/>
                  <a:gd name="T10" fmla="*/ 3 w 3"/>
                  <a:gd name="T11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88">
                    <a:moveTo>
                      <a:pt x="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88"/>
                      <a:pt x="1" y="88"/>
                      <a:pt x="1" y="88"/>
                    </a:cubicBezTo>
                    <a:cubicBezTo>
                      <a:pt x="2" y="88"/>
                      <a:pt x="2" y="88"/>
                      <a:pt x="3" y="88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5" name="Freeform 737">
                <a:extLst>
                  <a:ext uri="{FF2B5EF4-FFF2-40B4-BE49-F238E27FC236}">
                    <a16:creationId xmlns:a16="http://schemas.microsoft.com/office/drawing/2014/main" xmlns="" id="{5B2BC410-4763-4946-91B8-5A446D358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6937" y="146050"/>
                <a:ext cx="15875" cy="190500"/>
              </a:xfrm>
              <a:custGeom>
                <a:avLst/>
                <a:gdLst>
                  <a:gd name="T0" fmla="*/ 0 w 4"/>
                  <a:gd name="T1" fmla="*/ 0 h 50"/>
                  <a:gd name="T2" fmla="*/ 0 w 4"/>
                  <a:gd name="T3" fmla="*/ 50 h 50"/>
                  <a:gd name="T4" fmla="*/ 3 w 4"/>
                  <a:gd name="T5" fmla="*/ 50 h 50"/>
                  <a:gd name="T6" fmla="*/ 4 w 4"/>
                  <a:gd name="T7" fmla="*/ 50 h 50"/>
                  <a:gd name="T8" fmla="*/ 4 w 4"/>
                  <a:gd name="T9" fmla="*/ 0 h 50"/>
                  <a:gd name="T10" fmla="*/ 3 w 4"/>
                  <a:gd name="T11" fmla="*/ 0 h 50"/>
                  <a:gd name="T12" fmla="*/ 0 w 4"/>
                  <a:gd name="T13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0">
                    <a:moveTo>
                      <a:pt x="0" y="0"/>
                    </a:moveTo>
                    <a:cubicBezTo>
                      <a:pt x="0" y="50"/>
                      <a:pt x="0" y="50"/>
                      <a:pt x="0" y="50"/>
                    </a:cubicBezTo>
                    <a:cubicBezTo>
                      <a:pt x="1" y="50"/>
                      <a:pt x="2" y="50"/>
                      <a:pt x="3" y="50"/>
                    </a:cubicBezTo>
                    <a:cubicBezTo>
                      <a:pt x="3" y="50"/>
                      <a:pt x="3" y="50"/>
                      <a:pt x="4" y="5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6" name="Freeform 738">
                <a:extLst>
                  <a:ext uri="{FF2B5EF4-FFF2-40B4-BE49-F238E27FC236}">
                    <a16:creationId xmlns:a16="http://schemas.microsoft.com/office/drawing/2014/main" xmlns="" id="{333F7CA8-035F-48E8-91AA-731118F7F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5825" y="100013"/>
                <a:ext cx="44450" cy="33338"/>
              </a:xfrm>
              <a:custGeom>
                <a:avLst/>
                <a:gdLst>
                  <a:gd name="T0" fmla="*/ 6 w 12"/>
                  <a:gd name="T1" fmla="*/ 0 h 9"/>
                  <a:gd name="T2" fmla="*/ 0 w 12"/>
                  <a:gd name="T3" fmla="*/ 5 h 9"/>
                  <a:gd name="T4" fmla="*/ 6 w 12"/>
                  <a:gd name="T5" fmla="*/ 0 h 9"/>
                  <a:gd name="T6" fmla="*/ 12 w 12"/>
                  <a:gd name="T7" fmla="*/ 6 h 9"/>
                  <a:gd name="T8" fmla="*/ 11 w 12"/>
                  <a:gd name="T9" fmla="*/ 9 h 9"/>
                  <a:gd name="T10" fmla="*/ 12 w 12"/>
                  <a:gd name="T11" fmla="*/ 6 h 9"/>
                  <a:gd name="T12" fmla="*/ 6 w 12"/>
                  <a:gd name="T13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cubicBezTo>
                      <a:pt x="3" y="0"/>
                      <a:pt x="0" y="2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7"/>
                      <a:pt x="11" y="8"/>
                      <a:pt x="11" y="9"/>
                    </a:cubicBezTo>
                    <a:cubicBezTo>
                      <a:pt x="11" y="8"/>
                      <a:pt x="12" y="7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7" name="Freeform 743">
                <a:extLst>
                  <a:ext uri="{FF2B5EF4-FFF2-40B4-BE49-F238E27FC236}">
                    <a16:creationId xmlns:a16="http://schemas.microsoft.com/office/drawing/2014/main" xmlns="" id="{F670C4E7-0199-4667-82A6-1844DB378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100013"/>
                <a:ext cx="47625" cy="46038"/>
              </a:xfrm>
              <a:custGeom>
                <a:avLst/>
                <a:gdLst>
                  <a:gd name="T0" fmla="*/ 7 w 13"/>
                  <a:gd name="T1" fmla="*/ 0 h 12"/>
                  <a:gd name="T2" fmla="*/ 1 w 13"/>
                  <a:gd name="T3" fmla="*/ 5 h 12"/>
                  <a:gd name="T4" fmla="*/ 0 w 13"/>
                  <a:gd name="T5" fmla="*/ 6 h 12"/>
                  <a:gd name="T6" fmla="*/ 4 w 13"/>
                  <a:gd name="T7" fmla="*/ 12 h 12"/>
                  <a:gd name="T8" fmla="*/ 7 w 13"/>
                  <a:gd name="T9" fmla="*/ 12 h 12"/>
                  <a:gd name="T10" fmla="*/ 8 w 13"/>
                  <a:gd name="T11" fmla="*/ 12 h 12"/>
                  <a:gd name="T12" fmla="*/ 12 w 13"/>
                  <a:gd name="T13" fmla="*/ 9 h 12"/>
                  <a:gd name="T14" fmla="*/ 13 w 13"/>
                  <a:gd name="T15" fmla="*/ 6 h 12"/>
                  <a:gd name="T16" fmla="*/ 7 w 13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4" y="0"/>
                      <a:pt x="1" y="2"/>
                      <a:pt x="1" y="5"/>
                    </a:cubicBezTo>
                    <a:cubicBezTo>
                      <a:pt x="1" y="5"/>
                      <a:pt x="0" y="6"/>
                      <a:pt x="0" y="6"/>
                    </a:cubicBezTo>
                    <a:cubicBezTo>
                      <a:pt x="0" y="9"/>
                      <a:pt x="2" y="11"/>
                      <a:pt x="4" y="12"/>
                    </a:cubicBezTo>
                    <a:cubicBezTo>
                      <a:pt x="5" y="12"/>
                      <a:pt x="6" y="12"/>
                      <a:pt x="7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9" y="12"/>
                      <a:pt x="11" y="11"/>
                      <a:pt x="12" y="9"/>
                    </a:cubicBezTo>
                    <a:cubicBezTo>
                      <a:pt x="12" y="8"/>
                      <a:pt x="13" y="7"/>
                      <a:pt x="13" y="6"/>
                    </a:cubicBezTo>
                    <a:cubicBezTo>
                      <a:pt x="13" y="3"/>
                      <a:pt x="10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8" name="Freeform 744">
                <a:extLst>
                  <a:ext uri="{FF2B5EF4-FFF2-40B4-BE49-F238E27FC236}">
                    <a16:creationId xmlns:a16="http://schemas.microsoft.com/office/drawing/2014/main" xmlns="" id="{258905E3-76ED-41CD-A5EC-1881289520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50" y="336550"/>
                <a:ext cx="47625" cy="46038"/>
              </a:xfrm>
              <a:custGeom>
                <a:avLst/>
                <a:gdLst>
                  <a:gd name="T0" fmla="*/ 7 w 13"/>
                  <a:gd name="T1" fmla="*/ 0 h 12"/>
                  <a:gd name="T2" fmla="*/ 4 w 13"/>
                  <a:gd name="T3" fmla="*/ 0 h 12"/>
                  <a:gd name="T4" fmla="*/ 0 w 13"/>
                  <a:gd name="T5" fmla="*/ 6 h 12"/>
                  <a:gd name="T6" fmla="*/ 7 w 13"/>
                  <a:gd name="T7" fmla="*/ 12 h 12"/>
                  <a:gd name="T8" fmla="*/ 13 w 13"/>
                  <a:gd name="T9" fmla="*/ 6 h 12"/>
                  <a:gd name="T10" fmla="*/ 8 w 13"/>
                  <a:gd name="T11" fmla="*/ 0 h 12"/>
                  <a:gd name="T12" fmla="*/ 7 w 1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12">
                    <a:moveTo>
                      <a:pt x="7" y="0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2" y="1"/>
                      <a:pt x="0" y="3"/>
                      <a:pt x="0" y="6"/>
                    </a:cubicBezTo>
                    <a:cubicBezTo>
                      <a:pt x="0" y="9"/>
                      <a:pt x="3" y="12"/>
                      <a:pt x="7" y="12"/>
                    </a:cubicBezTo>
                    <a:cubicBezTo>
                      <a:pt x="10" y="12"/>
                      <a:pt x="13" y="9"/>
                      <a:pt x="13" y="6"/>
                    </a:cubicBezTo>
                    <a:cubicBezTo>
                      <a:pt x="13" y="3"/>
                      <a:pt x="11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9" name="Freeform 745">
                <a:extLst>
                  <a:ext uri="{FF2B5EF4-FFF2-40B4-BE49-F238E27FC236}">
                    <a16:creationId xmlns:a16="http://schemas.microsoft.com/office/drawing/2014/main" xmlns="" id="{5EF4EC4F-D12B-4951-9A5B-9546BBD28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8375" y="336550"/>
                <a:ext cx="46038" cy="46038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0 w 12"/>
                  <a:gd name="T5" fmla="*/ 6 h 12"/>
                  <a:gd name="T6" fmla="*/ 6 w 12"/>
                  <a:gd name="T7" fmla="*/ 12 h 12"/>
                  <a:gd name="T8" fmla="*/ 12 w 12"/>
                  <a:gd name="T9" fmla="*/ 6 h 12"/>
                  <a:gd name="T10" fmla="*/ 8 w 12"/>
                  <a:gd name="T11" fmla="*/ 0 h 12"/>
                  <a:gd name="T12" fmla="*/ 6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5" y="0"/>
                      <a:pt x="5" y="0"/>
                      <a:pt x="4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8" y="0"/>
                    </a:cubicBezTo>
                    <a:cubicBezTo>
                      <a:pt x="7" y="0"/>
                      <a:pt x="6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0" name="Freeform 746">
                <a:extLst>
                  <a:ext uri="{FF2B5EF4-FFF2-40B4-BE49-F238E27FC236}">
                    <a16:creationId xmlns:a16="http://schemas.microsoft.com/office/drawing/2014/main" xmlns="" id="{083772F6-B744-4A3E-B2FC-FB9B86AD3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9975" y="336550"/>
                <a:ext cx="46038" cy="46038"/>
              </a:xfrm>
              <a:custGeom>
                <a:avLst/>
                <a:gdLst>
                  <a:gd name="T0" fmla="*/ 6 w 12"/>
                  <a:gd name="T1" fmla="*/ 0 h 12"/>
                  <a:gd name="T2" fmla="*/ 5 w 12"/>
                  <a:gd name="T3" fmla="*/ 0 h 12"/>
                  <a:gd name="T4" fmla="*/ 0 w 12"/>
                  <a:gd name="T5" fmla="*/ 6 h 12"/>
                  <a:gd name="T6" fmla="*/ 6 w 12"/>
                  <a:gd name="T7" fmla="*/ 12 h 12"/>
                  <a:gd name="T8" fmla="*/ 12 w 12"/>
                  <a:gd name="T9" fmla="*/ 6 h 12"/>
                  <a:gd name="T10" fmla="*/ 8 w 12"/>
                  <a:gd name="T11" fmla="*/ 0 h 12"/>
                  <a:gd name="T12" fmla="*/ 6 w 12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6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10" y="1"/>
                      <a:pt x="8" y="0"/>
                    </a:cubicBezTo>
                    <a:cubicBezTo>
                      <a:pt x="7" y="0"/>
                      <a:pt x="7" y="0"/>
                      <a:pt x="6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xmlns="" id="{FA2F6D8D-325F-4880-A39C-904CCA59EBB4}"/>
                </a:ext>
              </a:extLst>
            </p:cNvPr>
            <p:cNvGrpSpPr/>
            <p:nvPr/>
          </p:nvGrpSpPr>
          <p:grpSpPr>
            <a:xfrm>
              <a:off x="5480056" y="55100"/>
              <a:ext cx="524600" cy="779874"/>
              <a:chOff x="5309687" y="61913"/>
              <a:chExt cx="589462" cy="876299"/>
            </a:xfrm>
          </p:grpSpPr>
          <p:sp>
            <p:nvSpPr>
              <p:cNvPr id="130" name="Freeform 747">
                <a:extLst>
                  <a:ext uri="{FF2B5EF4-FFF2-40B4-BE49-F238E27FC236}">
                    <a16:creationId xmlns:a16="http://schemas.microsoft.com/office/drawing/2014/main" xmlns="" id="{CA7AFABD-D2BB-4D35-A58F-C38516D0E8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09687" y="61913"/>
                <a:ext cx="90488" cy="95250"/>
              </a:xfrm>
              <a:custGeom>
                <a:avLst/>
                <a:gdLst>
                  <a:gd name="T0" fmla="*/ 6 w 24"/>
                  <a:gd name="T1" fmla="*/ 13 h 25"/>
                  <a:gd name="T2" fmla="*/ 6 w 24"/>
                  <a:gd name="T3" fmla="*/ 13 h 25"/>
                  <a:gd name="T4" fmla="*/ 12 w 24"/>
                  <a:gd name="T5" fmla="*/ 6 h 25"/>
                  <a:gd name="T6" fmla="*/ 19 w 24"/>
                  <a:gd name="T7" fmla="*/ 13 h 25"/>
                  <a:gd name="T8" fmla="*/ 19 w 24"/>
                  <a:gd name="T9" fmla="*/ 13 h 25"/>
                  <a:gd name="T10" fmla="*/ 19 w 24"/>
                  <a:gd name="T11" fmla="*/ 13 h 25"/>
                  <a:gd name="T12" fmla="*/ 12 w 24"/>
                  <a:gd name="T13" fmla="*/ 19 h 25"/>
                  <a:gd name="T14" fmla="*/ 6 w 24"/>
                  <a:gd name="T15" fmla="*/ 13 h 25"/>
                  <a:gd name="T16" fmla="*/ 6 w 24"/>
                  <a:gd name="T17" fmla="*/ 13 h 25"/>
                  <a:gd name="T18" fmla="*/ 12 w 24"/>
                  <a:gd name="T19" fmla="*/ 0 h 25"/>
                  <a:gd name="T20" fmla="*/ 0 w 24"/>
                  <a:gd name="T21" fmla="*/ 13 h 25"/>
                  <a:gd name="T22" fmla="*/ 12 w 24"/>
                  <a:gd name="T23" fmla="*/ 25 h 25"/>
                  <a:gd name="T24" fmla="*/ 22 w 24"/>
                  <a:gd name="T25" fmla="*/ 20 h 25"/>
                  <a:gd name="T26" fmla="*/ 19 w 24"/>
                  <a:gd name="T27" fmla="*/ 17 h 25"/>
                  <a:gd name="T28" fmla="*/ 24 w 24"/>
                  <a:gd name="T29" fmla="*/ 12 h 25"/>
                  <a:gd name="T30" fmla="*/ 24 w 24"/>
                  <a:gd name="T31" fmla="*/ 12 h 25"/>
                  <a:gd name="T32" fmla="*/ 12 w 24"/>
                  <a:gd name="T33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25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9" y="6"/>
                      <a:pt x="12" y="6"/>
                    </a:cubicBezTo>
                    <a:cubicBezTo>
                      <a:pt x="16" y="6"/>
                      <a:pt x="19" y="9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19" y="16"/>
                      <a:pt x="16" y="19"/>
                      <a:pt x="12" y="19"/>
                    </a:cubicBezTo>
                    <a:cubicBezTo>
                      <a:pt x="9" y="19"/>
                      <a:pt x="6" y="16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2" y="0"/>
                    </a:moveTo>
                    <a:cubicBezTo>
                      <a:pt x="5" y="0"/>
                      <a:pt x="0" y="6"/>
                      <a:pt x="0" y="13"/>
                    </a:cubicBezTo>
                    <a:cubicBezTo>
                      <a:pt x="0" y="19"/>
                      <a:pt x="5" y="25"/>
                      <a:pt x="12" y="25"/>
                    </a:cubicBezTo>
                    <a:cubicBezTo>
                      <a:pt x="16" y="25"/>
                      <a:pt x="19" y="23"/>
                      <a:pt x="22" y="20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31" name="Freeform 750">
                <a:extLst>
                  <a:ext uri="{FF2B5EF4-FFF2-40B4-BE49-F238E27FC236}">
                    <a16:creationId xmlns:a16="http://schemas.microsoft.com/office/drawing/2014/main" xmlns="" id="{A64925DD-FD97-4D3D-BFEE-67C1188AA4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03899" y="846137"/>
                <a:ext cx="95250" cy="92075"/>
              </a:xfrm>
              <a:custGeom>
                <a:avLst/>
                <a:gdLst>
                  <a:gd name="T0" fmla="*/ 6 w 25"/>
                  <a:gd name="T1" fmla="*/ 12 h 24"/>
                  <a:gd name="T2" fmla="*/ 6 w 25"/>
                  <a:gd name="T3" fmla="*/ 12 h 24"/>
                  <a:gd name="T4" fmla="*/ 13 w 25"/>
                  <a:gd name="T5" fmla="*/ 5 h 24"/>
                  <a:gd name="T6" fmla="*/ 19 w 25"/>
                  <a:gd name="T7" fmla="*/ 12 h 24"/>
                  <a:gd name="T8" fmla="*/ 19 w 25"/>
                  <a:gd name="T9" fmla="*/ 12 h 24"/>
                  <a:gd name="T10" fmla="*/ 19 w 25"/>
                  <a:gd name="T11" fmla="*/ 12 h 24"/>
                  <a:gd name="T12" fmla="*/ 13 w 25"/>
                  <a:gd name="T13" fmla="*/ 18 h 24"/>
                  <a:gd name="T14" fmla="*/ 6 w 25"/>
                  <a:gd name="T15" fmla="*/ 12 h 24"/>
                  <a:gd name="T16" fmla="*/ 6 w 25"/>
                  <a:gd name="T17" fmla="*/ 12 h 24"/>
                  <a:gd name="T18" fmla="*/ 16 w 25"/>
                  <a:gd name="T19" fmla="*/ 0 h 24"/>
                  <a:gd name="T20" fmla="*/ 16 w 25"/>
                  <a:gd name="T21" fmla="*/ 1 h 24"/>
                  <a:gd name="T22" fmla="*/ 8 w 25"/>
                  <a:gd name="T23" fmla="*/ 1 h 24"/>
                  <a:gd name="T24" fmla="*/ 8 w 25"/>
                  <a:gd name="T25" fmla="*/ 0 h 24"/>
                  <a:gd name="T26" fmla="*/ 0 w 25"/>
                  <a:gd name="T27" fmla="*/ 12 h 24"/>
                  <a:gd name="T28" fmla="*/ 13 w 25"/>
                  <a:gd name="T29" fmla="*/ 24 h 24"/>
                  <a:gd name="T30" fmla="*/ 25 w 25"/>
                  <a:gd name="T31" fmla="*/ 12 h 24"/>
                  <a:gd name="T32" fmla="*/ 16 w 25"/>
                  <a:gd name="T3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4"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8"/>
                      <a:pt x="9" y="5"/>
                      <a:pt x="13" y="5"/>
                    </a:cubicBezTo>
                    <a:cubicBezTo>
                      <a:pt x="16" y="5"/>
                      <a:pt x="19" y="8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5"/>
                      <a:pt x="16" y="18"/>
                      <a:pt x="13" y="18"/>
                    </a:cubicBezTo>
                    <a:cubicBezTo>
                      <a:pt x="9" y="18"/>
                      <a:pt x="6" y="15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moveTo>
                      <a:pt x="16" y="0"/>
                    </a:moveTo>
                    <a:cubicBezTo>
                      <a:pt x="16" y="1"/>
                      <a:pt x="16" y="1"/>
                      <a:pt x="16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2"/>
                      <a:pt x="0" y="7"/>
                      <a:pt x="0" y="12"/>
                    </a:cubicBezTo>
                    <a:cubicBezTo>
                      <a:pt x="0" y="18"/>
                      <a:pt x="6" y="24"/>
                      <a:pt x="13" y="24"/>
                    </a:cubicBezTo>
                    <a:cubicBezTo>
                      <a:pt x="19" y="24"/>
                      <a:pt x="25" y="18"/>
                      <a:pt x="25" y="12"/>
                    </a:cubicBezTo>
                    <a:cubicBezTo>
                      <a:pt x="25" y="6"/>
                      <a:pt x="21" y="2"/>
                      <a:pt x="16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2" name="Freeform 751">
                <a:extLst>
                  <a:ext uri="{FF2B5EF4-FFF2-40B4-BE49-F238E27FC236}">
                    <a16:creationId xmlns:a16="http://schemas.microsoft.com/office/drawing/2014/main" xmlns="" id="{0C0ABA9D-272C-489D-BE7B-976903A67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8450" y="107950"/>
                <a:ext cx="490537" cy="746125"/>
              </a:xfrm>
              <a:custGeom>
                <a:avLst/>
                <a:gdLst>
                  <a:gd name="T0" fmla="*/ 12 w 309"/>
                  <a:gd name="T1" fmla="*/ 0 h 470"/>
                  <a:gd name="T2" fmla="*/ 0 w 309"/>
                  <a:gd name="T3" fmla="*/ 12 h 470"/>
                  <a:gd name="T4" fmla="*/ 290 w 309"/>
                  <a:gd name="T5" fmla="*/ 307 h 470"/>
                  <a:gd name="T6" fmla="*/ 290 w 309"/>
                  <a:gd name="T7" fmla="*/ 470 h 470"/>
                  <a:gd name="T8" fmla="*/ 309 w 309"/>
                  <a:gd name="T9" fmla="*/ 470 h 470"/>
                  <a:gd name="T10" fmla="*/ 309 w 309"/>
                  <a:gd name="T11" fmla="*/ 300 h 470"/>
                  <a:gd name="T12" fmla="*/ 12 w 309"/>
                  <a:gd name="T13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9" h="470">
                    <a:moveTo>
                      <a:pt x="12" y="0"/>
                    </a:moveTo>
                    <a:lnTo>
                      <a:pt x="0" y="12"/>
                    </a:lnTo>
                    <a:lnTo>
                      <a:pt x="290" y="307"/>
                    </a:lnTo>
                    <a:lnTo>
                      <a:pt x="290" y="470"/>
                    </a:lnTo>
                    <a:lnTo>
                      <a:pt x="309" y="470"/>
                    </a:lnTo>
                    <a:lnTo>
                      <a:pt x="309" y="300"/>
                    </a:lnTo>
                    <a:lnTo>
                      <a:pt x="1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xmlns="" id="{0404DD20-D076-44BF-A499-205B178B762E}"/>
                </a:ext>
              </a:extLst>
            </p:cNvPr>
            <p:cNvGrpSpPr/>
            <p:nvPr/>
          </p:nvGrpSpPr>
          <p:grpSpPr>
            <a:xfrm>
              <a:off x="5486154" y="-1"/>
              <a:ext cx="625878" cy="587732"/>
              <a:chOff x="5316538" y="0"/>
              <a:chExt cx="703262" cy="660400"/>
            </a:xfrm>
          </p:grpSpPr>
          <p:sp>
            <p:nvSpPr>
              <p:cNvPr id="127" name="Freeform 748">
                <a:extLst>
                  <a:ext uri="{FF2B5EF4-FFF2-40B4-BE49-F238E27FC236}">
                    <a16:creationId xmlns:a16="http://schemas.microsoft.com/office/drawing/2014/main" xmlns="" id="{C72B4575-547E-407D-8C6D-68E6CDE7B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6538" y="0"/>
                <a:ext cx="90488" cy="50800"/>
              </a:xfrm>
              <a:custGeom>
                <a:avLst/>
                <a:gdLst>
                  <a:gd name="T0" fmla="*/ 24 w 24"/>
                  <a:gd name="T1" fmla="*/ 0 h 13"/>
                  <a:gd name="T2" fmla="*/ 19 w 24"/>
                  <a:gd name="T3" fmla="*/ 0 h 13"/>
                  <a:gd name="T4" fmla="*/ 19 w 24"/>
                  <a:gd name="T5" fmla="*/ 0 h 13"/>
                  <a:gd name="T6" fmla="*/ 19 w 24"/>
                  <a:gd name="T7" fmla="*/ 0 h 13"/>
                  <a:gd name="T8" fmla="*/ 12 w 24"/>
                  <a:gd name="T9" fmla="*/ 7 h 13"/>
                  <a:gd name="T10" fmla="*/ 6 w 24"/>
                  <a:gd name="T11" fmla="*/ 0 h 13"/>
                  <a:gd name="T12" fmla="*/ 6 w 24"/>
                  <a:gd name="T13" fmla="*/ 0 h 13"/>
                  <a:gd name="T14" fmla="*/ 6 w 24"/>
                  <a:gd name="T15" fmla="*/ 0 h 13"/>
                  <a:gd name="T16" fmla="*/ 6 w 24"/>
                  <a:gd name="T17" fmla="*/ 0 h 13"/>
                  <a:gd name="T18" fmla="*/ 0 w 24"/>
                  <a:gd name="T19" fmla="*/ 0 h 13"/>
                  <a:gd name="T20" fmla="*/ 0 w 24"/>
                  <a:gd name="T21" fmla="*/ 0 h 13"/>
                  <a:gd name="T22" fmla="*/ 12 w 24"/>
                  <a:gd name="T23" fmla="*/ 13 h 13"/>
                  <a:gd name="T24" fmla="*/ 20 w 24"/>
                  <a:gd name="T25" fmla="*/ 10 h 13"/>
                  <a:gd name="T26" fmla="*/ 18 w 24"/>
                  <a:gd name="T27" fmla="*/ 8 h 13"/>
                  <a:gd name="T28" fmla="*/ 23 w 24"/>
                  <a:gd name="T29" fmla="*/ 2 h 13"/>
                  <a:gd name="T30" fmla="*/ 24 w 24"/>
                  <a:gd name="T31" fmla="*/ 3 h 13"/>
                  <a:gd name="T32" fmla="*/ 24 w 24"/>
                  <a:gd name="T33" fmla="*/ 0 h 13"/>
                  <a:gd name="T34" fmla="*/ 24 w 24"/>
                  <a:gd name="T3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13">
                    <a:moveTo>
                      <a:pt x="24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4"/>
                      <a:pt x="16" y="7"/>
                      <a:pt x="12" y="7"/>
                    </a:cubicBezTo>
                    <a:cubicBezTo>
                      <a:pt x="9" y="7"/>
                      <a:pt x="6" y="4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"/>
                      <a:pt x="5" y="13"/>
                      <a:pt x="12" y="13"/>
                    </a:cubicBezTo>
                    <a:cubicBezTo>
                      <a:pt x="15" y="13"/>
                      <a:pt x="18" y="12"/>
                      <a:pt x="20" y="10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4" y="3"/>
                      <a:pt x="24" y="3"/>
                      <a:pt x="24" y="3"/>
                    </a:cubicBezTo>
                    <a:cubicBezTo>
                      <a:pt x="24" y="2"/>
                      <a:pt x="24" y="1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8" name="Freeform 749">
                <a:extLst>
                  <a:ext uri="{FF2B5EF4-FFF2-40B4-BE49-F238E27FC236}">
                    <a16:creationId xmlns:a16="http://schemas.microsoft.com/office/drawing/2014/main" xmlns="" id="{14D1AE00-FF27-4E84-B637-C85AF1C1BC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9312" y="568325"/>
                <a:ext cx="90488" cy="92075"/>
              </a:xfrm>
              <a:custGeom>
                <a:avLst/>
                <a:gdLst>
                  <a:gd name="T0" fmla="*/ 5 w 24"/>
                  <a:gd name="T1" fmla="*/ 12 h 24"/>
                  <a:gd name="T2" fmla="*/ 5 w 24"/>
                  <a:gd name="T3" fmla="*/ 12 h 24"/>
                  <a:gd name="T4" fmla="*/ 12 w 24"/>
                  <a:gd name="T5" fmla="*/ 5 h 24"/>
                  <a:gd name="T6" fmla="*/ 18 w 24"/>
                  <a:gd name="T7" fmla="*/ 12 h 24"/>
                  <a:gd name="T8" fmla="*/ 18 w 24"/>
                  <a:gd name="T9" fmla="*/ 12 h 24"/>
                  <a:gd name="T10" fmla="*/ 18 w 24"/>
                  <a:gd name="T11" fmla="*/ 12 h 24"/>
                  <a:gd name="T12" fmla="*/ 12 w 24"/>
                  <a:gd name="T13" fmla="*/ 19 h 24"/>
                  <a:gd name="T14" fmla="*/ 5 w 24"/>
                  <a:gd name="T15" fmla="*/ 12 h 24"/>
                  <a:gd name="T16" fmla="*/ 5 w 24"/>
                  <a:gd name="T17" fmla="*/ 12 h 24"/>
                  <a:gd name="T18" fmla="*/ 12 w 24"/>
                  <a:gd name="T19" fmla="*/ 0 h 24"/>
                  <a:gd name="T20" fmla="*/ 6 w 24"/>
                  <a:gd name="T21" fmla="*/ 1 h 24"/>
                  <a:gd name="T22" fmla="*/ 7 w 24"/>
                  <a:gd name="T23" fmla="*/ 3 h 24"/>
                  <a:gd name="T24" fmla="*/ 2 w 24"/>
                  <a:gd name="T25" fmla="*/ 9 h 24"/>
                  <a:gd name="T26" fmla="*/ 1 w 24"/>
                  <a:gd name="T27" fmla="*/ 8 h 24"/>
                  <a:gd name="T28" fmla="*/ 0 w 24"/>
                  <a:gd name="T29" fmla="*/ 12 h 24"/>
                  <a:gd name="T30" fmla="*/ 12 w 24"/>
                  <a:gd name="T31" fmla="*/ 24 h 24"/>
                  <a:gd name="T32" fmla="*/ 24 w 24"/>
                  <a:gd name="T33" fmla="*/ 12 h 24"/>
                  <a:gd name="T34" fmla="*/ 12 w 24"/>
                  <a:gd name="T3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" h="24">
                    <a:moveTo>
                      <a:pt x="5" y="12"/>
                    </a:moveTo>
                    <a:cubicBezTo>
                      <a:pt x="5" y="12"/>
                      <a:pt x="5" y="12"/>
                      <a:pt x="5" y="12"/>
                    </a:cubicBezTo>
                    <a:cubicBezTo>
                      <a:pt x="5" y="8"/>
                      <a:pt x="8" y="5"/>
                      <a:pt x="12" y="5"/>
                    </a:cubicBezTo>
                    <a:cubicBezTo>
                      <a:pt x="16" y="5"/>
                      <a:pt x="18" y="8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6"/>
                      <a:pt x="16" y="19"/>
                      <a:pt x="12" y="19"/>
                    </a:cubicBezTo>
                    <a:cubicBezTo>
                      <a:pt x="8" y="19"/>
                      <a:pt x="5" y="16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moveTo>
                      <a:pt x="12" y="0"/>
                    </a:moveTo>
                    <a:cubicBezTo>
                      <a:pt x="10" y="0"/>
                      <a:pt x="8" y="0"/>
                      <a:pt x="6" y="1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0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9" name="Freeform 753">
                <a:extLst>
                  <a:ext uri="{FF2B5EF4-FFF2-40B4-BE49-F238E27FC236}">
                    <a16:creationId xmlns:a16="http://schemas.microsoft.com/office/drawing/2014/main" xmlns="" id="{A08321F9-C0AF-4AC1-8BDF-AB43823C3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5275" y="7938"/>
                <a:ext cx="584200" cy="595313"/>
              </a:xfrm>
              <a:custGeom>
                <a:avLst/>
                <a:gdLst>
                  <a:gd name="T0" fmla="*/ 12 w 368"/>
                  <a:gd name="T1" fmla="*/ 0 h 375"/>
                  <a:gd name="T2" fmla="*/ 0 w 368"/>
                  <a:gd name="T3" fmla="*/ 15 h 375"/>
                  <a:gd name="T4" fmla="*/ 357 w 368"/>
                  <a:gd name="T5" fmla="*/ 375 h 375"/>
                  <a:gd name="T6" fmla="*/ 368 w 368"/>
                  <a:gd name="T7" fmla="*/ 360 h 375"/>
                  <a:gd name="T8" fmla="*/ 366 w 368"/>
                  <a:gd name="T9" fmla="*/ 356 h 375"/>
                  <a:gd name="T10" fmla="*/ 12 w 368"/>
                  <a:gd name="T11" fmla="*/ 0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" h="375">
                    <a:moveTo>
                      <a:pt x="12" y="0"/>
                    </a:moveTo>
                    <a:lnTo>
                      <a:pt x="0" y="15"/>
                    </a:lnTo>
                    <a:lnTo>
                      <a:pt x="357" y="375"/>
                    </a:lnTo>
                    <a:lnTo>
                      <a:pt x="368" y="360"/>
                    </a:lnTo>
                    <a:lnTo>
                      <a:pt x="366" y="356"/>
                    </a:lnTo>
                    <a:lnTo>
                      <a:pt x="1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xmlns="" id="{B0A63160-3C79-4EFC-A7F4-031979F17882}"/>
                </a:ext>
              </a:extLst>
            </p:cNvPr>
            <p:cNvGrpSpPr/>
            <p:nvPr/>
          </p:nvGrpSpPr>
          <p:grpSpPr>
            <a:xfrm>
              <a:off x="3602866" y="-1"/>
              <a:ext cx="1212197" cy="543935"/>
              <a:chOff x="3200400" y="0"/>
              <a:chExt cx="1362074" cy="611188"/>
            </a:xfrm>
          </p:grpSpPr>
          <p:sp>
            <p:nvSpPr>
              <p:cNvPr id="117" name="Freeform 702">
                <a:extLst>
                  <a:ext uri="{FF2B5EF4-FFF2-40B4-BE49-F238E27FC236}">
                    <a16:creationId xmlns:a16="http://schemas.microsoft.com/office/drawing/2014/main" xmlns="" id="{F49CC5DA-96E5-4AAD-AE3F-1BD67F657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400" y="0"/>
                <a:ext cx="106363" cy="57150"/>
              </a:xfrm>
              <a:custGeom>
                <a:avLst/>
                <a:gdLst>
                  <a:gd name="T0" fmla="*/ 28 w 28"/>
                  <a:gd name="T1" fmla="*/ 0 h 15"/>
                  <a:gd name="T2" fmla="*/ 19 w 28"/>
                  <a:gd name="T3" fmla="*/ 0 h 15"/>
                  <a:gd name="T4" fmla="*/ 18 w 28"/>
                  <a:gd name="T5" fmla="*/ 5 h 15"/>
                  <a:gd name="T6" fmla="*/ 14 w 28"/>
                  <a:gd name="T7" fmla="*/ 7 h 15"/>
                  <a:gd name="T8" fmla="*/ 10 w 28"/>
                  <a:gd name="T9" fmla="*/ 5 h 15"/>
                  <a:gd name="T10" fmla="*/ 9 w 28"/>
                  <a:gd name="T11" fmla="*/ 0 h 15"/>
                  <a:gd name="T12" fmla="*/ 0 w 28"/>
                  <a:gd name="T13" fmla="*/ 0 h 15"/>
                  <a:gd name="T14" fmla="*/ 4 w 28"/>
                  <a:gd name="T15" fmla="*/ 11 h 15"/>
                  <a:gd name="T16" fmla="*/ 14 w 28"/>
                  <a:gd name="T17" fmla="*/ 15 h 15"/>
                  <a:gd name="T18" fmla="*/ 24 w 28"/>
                  <a:gd name="T19" fmla="*/ 11 h 15"/>
                  <a:gd name="T20" fmla="*/ 28 w 28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15"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9" y="4"/>
                      <a:pt x="18" y="5"/>
                    </a:cubicBezTo>
                    <a:cubicBezTo>
                      <a:pt x="17" y="6"/>
                      <a:pt x="15" y="7"/>
                      <a:pt x="14" y="7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9" y="4"/>
                      <a:pt x="8" y="2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8"/>
                      <a:pt x="4" y="11"/>
                    </a:cubicBezTo>
                    <a:cubicBezTo>
                      <a:pt x="7" y="14"/>
                      <a:pt x="10" y="15"/>
                      <a:pt x="14" y="15"/>
                    </a:cubicBezTo>
                    <a:cubicBezTo>
                      <a:pt x="17" y="15"/>
                      <a:pt x="21" y="14"/>
                      <a:pt x="24" y="11"/>
                    </a:cubicBezTo>
                    <a:cubicBezTo>
                      <a:pt x="27" y="8"/>
                      <a:pt x="28" y="4"/>
                      <a:pt x="28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8" name="Freeform 703">
                <a:extLst>
                  <a:ext uri="{FF2B5EF4-FFF2-40B4-BE49-F238E27FC236}">
                    <a16:creationId xmlns:a16="http://schemas.microsoft.com/office/drawing/2014/main" xmlns="" id="{38CF59A4-E6C6-4362-820A-A82308F84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487" y="0"/>
                <a:ext cx="106363" cy="57150"/>
              </a:xfrm>
              <a:custGeom>
                <a:avLst/>
                <a:gdLst>
                  <a:gd name="T0" fmla="*/ 28 w 28"/>
                  <a:gd name="T1" fmla="*/ 0 h 15"/>
                  <a:gd name="T2" fmla="*/ 19 w 28"/>
                  <a:gd name="T3" fmla="*/ 0 h 15"/>
                  <a:gd name="T4" fmla="*/ 18 w 28"/>
                  <a:gd name="T5" fmla="*/ 5 h 15"/>
                  <a:gd name="T6" fmla="*/ 14 w 28"/>
                  <a:gd name="T7" fmla="*/ 7 h 15"/>
                  <a:gd name="T8" fmla="*/ 10 w 28"/>
                  <a:gd name="T9" fmla="*/ 5 h 15"/>
                  <a:gd name="T10" fmla="*/ 9 w 28"/>
                  <a:gd name="T11" fmla="*/ 0 h 15"/>
                  <a:gd name="T12" fmla="*/ 0 w 28"/>
                  <a:gd name="T13" fmla="*/ 0 h 15"/>
                  <a:gd name="T14" fmla="*/ 4 w 28"/>
                  <a:gd name="T15" fmla="*/ 11 h 15"/>
                  <a:gd name="T16" fmla="*/ 14 w 28"/>
                  <a:gd name="T17" fmla="*/ 15 h 15"/>
                  <a:gd name="T18" fmla="*/ 24 w 28"/>
                  <a:gd name="T19" fmla="*/ 11 h 15"/>
                  <a:gd name="T20" fmla="*/ 28 w 28"/>
                  <a:gd name="T2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15">
                    <a:moveTo>
                      <a:pt x="28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2"/>
                      <a:pt x="19" y="4"/>
                      <a:pt x="18" y="5"/>
                    </a:cubicBezTo>
                    <a:cubicBezTo>
                      <a:pt x="17" y="6"/>
                      <a:pt x="15" y="7"/>
                      <a:pt x="14" y="7"/>
                    </a:cubicBezTo>
                    <a:cubicBezTo>
                      <a:pt x="12" y="7"/>
                      <a:pt x="11" y="6"/>
                      <a:pt x="10" y="5"/>
                    </a:cubicBezTo>
                    <a:cubicBezTo>
                      <a:pt x="9" y="4"/>
                      <a:pt x="8" y="2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1" y="8"/>
                      <a:pt x="4" y="11"/>
                    </a:cubicBezTo>
                    <a:cubicBezTo>
                      <a:pt x="7" y="14"/>
                      <a:pt x="10" y="15"/>
                      <a:pt x="14" y="15"/>
                    </a:cubicBezTo>
                    <a:cubicBezTo>
                      <a:pt x="17" y="15"/>
                      <a:pt x="21" y="14"/>
                      <a:pt x="24" y="11"/>
                    </a:cubicBezTo>
                    <a:cubicBezTo>
                      <a:pt x="27" y="8"/>
                      <a:pt x="28" y="4"/>
                      <a:pt x="28" y="0"/>
                    </a:cubicBezTo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19" name="Freeform 755">
                <a:extLst>
                  <a:ext uri="{FF2B5EF4-FFF2-40B4-BE49-F238E27FC236}">
                    <a16:creationId xmlns:a16="http://schemas.microsoft.com/office/drawing/2014/main" xmlns="" id="{F0A6E6FA-BDEC-4634-BBDD-F8794A3E3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437" y="0"/>
                <a:ext cx="98425" cy="65088"/>
              </a:xfrm>
              <a:custGeom>
                <a:avLst/>
                <a:gdLst>
                  <a:gd name="T0" fmla="*/ 25 w 26"/>
                  <a:gd name="T1" fmla="*/ 0 h 17"/>
                  <a:gd name="T2" fmla="*/ 18 w 26"/>
                  <a:gd name="T3" fmla="*/ 0 h 17"/>
                  <a:gd name="T4" fmla="*/ 20 w 26"/>
                  <a:gd name="T5" fmla="*/ 4 h 17"/>
                  <a:gd name="T6" fmla="*/ 20 w 26"/>
                  <a:gd name="T7" fmla="*/ 4 h 17"/>
                  <a:gd name="T8" fmla="*/ 20 w 26"/>
                  <a:gd name="T9" fmla="*/ 4 h 17"/>
                  <a:gd name="T10" fmla="*/ 13 w 26"/>
                  <a:gd name="T11" fmla="*/ 11 h 17"/>
                  <a:gd name="T12" fmla="*/ 6 w 26"/>
                  <a:gd name="T13" fmla="*/ 4 h 17"/>
                  <a:gd name="T14" fmla="*/ 6 w 26"/>
                  <a:gd name="T15" fmla="*/ 4 h 17"/>
                  <a:gd name="T16" fmla="*/ 6 w 26"/>
                  <a:gd name="T17" fmla="*/ 4 h 17"/>
                  <a:gd name="T18" fmla="*/ 8 w 26"/>
                  <a:gd name="T19" fmla="*/ 0 h 17"/>
                  <a:gd name="T20" fmla="*/ 1 w 26"/>
                  <a:gd name="T21" fmla="*/ 0 h 17"/>
                  <a:gd name="T22" fmla="*/ 0 w 26"/>
                  <a:gd name="T23" fmla="*/ 4 h 17"/>
                  <a:gd name="T24" fmla="*/ 2 w 26"/>
                  <a:gd name="T25" fmla="*/ 10 h 17"/>
                  <a:gd name="T26" fmla="*/ 4 w 26"/>
                  <a:gd name="T27" fmla="*/ 8 h 17"/>
                  <a:gd name="T28" fmla="*/ 10 w 26"/>
                  <a:gd name="T29" fmla="*/ 14 h 17"/>
                  <a:gd name="T30" fmla="*/ 8 w 26"/>
                  <a:gd name="T31" fmla="*/ 16 h 17"/>
                  <a:gd name="T32" fmla="*/ 13 w 26"/>
                  <a:gd name="T33" fmla="*/ 17 h 17"/>
                  <a:gd name="T34" fmla="*/ 26 w 26"/>
                  <a:gd name="T35" fmla="*/ 4 h 17"/>
                  <a:gd name="T36" fmla="*/ 25 w 26"/>
                  <a:gd name="T3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7">
                    <a:moveTo>
                      <a:pt x="25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9" y="1"/>
                      <a:pt x="20" y="3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8"/>
                      <a:pt x="17" y="11"/>
                      <a:pt x="13" y="11"/>
                    </a:cubicBezTo>
                    <a:cubicBezTo>
                      <a:pt x="9" y="11"/>
                      <a:pt x="6" y="8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7" y="1"/>
                      <a:pt x="8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2"/>
                      <a:pt x="0" y="3"/>
                      <a:pt x="0" y="4"/>
                    </a:cubicBezTo>
                    <a:cubicBezTo>
                      <a:pt x="0" y="6"/>
                      <a:pt x="1" y="8"/>
                      <a:pt x="2" y="1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9" y="17"/>
                      <a:pt x="11" y="17"/>
                      <a:pt x="13" y="17"/>
                    </a:cubicBezTo>
                    <a:cubicBezTo>
                      <a:pt x="20" y="17"/>
                      <a:pt x="26" y="11"/>
                      <a:pt x="26" y="4"/>
                    </a:cubicBezTo>
                    <a:cubicBezTo>
                      <a:pt x="26" y="3"/>
                      <a:pt x="26" y="2"/>
                      <a:pt x="25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0" name="Freeform 756">
                <a:extLst>
                  <a:ext uri="{FF2B5EF4-FFF2-40B4-BE49-F238E27FC236}">
                    <a16:creationId xmlns:a16="http://schemas.microsoft.com/office/drawing/2014/main" xmlns="" id="{C760BDB7-3771-47C7-9B30-A411CE3796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64049" y="511175"/>
                <a:ext cx="98425" cy="100013"/>
              </a:xfrm>
              <a:custGeom>
                <a:avLst/>
                <a:gdLst>
                  <a:gd name="T0" fmla="*/ 6 w 26"/>
                  <a:gd name="T1" fmla="*/ 13 h 26"/>
                  <a:gd name="T2" fmla="*/ 6 w 26"/>
                  <a:gd name="T3" fmla="*/ 13 h 26"/>
                  <a:gd name="T4" fmla="*/ 13 w 26"/>
                  <a:gd name="T5" fmla="*/ 6 h 26"/>
                  <a:gd name="T6" fmla="*/ 20 w 26"/>
                  <a:gd name="T7" fmla="*/ 13 h 26"/>
                  <a:gd name="T8" fmla="*/ 20 w 26"/>
                  <a:gd name="T9" fmla="*/ 13 h 26"/>
                  <a:gd name="T10" fmla="*/ 20 w 26"/>
                  <a:gd name="T11" fmla="*/ 13 h 26"/>
                  <a:gd name="T12" fmla="*/ 13 w 26"/>
                  <a:gd name="T13" fmla="*/ 20 h 26"/>
                  <a:gd name="T14" fmla="*/ 6 w 26"/>
                  <a:gd name="T15" fmla="*/ 13 h 26"/>
                  <a:gd name="T16" fmla="*/ 6 w 26"/>
                  <a:gd name="T17" fmla="*/ 13 h 26"/>
                  <a:gd name="T18" fmla="*/ 13 w 26"/>
                  <a:gd name="T19" fmla="*/ 0 h 26"/>
                  <a:gd name="T20" fmla="*/ 7 w 26"/>
                  <a:gd name="T21" fmla="*/ 2 h 26"/>
                  <a:gd name="T22" fmla="*/ 9 w 26"/>
                  <a:gd name="T23" fmla="*/ 3 h 26"/>
                  <a:gd name="T24" fmla="*/ 3 w 26"/>
                  <a:gd name="T25" fmla="*/ 9 h 26"/>
                  <a:gd name="T26" fmla="*/ 2 w 26"/>
                  <a:gd name="T27" fmla="*/ 8 h 26"/>
                  <a:gd name="T28" fmla="*/ 0 w 26"/>
                  <a:gd name="T29" fmla="*/ 13 h 26"/>
                  <a:gd name="T30" fmla="*/ 13 w 26"/>
                  <a:gd name="T31" fmla="*/ 26 h 26"/>
                  <a:gd name="T32" fmla="*/ 26 w 26"/>
                  <a:gd name="T33" fmla="*/ 13 h 26"/>
                  <a:gd name="T34" fmla="*/ 13 w 26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6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10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7"/>
                      <a:pt x="17" y="20"/>
                      <a:pt x="13" y="20"/>
                    </a:cubicBezTo>
                    <a:cubicBezTo>
                      <a:pt x="10" y="20"/>
                      <a:pt x="6" y="17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1" y="0"/>
                      <a:pt x="9" y="1"/>
                      <a:pt x="7" y="2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1" y="9"/>
                      <a:pt x="0" y="11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1" y="26"/>
                      <a:pt x="26" y="20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1" name="Freeform 757">
                <a:extLst>
                  <a:ext uri="{FF2B5EF4-FFF2-40B4-BE49-F238E27FC236}">
                    <a16:creationId xmlns:a16="http://schemas.microsoft.com/office/drawing/2014/main" xmlns="" id="{1DF8DB91-E925-41AF-8BCB-4FE67A09C6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28474" y="214812"/>
                <a:ext cx="96838" cy="95250"/>
              </a:xfrm>
              <a:custGeom>
                <a:avLst/>
                <a:gdLst>
                  <a:gd name="T0" fmla="*/ 6 w 26"/>
                  <a:gd name="T1" fmla="*/ 13 h 25"/>
                  <a:gd name="T2" fmla="*/ 6 w 26"/>
                  <a:gd name="T3" fmla="*/ 13 h 25"/>
                  <a:gd name="T4" fmla="*/ 13 w 26"/>
                  <a:gd name="T5" fmla="*/ 6 h 25"/>
                  <a:gd name="T6" fmla="*/ 20 w 26"/>
                  <a:gd name="T7" fmla="*/ 13 h 25"/>
                  <a:gd name="T8" fmla="*/ 20 w 26"/>
                  <a:gd name="T9" fmla="*/ 13 h 25"/>
                  <a:gd name="T10" fmla="*/ 20 w 26"/>
                  <a:gd name="T11" fmla="*/ 13 h 25"/>
                  <a:gd name="T12" fmla="*/ 13 w 26"/>
                  <a:gd name="T13" fmla="*/ 19 h 25"/>
                  <a:gd name="T14" fmla="*/ 6 w 26"/>
                  <a:gd name="T15" fmla="*/ 13 h 25"/>
                  <a:gd name="T16" fmla="*/ 6 w 26"/>
                  <a:gd name="T17" fmla="*/ 13 h 25"/>
                  <a:gd name="T18" fmla="*/ 13 w 26"/>
                  <a:gd name="T19" fmla="*/ 0 h 25"/>
                  <a:gd name="T20" fmla="*/ 7 w 26"/>
                  <a:gd name="T21" fmla="*/ 1 h 25"/>
                  <a:gd name="T22" fmla="*/ 9 w 26"/>
                  <a:gd name="T23" fmla="*/ 4 h 25"/>
                  <a:gd name="T24" fmla="*/ 3 w 26"/>
                  <a:gd name="T25" fmla="*/ 10 h 25"/>
                  <a:gd name="T26" fmla="*/ 1 w 26"/>
                  <a:gd name="T27" fmla="*/ 8 h 25"/>
                  <a:gd name="T28" fmla="*/ 0 w 26"/>
                  <a:gd name="T29" fmla="*/ 13 h 25"/>
                  <a:gd name="T30" fmla="*/ 13 w 26"/>
                  <a:gd name="T31" fmla="*/ 25 h 25"/>
                  <a:gd name="T32" fmla="*/ 26 w 26"/>
                  <a:gd name="T33" fmla="*/ 13 h 25"/>
                  <a:gd name="T34" fmla="*/ 13 w 26"/>
                  <a:gd name="T35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9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6"/>
                      <a:pt x="17" y="19"/>
                      <a:pt x="13" y="19"/>
                    </a:cubicBezTo>
                    <a:cubicBezTo>
                      <a:pt x="9" y="19"/>
                      <a:pt x="6" y="16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1" y="0"/>
                      <a:pt x="9" y="0"/>
                      <a:pt x="7" y="1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9"/>
                      <a:pt x="0" y="11"/>
                      <a:pt x="0" y="13"/>
                    </a:cubicBezTo>
                    <a:cubicBezTo>
                      <a:pt x="0" y="20"/>
                      <a:pt x="6" y="25"/>
                      <a:pt x="13" y="25"/>
                    </a:cubicBezTo>
                    <a:cubicBezTo>
                      <a:pt x="20" y="25"/>
                      <a:pt x="26" y="20"/>
                      <a:pt x="26" y="13"/>
                    </a:cubicBezTo>
                    <a:cubicBezTo>
                      <a:pt x="26" y="5"/>
                      <a:pt x="20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2" name="Freeform 758">
                <a:extLst>
                  <a:ext uri="{FF2B5EF4-FFF2-40B4-BE49-F238E27FC236}">
                    <a16:creationId xmlns:a16="http://schemas.microsoft.com/office/drawing/2014/main" xmlns="" id="{8178CF9C-9CFB-473A-B445-F37217D4CD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49662" y="160337"/>
                <a:ext cx="98425" cy="98425"/>
              </a:xfrm>
              <a:custGeom>
                <a:avLst/>
                <a:gdLst>
                  <a:gd name="T0" fmla="*/ 6 w 26"/>
                  <a:gd name="T1" fmla="*/ 13 h 26"/>
                  <a:gd name="T2" fmla="*/ 6 w 26"/>
                  <a:gd name="T3" fmla="*/ 13 h 26"/>
                  <a:gd name="T4" fmla="*/ 13 w 26"/>
                  <a:gd name="T5" fmla="*/ 6 h 26"/>
                  <a:gd name="T6" fmla="*/ 20 w 26"/>
                  <a:gd name="T7" fmla="*/ 13 h 26"/>
                  <a:gd name="T8" fmla="*/ 20 w 26"/>
                  <a:gd name="T9" fmla="*/ 13 h 26"/>
                  <a:gd name="T10" fmla="*/ 20 w 26"/>
                  <a:gd name="T11" fmla="*/ 13 h 26"/>
                  <a:gd name="T12" fmla="*/ 13 w 26"/>
                  <a:gd name="T13" fmla="*/ 20 h 26"/>
                  <a:gd name="T14" fmla="*/ 6 w 26"/>
                  <a:gd name="T15" fmla="*/ 13 h 26"/>
                  <a:gd name="T16" fmla="*/ 6 w 26"/>
                  <a:gd name="T17" fmla="*/ 13 h 26"/>
                  <a:gd name="T18" fmla="*/ 13 w 26"/>
                  <a:gd name="T19" fmla="*/ 0 h 26"/>
                  <a:gd name="T20" fmla="*/ 9 w 26"/>
                  <a:gd name="T21" fmla="*/ 1 h 26"/>
                  <a:gd name="T22" fmla="*/ 9 w 26"/>
                  <a:gd name="T23" fmla="*/ 1 h 26"/>
                  <a:gd name="T24" fmla="*/ 3 w 26"/>
                  <a:gd name="T25" fmla="*/ 7 h 26"/>
                  <a:gd name="T26" fmla="*/ 2 w 26"/>
                  <a:gd name="T27" fmla="*/ 6 h 26"/>
                  <a:gd name="T28" fmla="*/ 0 w 26"/>
                  <a:gd name="T29" fmla="*/ 13 h 26"/>
                  <a:gd name="T30" fmla="*/ 13 w 26"/>
                  <a:gd name="T31" fmla="*/ 26 h 26"/>
                  <a:gd name="T32" fmla="*/ 26 w 26"/>
                  <a:gd name="T33" fmla="*/ 13 h 26"/>
                  <a:gd name="T34" fmla="*/ 13 w 26"/>
                  <a:gd name="T35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6">
                    <a:moveTo>
                      <a:pt x="6" y="13"/>
                    </a:moveTo>
                    <a:cubicBezTo>
                      <a:pt x="6" y="13"/>
                      <a:pt x="6" y="13"/>
                      <a:pt x="6" y="13"/>
                    </a:cubicBezTo>
                    <a:cubicBezTo>
                      <a:pt x="6" y="9"/>
                      <a:pt x="10" y="6"/>
                      <a:pt x="13" y="6"/>
                    </a:cubicBezTo>
                    <a:cubicBezTo>
                      <a:pt x="17" y="6"/>
                      <a:pt x="20" y="9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7"/>
                      <a:pt x="17" y="20"/>
                      <a:pt x="13" y="20"/>
                    </a:cubicBezTo>
                    <a:cubicBezTo>
                      <a:pt x="10" y="20"/>
                      <a:pt x="6" y="17"/>
                      <a:pt x="6" y="13"/>
                    </a:cubicBezTo>
                    <a:cubicBezTo>
                      <a:pt x="6" y="13"/>
                      <a:pt x="6" y="13"/>
                      <a:pt x="6" y="13"/>
                    </a:cubicBezTo>
                    <a:moveTo>
                      <a:pt x="13" y="0"/>
                    </a:moveTo>
                    <a:cubicBezTo>
                      <a:pt x="12" y="0"/>
                      <a:pt x="11" y="1"/>
                      <a:pt x="9" y="1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8"/>
                      <a:pt x="0" y="11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1" y="26"/>
                      <a:pt x="26" y="20"/>
                      <a:pt x="26" y="13"/>
                    </a:cubicBezTo>
                    <a:cubicBezTo>
                      <a:pt x="26" y="6"/>
                      <a:pt x="21" y="0"/>
                      <a:pt x="1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3" name="Freeform 759">
                <a:extLst>
                  <a:ext uri="{FF2B5EF4-FFF2-40B4-BE49-F238E27FC236}">
                    <a16:creationId xmlns:a16="http://schemas.microsoft.com/office/drawing/2014/main" xmlns="" id="{B1735BCF-6729-4848-8D72-6AEBC4D26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475" y="0"/>
                <a:ext cx="627063" cy="168275"/>
              </a:xfrm>
              <a:custGeom>
                <a:avLst/>
                <a:gdLst>
                  <a:gd name="T0" fmla="*/ 29 w 395"/>
                  <a:gd name="T1" fmla="*/ 0 h 106"/>
                  <a:gd name="T2" fmla="*/ 0 w 395"/>
                  <a:gd name="T3" fmla="*/ 0 h 106"/>
                  <a:gd name="T4" fmla="*/ 105 w 395"/>
                  <a:gd name="T5" fmla="*/ 106 h 106"/>
                  <a:gd name="T6" fmla="*/ 321 w 395"/>
                  <a:gd name="T7" fmla="*/ 106 h 106"/>
                  <a:gd name="T8" fmla="*/ 395 w 395"/>
                  <a:gd name="T9" fmla="*/ 34 h 106"/>
                  <a:gd name="T10" fmla="*/ 381 w 395"/>
                  <a:gd name="T11" fmla="*/ 20 h 106"/>
                  <a:gd name="T12" fmla="*/ 314 w 395"/>
                  <a:gd name="T13" fmla="*/ 84 h 106"/>
                  <a:gd name="T14" fmla="*/ 115 w 395"/>
                  <a:gd name="T15" fmla="*/ 84 h 106"/>
                  <a:gd name="T16" fmla="*/ 29 w 395"/>
                  <a:gd name="T1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5" h="106">
                    <a:moveTo>
                      <a:pt x="29" y="0"/>
                    </a:moveTo>
                    <a:lnTo>
                      <a:pt x="0" y="0"/>
                    </a:lnTo>
                    <a:lnTo>
                      <a:pt x="105" y="106"/>
                    </a:lnTo>
                    <a:lnTo>
                      <a:pt x="321" y="106"/>
                    </a:lnTo>
                    <a:lnTo>
                      <a:pt x="395" y="34"/>
                    </a:lnTo>
                    <a:lnTo>
                      <a:pt x="381" y="20"/>
                    </a:lnTo>
                    <a:lnTo>
                      <a:pt x="314" y="84"/>
                    </a:lnTo>
                    <a:lnTo>
                      <a:pt x="115" y="84"/>
                    </a:lnTo>
                    <a:lnTo>
                      <a:pt x="2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4" name="Freeform 761">
                <a:extLst>
                  <a:ext uri="{FF2B5EF4-FFF2-40B4-BE49-F238E27FC236}">
                    <a16:creationId xmlns:a16="http://schemas.microsoft.com/office/drawing/2014/main" xmlns="" id="{CDF0B79C-1CB0-407E-8AB2-925B4F19A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762" y="0"/>
                <a:ext cx="279400" cy="255588"/>
              </a:xfrm>
              <a:custGeom>
                <a:avLst/>
                <a:gdLst>
                  <a:gd name="T0" fmla="*/ 31 w 176"/>
                  <a:gd name="T1" fmla="*/ 0 h 161"/>
                  <a:gd name="T2" fmla="*/ 0 w 176"/>
                  <a:gd name="T3" fmla="*/ 0 h 161"/>
                  <a:gd name="T4" fmla="*/ 162 w 176"/>
                  <a:gd name="T5" fmla="*/ 161 h 161"/>
                  <a:gd name="T6" fmla="*/ 176 w 176"/>
                  <a:gd name="T7" fmla="*/ 147 h 161"/>
                  <a:gd name="T8" fmla="*/ 171 w 176"/>
                  <a:gd name="T9" fmla="*/ 140 h 161"/>
                  <a:gd name="T10" fmla="*/ 31 w 176"/>
                  <a:gd name="T11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76" h="161">
                    <a:moveTo>
                      <a:pt x="31" y="0"/>
                    </a:moveTo>
                    <a:lnTo>
                      <a:pt x="0" y="0"/>
                    </a:lnTo>
                    <a:lnTo>
                      <a:pt x="162" y="161"/>
                    </a:lnTo>
                    <a:lnTo>
                      <a:pt x="176" y="147"/>
                    </a:lnTo>
                    <a:lnTo>
                      <a:pt x="171" y="140"/>
                    </a:lnTo>
                    <a:lnTo>
                      <a:pt x="3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5" name="Freeform 763">
                <a:extLst>
                  <a:ext uri="{FF2B5EF4-FFF2-40B4-BE49-F238E27FC236}">
                    <a16:creationId xmlns:a16="http://schemas.microsoft.com/office/drawing/2014/main" xmlns="" id="{93187EE0-A86C-4D82-9849-3FDF0A36B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050" y="0"/>
                <a:ext cx="928688" cy="546100"/>
              </a:xfrm>
              <a:custGeom>
                <a:avLst/>
                <a:gdLst>
                  <a:gd name="T0" fmla="*/ 31 w 585"/>
                  <a:gd name="T1" fmla="*/ 0 h 344"/>
                  <a:gd name="T2" fmla="*/ 0 w 585"/>
                  <a:gd name="T3" fmla="*/ 0 h 344"/>
                  <a:gd name="T4" fmla="*/ 252 w 585"/>
                  <a:gd name="T5" fmla="*/ 250 h 344"/>
                  <a:gd name="T6" fmla="*/ 475 w 585"/>
                  <a:gd name="T7" fmla="*/ 250 h 344"/>
                  <a:gd name="T8" fmla="*/ 570 w 585"/>
                  <a:gd name="T9" fmla="*/ 344 h 344"/>
                  <a:gd name="T10" fmla="*/ 585 w 585"/>
                  <a:gd name="T11" fmla="*/ 329 h 344"/>
                  <a:gd name="T12" fmla="*/ 580 w 585"/>
                  <a:gd name="T13" fmla="*/ 327 h 344"/>
                  <a:gd name="T14" fmla="*/ 482 w 585"/>
                  <a:gd name="T15" fmla="*/ 229 h 344"/>
                  <a:gd name="T16" fmla="*/ 261 w 585"/>
                  <a:gd name="T17" fmla="*/ 229 h 344"/>
                  <a:gd name="T18" fmla="*/ 31 w 585"/>
                  <a:gd name="T19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5" h="344">
                    <a:moveTo>
                      <a:pt x="31" y="0"/>
                    </a:moveTo>
                    <a:lnTo>
                      <a:pt x="0" y="0"/>
                    </a:lnTo>
                    <a:lnTo>
                      <a:pt x="252" y="250"/>
                    </a:lnTo>
                    <a:lnTo>
                      <a:pt x="475" y="250"/>
                    </a:lnTo>
                    <a:lnTo>
                      <a:pt x="570" y="344"/>
                    </a:lnTo>
                    <a:lnTo>
                      <a:pt x="585" y="329"/>
                    </a:lnTo>
                    <a:lnTo>
                      <a:pt x="580" y="327"/>
                    </a:lnTo>
                    <a:lnTo>
                      <a:pt x="482" y="229"/>
                    </a:lnTo>
                    <a:lnTo>
                      <a:pt x="261" y="229"/>
                    </a:lnTo>
                    <a:lnTo>
                      <a:pt x="3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26" name="Freeform 765">
                <a:extLst>
                  <a:ext uri="{FF2B5EF4-FFF2-40B4-BE49-F238E27FC236}">
                    <a16:creationId xmlns:a16="http://schemas.microsoft.com/office/drawing/2014/main" xmlns="" id="{7C2FAE9E-D439-46BC-9FA2-E6E73F2D3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3450" y="0"/>
                <a:ext cx="214313" cy="192088"/>
              </a:xfrm>
              <a:custGeom>
                <a:avLst/>
                <a:gdLst>
                  <a:gd name="T0" fmla="*/ 28 w 135"/>
                  <a:gd name="T1" fmla="*/ 0 h 121"/>
                  <a:gd name="T2" fmla="*/ 0 w 135"/>
                  <a:gd name="T3" fmla="*/ 0 h 121"/>
                  <a:gd name="T4" fmla="*/ 121 w 135"/>
                  <a:gd name="T5" fmla="*/ 121 h 121"/>
                  <a:gd name="T6" fmla="*/ 135 w 135"/>
                  <a:gd name="T7" fmla="*/ 106 h 121"/>
                  <a:gd name="T8" fmla="*/ 135 w 135"/>
                  <a:gd name="T9" fmla="*/ 106 h 121"/>
                  <a:gd name="T10" fmla="*/ 28 w 135"/>
                  <a:gd name="T11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5" h="121">
                    <a:moveTo>
                      <a:pt x="28" y="0"/>
                    </a:moveTo>
                    <a:lnTo>
                      <a:pt x="0" y="0"/>
                    </a:lnTo>
                    <a:lnTo>
                      <a:pt x="121" y="121"/>
                    </a:lnTo>
                    <a:lnTo>
                      <a:pt x="135" y="106"/>
                    </a:lnTo>
                    <a:lnTo>
                      <a:pt x="135" y="106"/>
                    </a:lnTo>
                    <a:lnTo>
                      <a:pt x="2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116" name="Freeform 767">
              <a:extLst>
                <a:ext uri="{FF2B5EF4-FFF2-40B4-BE49-F238E27FC236}">
                  <a16:creationId xmlns:a16="http://schemas.microsoft.com/office/drawing/2014/main" xmlns="" id="{97C1366A-5DE5-4FE3-813C-AAF959D26E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78158" y="-2497"/>
              <a:ext cx="226051" cy="474707"/>
            </a:xfrm>
            <a:custGeom>
              <a:avLst/>
              <a:gdLst>
                <a:gd name="T0" fmla="*/ 10 w 67"/>
                <a:gd name="T1" fmla="*/ 130 h 140"/>
                <a:gd name="T2" fmla="*/ 10 w 67"/>
                <a:gd name="T3" fmla="*/ 130 h 140"/>
                <a:gd name="T4" fmla="*/ 13 w 67"/>
                <a:gd name="T5" fmla="*/ 127 h 140"/>
                <a:gd name="T6" fmla="*/ 16 w 67"/>
                <a:gd name="T7" fmla="*/ 130 h 140"/>
                <a:gd name="T8" fmla="*/ 16 w 67"/>
                <a:gd name="T9" fmla="*/ 130 h 140"/>
                <a:gd name="T10" fmla="*/ 16 w 67"/>
                <a:gd name="T11" fmla="*/ 130 h 140"/>
                <a:gd name="T12" fmla="*/ 13 w 67"/>
                <a:gd name="T13" fmla="*/ 133 h 140"/>
                <a:gd name="T14" fmla="*/ 10 w 67"/>
                <a:gd name="T15" fmla="*/ 130 h 140"/>
                <a:gd name="T16" fmla="*/ 10 w 67"/>
                <a:gd name="T17" fmla="*/ 130 h 140"/>
                <a:gd name="T18" fmla="*/ 10 w 67"/>
                <a:gd name="T19" fmla="*/ 26 h 140"/>
                <a:gd name="T20" fmla="*/ 10 w 67"/>
                <a:gd name="T21" fmla="*/ 26 h 140"/>
                <a:gd name="T22" fmla="*/ 13 w 67"/>
                <a:gd name="T23" fmla="*/ 23 h 140"/>
                <a:gd name="T24" fmla="*/ 16 w 67"/>
                <a:gd name="T25" fmla="*/ 26 h 140"/>
                <a:gd name="T26" fmla="*/ 16 w 67"/>
                <a:gd name="T27" fmla="*/ 26 h 140"/>
                <a:gd name="T28" fmla="*/ 16 w 67"/>
                <a:gd name="T29" fmla="*/ 26 h 140"/>
                <a:gd name="T30" fmla="*/ 13 w 67"/>
                <a:gd name="T31" fmla="*/ 29 h 140"/>
                <a:gd name="T32" fmla="*/ 10 w 67"/>
                <a:gd name="T33" fmla="*/ 26 h 140"/>
                <a:gd name="T34" fmla="*/ 10 w 67"/>
                <a:gd name="T35" fmla="*/ 26 h 140"/>
                <a:gd name="T36" fmla="*/ 55 w 67"/>
                <a:gd name="T37" fmla="*/ 26 h 140"/>
                <a:gd name="T38" fmla="*/ 55 w 67"/>
                <a:gd name="T39" fmla="*/ 26 h 140"/>
                <a:gd name="T40" fmla="*/ 58 w 67"/>
                <a:gd name="T41" fmla="*/ 23 h 140"/>
                <a:gd name="T42" fmla="*/ 61 w 67"/>
                <a:gd name="T43" fmla="*/ 26 h 140"/>
                <a:gd name="T44" fmla="*/ 61 w 67"/>
                <a:gd name="T45" fmla="*/ 26 h 140"/>
                <a:gd name="T46" fmla="*/ 61 w 67"/>
                <a:gd name="T47" fmla="*/ 26 h 140"/>
                <a:gd name="T48" fmla="*/ 58 w 67"/>
                <a:gd name="T49" fmla="*/ 29 h 140"/>
                <a:gd name="T50" fmla="*/ 55 w 67"/>
                <a:gd name="T51" fmla="*/ 26 h 140"/>
                <a:gd name="T52" fmla="*/ 55 w 67"/>
                <a:gd name="T53" fmla="*/ 26 h 140"/>
                <a:gd name="T54" fmla="*/ 67 w 67"/>
                <a:gd name="T55" fmla="*/ 0 h 140"/>
                <a:gd name="T56" fmla="*/ 49 w 67"/>
                <a:gd name="T57" fmla="*/ 0 h 140"/>
                <a:gd name="T58" fmla="*/ 18 w 67"/>
                <a:gd name="T59" fmla="*/ 0 h 140"/>
                <a:gd name="T60" fmla="*/ 16 w 67"/>
                <a:gd name="T61" fmla="*/ 0 h 140"/>
                <a:gd name="T62" fmla="*/ 7 w 67"/>
                <a:gd name="T63" fmla="*/ 10 h 140"/>
                <a:gd name="T64" fmla="*/ 7 w 67"/>
                <a:gd name="T65" fmla="*/ 12 h 140"/>
                <a:gd name="T66" fmla="*/ 7 w 67"/>
                <a:gd name="T67" fmla="*/ 36 h 140"/>
                <a:gd name="T68" fmla="*/ 7 w 67"/>
                <a:gd name="T69" fmla="*/ 45 h 140"/>
                <a:gd name="T70" fmla="*/ 7 w 67"/>
                <a:gd name="T71" fmla="*/ 53 h 140"/>
                <a:gd name="T72" fmla="*/ 0 w 67"/>
                <a:gd name="T73" fmla="*/ 59 h 140"/>
                <a:gd name="T74" fmla="*/ 0 w 67"/>
                <a:gd name="T75" fmla="*/ 100 h 140"/>
                <a:gd name="T76" fmla="*/ 7 w 67"/>
                <a:gd name="T77" fmla="*/ 106 h 140"/>
                <a:gd name="T78" fmla="*/ 7 w 67"/>
                <a:gd name="T79" fmla="*/ 123 h 140"/>
                <a:gd name="T80" fmla="*/ 7 w 67"/>
                <a:gd name="T81" fmla="*/ 123 h 140"/>
                <a:gd name="T82" fmla="*/ 3 w 67"/>
                <a:gd name="T83" fmla="*/ 130 h 140"/>
                <a:gd name="T84" fmla="*/ 13 w 67"/>
                <a:gd name="T85" fmla="*/ 140 h 140"/>
                <a:gd name="T86" fmla="*/ 23 w 67"/>
                <a:gd name="T87" fmla="*/ 130 h 140"/>
                <a:gd name="T88" fmla="*/ 18 w 67"/>
                <a:gd name="T89" fmla="*/ 122 h 140"/>
                <a:gd name="T90" fmla="*/ 18 w 67"/>
                <a:gd name="T91" fmla="*/ 65 h 140"/>
                <a:gd name="T92" fmla="*/ 30 w 67"/>
                <a:gd name="T93" fmla="*/ 53 h 140"/>
                <a:gd name="T94" fmla="*/ 57 w 67"/>
                <a:gd name="T95" fmla="*/ 53 h 140"/>
                <a:gd name="T96" fmla="*/ 67 w 67"/>
                <a:gd name="T97" fmla="*/ 44 h 140"/>
                <a:gd name="T98" fmla="*/ 67 w 67"/>
                <a:gd name="T99" fmla="*/ 18 h 140"/>
                <a:gd name="T100" fmla="*/ 67 w 67"/>
                <a:gd name="T101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140">
                  <a:moveTo>
                    <a:pt x="10" y="130"/>
                  </a:moveTo>
                  <a:cubicBezTo>
                    <a:pt x="10" y="130"/>
                    <a:pt x="10" y="130"/>
                    <a:pt x="10" y="130"/>
                  </a:cubicBezTo>
                  <a:cubicBezTo>
                    <a:pt x="10" y="129"/>
                    <a:pt x="11" y="127"/>
                    <a:pt x="13" y="127"/>
                  </a:cubicBezTo>
                  <a:cubicBezTo>
                    <a:pt x="15" y="127"/>
                    <a:pt x="16" y="129"/>
                    <a:pt x="16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6" y="130"/>
                    <a:pt x="16" y="130"/>
                    <a:pt x="16" y="130"/>
                  </a:cubicBezTo>
                  <a:cubicBezTo>
                    <a:pt x="16" y="132"/>
                    <a:pt x="15" y="133"/>
                    <a:pt x="13" y="133"/>
                  </a:cubicBezTo>
                  <a:cubicBezTo>
                    <a:pt x="11" y="133"/>
                    <a:pt x="10" y="132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10" y="25"/>
                    <a:pt x="11" y="23"/>
                    <a:pt x="13" y="23"/>
                  </a:cubicBezTo>
                  <a:cubicBezTo>
                    <a:pt x="15" y="23"/>
                    <a:pt x="16" y="25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8"/>
                    <a:pt x="15" y="29"/>
                    <a:pt x="13" y="29"/>
                  </a:cubicBezTo>
                  <a:cubicBezTo>
                    <a:pt x="11" y="29"/>
                    <a:pt x="10" y="28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moveTo>
                    <a:pt x="55" y="26"/>
                  </a:moveTo>
                  <a:cubicBezTo>
                    <a:pt x="55" y="26"/>
                    <a:pt x="55" y="26"/>
                    <a:pt x="55" y="26"/>
                  </a:cubicBezTo>
                  <a:cubicBezTo>
                    <a:pt x="55" y="25"/>
                    <a:pt x="57" y="23"/>
                    <a:pt x="58" y="23"/>
                  </a:cubicBezTo>
                  <a:cubicBezTo>
                    <a:pt x="60" y="23"/>
                    <a:pt x="61" y="25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8"/>
                    <a:pt x="60" y="29"/>
                    <a:pt x="58" y="29"/>
                  </a:cubicBezTo>
                  <a:cubicBezTo>
                    <a:pt x="57" y="29"/>
                    <a:pt x="55" y="28"/>
                    <a:pt x="55" y="26"/>
                  </a:cubicBezTo>
                  <a:cubicBezTo>
                    <a:pt x="55" y="26"/>
                    <a:pt x="55" y="26"/>
                    <a:pt x="55" y="26"/>
                  </a:cubicBezTo>
                  <a:moveTo>
                    <a:pt x="67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7" y="106"/>
                    <a:pt x="7" y="106"/>
                    <a:pt x="7" y="106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7" y="123"/>
                    <a:pt x="7" y="123"/>
                    <a:pt x="7" y="123"/>
                  </a:cubicBezTo>
                  <a:cubicBezTo>
                    <a:pt x="5" y="125"/>
                    <a:pt x="3" y="127"/>
                    <a:pt x="3" y="130"/>
                  </a:cubicBezTo>
                  <a:cubicBezTo>
                    <a:pt x="3" y="136"/>
                    <a:pt x="8" y="140"/>
                    <a:pt x="13" y="140"/>
                  </a:cubicBezTo>
                  <a:cubicBezTo>
                    <a:pt x="18" y="140"/>
                    <a:pt x="23" y="136"/>
                    <a:pt x="23" y="130"/>
                  </a:cubicBezTo>
                  <a:cubicBezTo>
                    <a:pt x="23" y="127"/>
                    <a:pt x="21" y="124"/>
                    <a:pt x="18" y="122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xmlns="" id="{9E18BD02-8945-4332-9867-7A97160AFE2F}"/>
              </a:ext>
            </a:extLst>
          </p:cNvPr>
          <p:cNvSpPr txBox="1"/>
          <p:nvPr/>
        </p:nvSpPr>
        <p:spPr>
          <a:xfrm>
            <a:off x="1057440" y="1964192"/>
            <a:ext cx="5156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</a:rPr>
              <a:t>Thanks for  </a:t>
            </a:r>
            <a:r>
              <a:rPr lang="en-US" altLang="ko-KR" sz="3200" dirty="0">
                <a:solidFill>
                  <a:schemeClr val="accent2"/>
                </a:solidFill>
              </a:rPr>
              <a:t>Your time</a:t>
            </a:r>
            <a:endParaRPr lang="ko-KR" altLang="en-US" sz="3200" dirty="0">
              <a:solidFill>
                <a:schemeClr val="accent2"/>
              </a:solidFill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xmlns="" id="{485A8788-1431-458E-8CE4-BAC2EF269F40}"/>
              </a:ext>
            </a:extLst>
          </p:cNvPr>
          <p:cNvGrpSpPr/>
          <p:nvPr/>
        </p:nvGrpSpPr>
        <p:grpSpPr>
          <a:xfrm>
            <a:off x="5491243" y="1828983"/>
            <a:ext cx="592800" cy="912029"/>
            <a:chOff x="5430074" y="207031"/>
            <a:chExt cx="592800" cy="912029"/>
          </a:xfrm>
        </p:grpSpPr>
        <p:sp>
          <p:nvSpPr>
            <p:cNvPr id="170" name="Freeform 747">
              <a:extLst>
                <a:ext uri="{FF2B5EF4-FFF2-40B4-BE49-F238E27FC236}">
                  <a16:creationId xmlns:a16="http://schemas.microsoft.com/office/drawing/2014/main" xmlns="" id="{75CB1D57-0008-45C1-B74A-4C5B9D757ABD}"/>
                </a:ext>
              </a:extLst>
            </p:cNvPr>
            <p:cNvSpPr>
              <a:spLocks noEditPoints="1"/>
            </p:cNvSpPr>
            <p:nvPr/>
          </p:nvSpPr>
          <p:spPr bwMode="auto">
            <a:xfrm rot="1334874">
              <a:off x="5430074" y="207031"/>
              <a:ext cx="93194" cy="98098"/>
            </a:xfrm>
            <a:custGeom>
              <a:avLst/>
              <a:gdLst>
                <a:gd name="T0" fmla="*/ 6 w 24"/>
                <a:gd name="T1" fmla="*/ 13 h 25"/>
                <a:gd name="T2" fmla="*/ 6 w 24"/>
                <a:gd name="T3" fmla="*/ 13 h 25"/>
                <a:gd name="T4" fmla="*/ 12 w 24"/>
                <a:gd name="T5" fmla="*/ 6 h 25"/>
                <a:gd name="T6" fmla="*/ 19 w 24"/>
                <a:gd name="T7" fmla="*/ 13 h 25"/>
                <a:gd name="T8" fmla="*/ 19 w 24"/>
                <a:gd name="T9" fmla="*/ 13 h 25"/>
                <a:gd name="T10" fmla="*/ 19 w 24"/>
                <a:gd name="T11" fmla="*/ 13 h 25"/>
                <a:gd name="T12" fmla="*/ 12 w 24"/>
                <a:gd name="T13" fmla="*/ 19 h 25"/>
                <a:gd name="T14" fmla="*/ 6 w 24"/>
                <a:gd name="T15" fmla="*/ 13 h 25"/>
                <a:gd name="T16" fmla="*/ 6 w 24"/>
                <a:gd name="T17" fmla="*/ 13 h 25"/>
                <a:gd name="T18" fmla="*/ 12 w 24"/>
                <a:gd name="T19" fmla="*/ 0 h 25"/>
                <a:gd name="T20" fmla="*/ 0 w 24"/>
                <a:gd name="T21" fmla="*/ 13 h 25"/>
                <a:gd name="T22" fmla="*/ 12 w 24"/>
                <a:gd name="T23" fmla="*/ 25 h 25"/>
                <a:gd name="T24" fmla="*/ 22 w 24"/>
                <a:gd name="T25" fmla="*/ 20 h 25"/>
                <a:gd name="T26" fmla="*/ 19 w 24"/>
                <a:gd name="T27" fmla="*/ 17 h 25"/>
                <a:gd name="T28" fmla="*/ 24 w 24"/>
                <a:gd name="T29" fmla="*/ 12 h 25"/>
                <a:gd name="T30" fmla="*/ 24 w 24"/>
                <a:gd name="T31" fmla="*/ 12 h 25"/>
                <a:gd name="T32" fmla="*/ 12 w 24"/>
                <a:gd name="T3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5">
                  <a:moveTo>
                    <a:pt x="6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6" y="9"/>
                    <a:pt x="9" y="6"/>
                    <a:pt x="12" y="6"/>
                  </a:cubicBezTo>
                  <a:cubicBezTo>
                    <a:pt x="16" y="6"/>
                    <a:pt x="19" y="9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6"/>
                    <a:pt x="16" y="19"/>
                    <a:pt x="12" y="19"/>
                  </a:cubicBezTo>
                  <a:cubicBezTo>
                    <a:pt x="9" y="19"/>
                    <a:pt x="6" y="16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moveTo>
                    <a:pt x="12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19"/>
                    <a:pt x="5" y="25"/>
                    <a:pt x="12" y="25"/>
                  </a:cubicBezTo>
                  <a:cubicBezTo>
                    <a:pt x="16" y="25"/>
                    <a:pt x="19" y="23"/>
                    <a:pt x="22" y="20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ko-KR" dirty="0"/>
                <a:t> </a:t>
              </a:r>
              <a:endParaRPr lang="ko-KR" altLang="en-US" dirty="0"/>
            </a:p>
          </p:txBody>
        </p:sp>
        <p:sp>
          <p:nvSpPr>
            <p:cNvPr id="171" name="Freeform 750">
              <a:extLst>
                <a:ext uri="{FF2B5EF4-FFF2-40B4-BE49-F238E27FC236}">
                  <a16:creationId xmlns:a16="http://schemas.microsoft.com/office/drawing/2014/main" xmlns="" id="{7DE78034-11E5-47FD-B6AA-B34B0A9975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4776" y="1024232"/>
              <a:ext cx="98098" cy="94828"/>
            </a:xfrm>
            <a:custGeom>
              <a:avLst/>
              <a:gdLst>
                <a:gd name="T0" fmla="*/ 6 w 25"/>
                <a:gd name="T1" fmla="*/ 12 h 24"/>
                <a:gd name="T2" fmla="*/ 6 w 25"/>
                <a:gd name="T3" fmla="*/ 12 h 24"/>
                <a:gd name="T4" fmla="*/ 13 w 25"/>
                <a:gd name="T5" fmla="*/ 5 h 24"/>
                <a:gd name="T6" fmla="*/ 19 w 25"/>
                <a:gd name="T7" fmla="*/ 12 h 24"/>
                <a:gd name="T8" fmla="*/ 19 w 25"/>
                <a:gd name="T9" fmla="*/ 12 h 24"/>
                <a:gd name="T10" fmla="*/ 19 w 25"/>
                <a:gd name="T11" fmla="*/ 12 h 24"/>
                <a:gd name="T12" fmla="*/ 13 w 25"/>
                <a:gd name="T13" fmla="*/ 18 h 24"/>
                <a:gd name="T14" fmla="*/ 6 w 25"/>
                <a:gd name="T15" fmla="*/ 12 h 24"/>
                <a:gd name="T16" fmla="*/ 6 w 25"/>
                <a:gd name="T17" fmla="*/ 12 h 24"/>
                <a:gd name="T18" fmla="*/ 16 w 25"/>
                <a:gd name="T19" fmla="*/ 0 h 24"/>
                <a:gd name="T20" fmla="*/ 16 w 25"/>
                <a:gd name="T21" fmla="*/ 1 h 24"/>
                <a:gd name="T22" fmla="*/ 8 w 25"/>
                <a:gd name="T23" fmla="*/ 1 h 24"/>
                <a:gd name="T24" fmla="*/ 8 w 25"/>
                <a:gd name="T25" fmla="*/ 0 h 24"/>
                <a:gd name="T26" fmla="*/ 0 w 25"/>
                <a:gd name="T27" fmla="*/ 12 h 24"/>
                <a:gd name="T28" fmla="*/ 13 w 25"/>
                <a:gd name="T29" fmla="*/ 24 h 24"/>
                <a:gd name="T30" fmla="*/ 25 w 25"/>
                <a:gd name="T31" fmla="*/ 12 h 24"/>
                <a:gd name="T32" fmla="*/ 16 w 25"/>
                <a:gd name="T3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24"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8"/>
                    <a:pt x="9" y="5"/>
                    <a:pt x="13" y="5"/>
                  </a:cubicBezTo>
                  <a:cubicBezTo>
                    <a:pt x="16" y="5"/>
                    <a:pt x="19" y="8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5"/>
                    <a:pt x="16" y="18"/>
                    <a:pt x="13" y="18"/>
                  </a:cubicBezTo>
                  <a:cubicBezTo>
                    <a:pt x="9" y="18"/>
                    <a:pt x="6" y="15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moveTo>
                    <a:pt x="16" y="0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2"/>
                    <a:pt x="0" y="7"/>
                    <a:pt x="0" y="12"/>
                  </a:cubicBezTo>
                  <a:cubicBezTo>
                    <a:pt x="0" y="18"/>
                    <a:pt x="6" y="24"/>
                    <a:pt x="13" y="24"/>
                  </a:cubicBezTo>
                  <a:cubicBezTo>
                    <a:pt x="19" y="24"/>
                    <a:pt x="25" y="18"/>
                    <a:pt x="25" y="12"/>
                  </a:cubicBezTo>
                  <a:cubicBezTo>
                    <a:pt x="25" y="6"/>
                    <a:pt x="21" y="2"/>
                    <a:pt x="16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2" name="Freeform 751">
              <a:extLst>
                <a:ext uri="{FF2B5EF4-FFF2-40B4-BE49-F238E27FC236}">
                  <a16:creationId xmlns:a16="http://schemas.microsoft.com/office/drawing/2014/main" xmlns="" id="{AA6AFE2F-C7BB-4958-8885-BD9DCAA79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6604" y="263971"/>
              <a:ext cx="505206" cy="768436"/>
            </a:xfrm>
            <a:custGeom>
              <a:avLst/>
              <a:gdLst>
                <a:gd name="T0" fmla="*/ 12 w 309"/>
                <a:gd name="T1" fmla="*/ 0 h 470"/>
                <a:gd name="T2" fmla="*/ 0 w 309"/>
                <a:gd name="T3" fmla="*/ 12 h 470"/>
                <a:gd name="T4" fmla="*/ 290 w 309"/>
                <a:gd name="T5" fmla="*/ 307 h 470"/>
                <a:gd name="T6" fmla="*/ 290 w 309"/>
                <a:gd name="T7" fmla="*/ 470 h 470"/>
                <a:gd name="T8" fmla="*/ 309 w 309"/>
                <a:gd name="T9" fmla="*/ 470 h 470"/>
                <a:gd name="T10" fmla="*/ 309 w 309"/>
                <a:gd name="T11" fmla="*/ 300 h 470"/>
                <a:gd name="T12" fmla="*/ 12 w 309"/>
                <a:gd name="T13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9" h="470">
                  <a:moveTo>
                    <a:pt x="12" y="0"/>
                  </a:moveTo>
                  <a:lnTo>
                    <a:pt x="0" y="12"/>
                  </a:lnTo>
                  <a:lnTo>
                    <a:pt x="290" y="307"/>
                  </a:lnTo>
                  <a:lnTo>
                    <a:pt x="290" y="470"/>
                  </a:lnTo>
                  <a:lnTo>
                    <a:pt x="309" y="470"/>
                  </a:lnTo>
                  <a:lnTo>
                    <a:pt x="309" y="300"/>
                  </a:lnTo>
                  <a:lnTo>
                    <a:pt x="1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54E3114A-69AE-480C-8CE9-3B6C68296F58}"/>
              </a:ext>
            </a:extLst>
          </p:cNvPr>
          <p:cNvSpPr txBox="1"/>
          <p:nvPr/>
        </p:nvSpPr>
        <p:spPr>
          <a:xfrm>
            <a:off x="1333750" y="-160714"/>
            <a:ext cx="4286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err="1" smtClean="0">
                <a:solidFill>
                  <a:schemeClr val="bg1"/>
                </a:solidFill>
                <a:latin typeface="+mj-lt"/>
              </a:rPr>
              <a:t>Webflow</a:t>
            </a:r>
            <a:endParaRPr lang="ko-KR" altLang="en-US" sz="5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2E6D1644-B401-446F-B608-DAABC2D4D141}"/>
              </a:ext>
            </a:extLst>
          </p:cNvPr>
          <p:cNvSpPr txBox="1"/>
          <p:nvPr/>
        </p:nvSpPr>
        <p:spPr>
          <a:xfrm>
            <a:off x="221611" y="705780"/>
            <a:ext cx="4094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</a:rPr>
              <a:t>No-Code  Web Site, CMS , App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156" name="Picture 1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787" y="563903"/>
            <a:ext cx="2656040" cy="54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30144"/>
      </p:ext>
    </p:extLst>
  </p:cSld>
  <p:clrMapOvr>
    <a:masterClrMapping/>
  </p:clrMapOvr>
</p:sld>
</file>

<file path=ppt/theme/theme1.xml><?xml version="1.0" encoding="utf-8"?>
<a:theme xmlns:a="http://schemas.openxmlformats.org/drawingml/2006/main" name="back1">
  <a:themeElements>
    <a:clrScheme name="vertical_147ai">
      <a:dk1>
        <a:sysClr val="windowText" lastClr="000000"/>
      </a:dk1>
      <a:lt1>
        <a:sysClr val="window" lastClr="FFFFFF"/>
      </a:lt1>
      <a:dk2>
        <a:srgbClr val="0C0C0C"/>
      </a:dk2>
      <a:lt2>
        <a:srgbClr val="F2F2F2"/>
      </a:lt2>
      <a:accent1>
        <a:srgbClr val="5AA7F2"/>
      </a:accent1>
      <a:accent2>
        <a:srgbClr val="3538BF"/>
      </a:accent2>
      <a:accent3>
        <a:srgbClr val="0C0C0C"/>
      </a:accent3>
      <a:accent4>
        <a:srgbClr val="595959"/>
      </a:accent4>
      <a:accent5>
        <a:srgbClr val="9B9B9B"/>
      </a:accent5>
      <a:accent6>
        <a:srgbClr val="DDDDDD"/>
      </a:accent6>
      <a:hlink>
        <a:srgbClr val="5AA7F2"/>
      </a:hlink>
      <a:folHlink>
        <a:srgbClr val="A5A5A5"/>
      </a:folHlink>
    </a:clrScheme>
    <a:fontScheme name="사용자 지정 939">
      <a:majorFont>
        <a:latin typeface="Montserrat ExtraBold"/>
        <a:ea typeface="맑은 고딕"/>
        <a:cs typeface=""/>
      </a:majorFont>
      <a:minorFont>
        <a:latin typeface="Montserra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ck1" id="{46DDCD9D-8E7C-4371-96EF-59CCAC256F43}" vid="{A9BEA486-476A-497E-962B-4C68300A479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1239</TotalTime>
  <Words>1485</Words>
  <Application>Microsoft Office PowerPoint</Application>
  <PresentationFormat>Letter Paper (8.5x11 in)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Wingdings</vt:lpstr>
      <vt:lpstr>Arial</vt:lpstr>
      <vt:lpstr>Malgun Gothic</vt:lpstr>
      <vt:lpstr>Montserrat ExtraBold</vt:lpstr>
      <vt:lpstr>Montserrat</vt:lpstr>
      <vt:lpstr>back1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Slide Members</Manager>
  <Company>YESFORM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Templates, Diagram, Chart, Google slides, Keynote</dc:subject>
  <dc:creator>Slide Members by BR.YOON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HP</cp:lastModifiedBy>
  <cp:revision>19</cp:revision>
  <dcterms:created xsi:type="dcterms:W3CDTF">2022-01-04T04:53:50Z</dcterms:created>
  <dcterms:modified xsi:type="dcterms:W3CDTF">2026-01-13T09:20:11Z</dcterms:modified>
  <cp:category>www.slidemembers.com</cp:category>
</cp:coreProperties>
</file>